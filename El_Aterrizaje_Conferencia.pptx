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68" r:id="rId8"/>
    <p:sldId id="272" r:id="rId9"/>
    <p:sldId id="259" r:id="rId10"/>
    <p:sldId id="269" r:id="rId11"/>
    <p:sldId id="270" r:id="rId12"/>
    <p:sldId id="263" r:id="rId13"/>
    <p:sldId id="264" r:id="rId14"/>
    <p:sldId id="271" r:id="rId15"/>
    <p:sldId id="266" r:id="rId16"/>
    <p:sldId id="267" r:id="rId17"/>
    <p:sldId id="265" r:id="rId18"/>
  </p:sldIdLst>
  <p:sldSz cx="9144000" cy="6858000" type="screen4x3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E40"/>
    <a:srgbClr val="685135"/>
    <a:srgbClr val="BDA07D"/>
    <a:srgbClr val="F5F9F9"/>
    <a:srgbClr val="627272"/>
    <a:srgbClr val="93A5A8"/>
    <a:srgbClr val="3E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50" autoAdjust="0"/>
    <p:restoredTop sz="95226" autoAdjust="0"/>
  </p:normalViewPr>
  <p:slideViewPr>
    <p:cSldViewPr snapToGrid="0">
      <p:cViewPr varScale="1">
        <p:scale>
          <a:sx n="109" d="100"/>
          <a:sy n="109" d="100"/>
        </p:scale>
        <p:origin x="629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1E8BA84-0D7E-45E4-9291-503FC01DA7F6}" type="datetime1">
              <a:rPr lang="es-ES" smtClean="0"/>
              <a:t>22/10/2025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E0EF92D-82DD-4142-BCE8-036B91487D2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4912ED64-155D-45B7-91E6-2E8365241BD2}" type="datetime1">
              <a:rPr lang="es-ES" smtClean="0"/>
              <a:pPr/>
              <a:t>22/10/2025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C58EC616-C518-4358-9496-6C33B2F5FA5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6153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57729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248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7445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130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7333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9506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2419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1804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24260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0770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8032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3342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58EC616-C518-4358-9496-6C33B2F5FA56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2213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827" y="2683895"/>
            <a:ext cx="3958886" cy="2862225"/>
          </a:xfrm>
          <a:prstGeom prst="rect">
            <a:avLst/>
          </a:prstGeom>
        </p:spPr>
        <p:txBody>
          <a:bodyPr rtlCol="0" anchor="b"/>
          <a:lstStyle>
            <a:lvl1pPr>
              <a:lnSpc>
                <a:spcPct val="100000"/>
              </a:lnSpc>
              <a:defRPr lang="es-ES" sz="3750" cap="all" spc="15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227" y="5568698"/>
            <a:ext cx="3958886" cy="618142"/>
          </a:xfrm>
          <a:prstGeom prst="rect">
            <a:avLst/>
          </a:prstGeom>
        </p:spPr>
        <p:txBody>
          <a:bodyPr rtlCol="0" anchor="t"/>
          <a:lstStyle>
            <a:lvl1pPr marL="0" indent="0">
              <a:buNone/>
              <a:defRPr lang="es-ES" sz="1500" b="0" i="0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07906" y="947738"/>
            <a:ext cx="3036093" cy="49625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pc="300" baseline="0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</p:spTree>
    <p:extLst>
      <p:ext uri="{BB962C8B-B14F-4D97-AF65-F5344CB8AC3E}">
        <p14:creationId xmlns:p14="http://schemas.microsoft.com/office/powerpoint/2010/main" val="21278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4C813-EE84-4C00-BDF7-2FD444FA42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1185" y="942423"/>
            <a:ext cx="3520815" cy="1124392"/>
          </a:xfrm>
          <a:prstGeom prst="rect">
            <a:avLst/>
          </a:prstGeom>
        </p:spPr>
        <p:txBody>
          <a:bodyPr rtlCol="0" anchor="b"/>
          <a:lstStyle>
            <a:lvl1pPr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texto 11">
            <a:extLst>
              <a:ext uri="{FF2B5EF4-FFF2-40B4-BE49-F238E27FC236}">
                <a16:creationId xmlns:a16="http://schemas.microsoft.com/office/drawing/2014/main" id="{41FB44AB-9520-4C96-A83D-2FABD15CBE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940" y="2329867"/>
            <a:ext cx="3044154" cy="3156533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lang="es-ES" sz="1500" cap="none" spc="38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6B1A04-4BA1-4FCF-B19E-6A052911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D33EA-800C-403C-867B-B4178A7C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0285C91D-2914-4BB9-A857-7DFA168C76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87521" y="1"/>
            <a:ext cx="2698539" cy="325810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pc="300" baseline="0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6896BB5-7888-43CA-A76C-BF7DE06DF2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7521" y="3599896"/>
            <a:ext cx="2698539" cy="325810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pc="300" baseline="0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C8D158-80CE-4259-AE40-6EC8A072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90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EC8E4-E66E-43DD-B7F9-77510035A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8200" y="2921000"/>
            <a:ext cx="3562350" cy="527050"/>
          </a:xfrm>
          <a:prstGeom prst="rect">
            <a:avLst/>
          </a:prstGeom>
        </p:spPr>
        <p:txBody>
          <a:bodyPr rtlCol="0" anchor="b"/>
          <a:lstStyle>
            <a:lvl1pPr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3DA549A2-F99E-46CF-BFF2-0F2D5834E1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8650" y="492125"/>
            <a:ext cx="3086100" cy="53721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s-ES" spc="300" baseline="0"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8E76B184-0041-41D4-948C-64DE4AB097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48200" y="3429001"/>
            <a:ext cx="3562350" cy="2129971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1050" cap="none" spc="38" baseline="0"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9B09CA-52A5-4AB5-AF1F-8A219418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F5B9A3-008F-4631-AAAD-66E8363F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547ADF-979E-4B05-BD10-4C2F2796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936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ivos princip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2">
            <a:extLst>
              <a:ext uri="{FF2B5EF4-FFF2-40B4-BE49-F238E27FC236}">
                <a16:creationId xmlns:a16="http://schemas.microsoft.com/office/drawing/2014/main" id="{38C8EB8A-A968-4E47-AE69-9A01E7717E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8802" y="598401"/>
            <a:ext cx="7233792" cy="566119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pc="300" baseline="0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A198BF-0DCC-40E9-B9E5-892F3CCF5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7484" y="3443968"/>
            <a:ext cx="4516516" cy="882499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tIns="457200" rtlCol="0" anchor="ctr" anchorCtr="0"/>
          <a:lstStyle>
            <a:lvl1pPr>
              <a:defRPr lang="es-ES" sz="2400" cap="all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texto 11">
            <a:extLst>
              <a:ext uri="{FF2B5EF4-FFF2-40B4-BE49-F238E27FC236}">
                <a16:creationId xmlns:a16="http://schemas.microsoft.com/office/drawing/2014/main" id="{FAD04F8B-0B18-4B5F-B3A8-8EEDC439F5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7485" y="4326467"/>
            <a:ext cx="4516516" cy="830414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bIns="365760" rtlCol="0" anchor="ctr"/>
          <a:lstStyle>
            <a:lvl1pPr marL="0" indent="0" algn="l">
              <a:buNone/>
              <a:defRPr lang="es-ES" sz="1500" i="0" cap="none" spc="1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159307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ndimiento trimes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EE33C-7BB8-4644-AC43-EAFCF071A5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248" y="498929"/>
            <a:ext cx="7479506" cy="567873"/>
          </a:xfrm>
          <a:prstGeom prst="rect">
            <a:avLst/>
          </a:prstGeom>
        </p:spPr>
        <p:txBody>
          <a:bodyPr rtlCol="0"/>
          <a:lstStyle>
            <a:lvl1pPr algn="ctr"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36A6D30-3C9B-4105-8529-1FC3C479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F6CE03B-D3BE-49C6-B2A4-0E17803F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DEB961D-2B84-4E52-A71A-1C55CFFD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727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Áreas de crecimi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AA794-F088-4753-95A0-021064EE6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494167"/>
            <a:ext cx="7886700" cy="567873"/>
          </a:xfrm>
          <a:prstGeom prst="rect">
            <a:avLst/>
          </a:prstGeom>
        </p:spPr>
        <p:txBody>
          <a:bodyPr rtlCol="0"/>
          <a:lstStyle>
            <a:lvl1pPr algn="ctr"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7C3E83D-2F76-4F03-9EF6-81DED406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D99F77-FE1A-4CD5-8B1C-50D8981A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4CA1C4-7C3D-4FAE-B5FC-D235F6D9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948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C8E96375-73CE-4ED7-90B6-293AB27ED0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pc="300" baseline="0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4E8AED7C-EFC3-4427-AD37-E7AA4AF0C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181911"/>
            <a:ext cx="9144000" cy="3352227"/>
          </a:xfrm>
          <a:custGeom>
            <a:avLst/>
            <a:gdLst>
              <a:gd name="connsiteX0" fmla="*/ 11721830 w 12192000"/>
              <a:gd name="connsiteY0" fmla="*/ 0 h 3352227"/>
              <a:gd name="connsiteX1" fmla="*/ 12192000 w 12192000"/>
              <a:gd name="connsiteY1" fmla="*/ 0 h 3352227"/>
              <a:gd name="connsiteX2" fmla="*/ 12192000 w 12192000"/>
              <a:gd name="connsiteY2" fmla="*/ 3352227 h 3352227"/>
              <a:gd name="connsiteX3" fmla="*/ 11721830 w 12192000"/>
              <a:gd name="connsiteY3" fmla="*/ 3352227 h 3352227"/>
              <a:gd name="connsiteX4" fmla="*/ 0 w 12192000"/>
              <a:gd name="connsiteY4" fmla="*/ 0 h 3352227"/>
              <a:gd name="connsiteX5" fmla="*/ 5525311 w 12192000"/>
              <a:gd name="connsiteY5" fmla="*/ 0 h 3352227"/>
              <a:gd name="connsiteX6" fmla="*/ 5525311 w 12192000"/>
              <a:gd name="connsiteY6" fmla="*/ 3352227 h 3352227"/>
              <a:gd name="connsiteX7" fmla="*/ 0 w 12192000"/>
              <a:gd name="connsiteY7" fmla="*/ 3352227 h 335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352227">
                <a:moveTo>
                  <a:pt x="11721830" y="0"/>
                </a:moveTo>
                <a:lnTo>
                  <a:pt x="12192000" y="0"/>
                </a:lnTo>
                <a:lnTo>
                  <a:pt x="12192000" y="3352227"/>
                </a:lnTo>
                <a:lnTo>
                  <a:pt x="11721830" y="3352227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3352227"/>
                </a:lnTo>
                <a:lnTo>
                  <a:pt x="0" y="335222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rIns="7315200" rtlCol="0" anchor="b"/>
          <a:lstStyle>
            <a:lvl1pPr>
              <a:defRPr lang="es-ES" sz="2400" cap="all" spc="150" baseline="0" dirty="0"/>
            </a:lvl1pPr>
          </a:lstStyle>
          <a:p>
            <a:pPr marL="0" lvl="0" rtl="0"/>
            <a:r>
              <a:rPr lang="es-ES"/>
              <a:t>Haga clic para agregar un título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72FF0B66-A4D6-423A-AC8B-48E8CD7DF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4534138"/>
            <a:ext cx="9144000" cy="1141953"/>
          </a:xfrm>
          <a:custGeom>
            <a:avLst/>
            <a:gdLst>
              <a:gd name="connsiteX0" fmla="*/ 11721830 w 12192000"/>
              <a:gd name="connsiteY0" fmla="*/ 1 h 1141953"/>
              <a:gd name="connsiteX1" fmla="*/ 12192000 w 12192000"/>
              <a:gd name="connsiteY1" fmla="*/ 1 h 1141953"/>
              <a:gd name="connsiteX2" fmla="*/ 12192000 w 12192000"/>
              <a:gd name="connsiteY2" fmla="*/ 1141953 h 1141953"/>
              <a:gd name="connsiteX3" fmla="*/ 11721830 w 12192000"/>
              <a:gd name="connsiteY3" fmla="*/ 1141953 h 1141953"/>
              <a:gd name="connsiteX4" fmla="*/ 0 w 12192000"/>
              <a:gd name="connsiteY4" fmla="*/ 0 h 1141953"/>
              <a:gd name="connsiteX5" fmla="*/ 5525311 w 12192000"/>
              <a:gd name="connsiteY5" fmla="*/ 0 h 1141953"/>
              <a:gd name="connsiteX6" fmla="*/ 5525311 w 12192000"/>
              <a:gd name="connsiteY6" fmla="*/ 1141952 h 1141953"/>
              <a:gd name="connsiteX7" fmla="*/ 0 w 12192000"/>
              <a:gd name="connsiteY7" fmla="*/ 1141952 h 114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41953">
                <a:moveTo>
                  <a:pt x="11721830" y="1"/>
                </a:moveTo>
                <a:lnTo>
                  <a:pt x="12192000" y="1"/>
                </a:lnTo>
                <a:lnTo>
                  <a:pt x="12192000" y="1141953"/>
                </a:lnTo>
                <a:lnTo>
                  <a:pt x="11721830" y="1141953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1141952"/>
                </a:lnTo>
                <a:lnTo>
                  <a:pt x="0" y="114195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tIns="137160" rIns="6400800" rtlCol="0" anchor="t"/>
          <a:lstStyle>
            <a:lvl1pPr marL="0" indent="0">
              <a:buNone/>
              <a:defRPr lang="es-ES" sz="1500" b="0" i="0" spc="150" baseline="0" dirty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marL="171450" lvl="0" indent="-171450" rtl="0"/>
            <a:r>
              <a:rPr lang="es-ES"/>
              <a:t>Haga clic para agregar un nombre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C52883E-0EA3-4DCA-BB78-AD84BBE5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1860F9-7B15-486D-B68B-1D5E02F6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0B89DE-8ADC-4391-8EAF-C713EA69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F91729D4-A164-47A3-830D-E792BCE699E4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80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1"/>
            <a:ext cx="9144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93D2BF-453A-45BE-9E29-EC3F8D9F5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9884" y="1487528"/>
            <a:ext cx="1936166" cy="1325563"/>
          </a:xfrm>
          <a:prstGeom prst="rect">
            <a:avLst/>
          </a:prstGeom>
        </p:spPr>
        <p:txBody>
          <a:bodyPr rtlCol="0" anchor="b"/>
          <a:lstStyle>
            <a:lvl1pPr algn="ctr"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1" name="Marcador de posición de imagen 9">
            <a:extLst>
              <a:ext uri="{FF2B5EF4-FFF2-40B4-BE49-F238E27FC236}">
                <a16:creationId xmlns:a16="http://schemas.microsoft.com/office/drawing/2014/main" id="{C47B8159-559E-42C4-AA5B-7642DE42745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595223" y="677420"/>
            <a:ext cx="1768239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52" name="Marcador de texto 17">
            <a:extLst>
              <a:ext uri="{FF2B5EF4-FFF2-40B4-BE49-F238E27FC236}">
                <a16:creationId xmlns:a16="http://schemas.microsoft.com/office/drawing/2014/main" id="{9E9FA76D-767D-4F48-9238-F384F4D41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95221" y="2299843"/>
            <a:ext cx="1768239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20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53" name="Marcador de texto 17">
            <a:extLst>
              <a:ext uri="{FF2B5EF4-FFF2-40B4-BE49-F238E27FC236}">
                <a16:creationId xmlns:a16="http://schemas.microsoft.com/office/drawing/2014/main" id="{40F2B787-B1D2-493C-ABA2-D6E69C4800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95221" y="2774991"/>
            <a:ext cx="1768239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z="900" b="0" i="0" cap="none" spc="150" baseline="0"/>
            </a:lvl1pPr>
          </a:lstStyle>
          <a:p>
            <a:pPr lvl="0" rtl="0"/>
            <a:r>
              <a:rPr lang="es-ES"/>
              <a:t>Haga clic en el título</a:t>
            </a:r>
          </a:p>
        </p:txBody>
      </p:sp>
      <p:sp>
        <p:nvSpPr>
          <p:cNvPr id="54" name="Marcador de posición de imagen 9">
            <a:extLst>
              <a:ext uri="{FF2B5EF4-FFF2-40B4-BE49-F238E27FC236}">
                <a16:creationId xmlns:a16="http://schemas.microsoft.com/office/drawing/2014/main" id="{7FCC4980-412C-49F7-BF30-8693DD9EAC0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573831" y="677420"/>
            <a:ext cx="1768239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55" name="Marcador de texto 17">
            <a:extLst>
              <a:ext uri="{FF2B5EF4-FFF2-40B4-BE49-F238E27FC236}">
                <a16:creationId xmlns:a16="http://schemas.microsoft.com/office/drawing/2014/main" id="{B9BD60DD-95CB-47D1-9C2F-5ACD388206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73829" y="2299843"/>
            <a:ext cx="1768239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20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56" name="Marcador de texto 17">
            <a:extLst>
              <a:ext uri="{FF2B5EF4-FFF2-40B4-BE49-F238E27FC236}">
                <a16:creationId xmlns:a16="http://schemas.microsoft.com/office/drawing/2014/main" id="{19FF93B2-766D-4558-94BE-49F215C0FF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73829" y="2774991"/>
            <a:ext cx="1768239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z="900" b="0" i="0" cap="none" spc="150" baseline="0"/>
            </a:lvl1pPr>
          </a:lstStyle>
          <a:p>
            <a:pPr lvl="0" rtl="0"/>
            <a:r>
              <a:rPr lang="es-ES"/>
              <a:t>Haga clic en el título</a:t>
            </a:r>
          </a:p>
        </p:txBody>
      </p:sp>
      <p:sp>
        <p:nvSpPr>
          <p:cNvPr id="57" name="Marcador de posición de imagen 9">
            <a:extLst>
              <a:ext uri="{FF2B5EF4-FFF2-40B4-BE49-F238E27FC236}">
                <a16:creationId xmlns:a16="http://schemas.microsoft.com/office/drawing/2014/main" id="{F16F9FCC-4EE2-4D18-8257-694E9C80F54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595223" y="3250139"/>
            <a:ext cx="1768239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58" name="Marcador de texto 17">
            <a:extLst>
              <a:ext uri="{FF2B5EF4-FFF2-40B4-BE49-F238E27FC236}">
                <a16:creationId xmlns:a16="http://schemas.microsoft.com/office/drawing/2014/main" id="{F434B9BC-2EC7-4433-BAA8-039EB5BED5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95221" y="4872562"/>
            <a:ext cx="1768239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20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59" name="Marcador de texto 17">
            <a:extLst>
              <a:ext uri="{FF2B5EF4-FFF2-40B4-BE49-F238E27FC236}">
                <a16:creationId xmlns:a16="http://schemas.microsoft.com/office/drawing/2014/main" id="{6F08FB05-53FB-4C19-A35C-592C4DFDFF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95221" y="5347710"/>
            <a:ext cx="1768239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900" b="0" i="0" cap="none" spc="150" baseline="0"/>
            </a:lvl1pPr>
          </a:lstStyle>
          <a:p>
            <a:pPr lvl="0" rtl="0"/>
            <a:r>
              <a:rPr lang="es-ES"/>
              <a:t>Haga clic en el título</a:t>
            </a:r>
          </a:p>
        </p:txBody>
      </p:sp>
      <p:sp>
        <p:nvSpPr>
          <p:cNvPr id="60" name="Marcador de posición de imagen 9">
            <a:extLst>
              <a:ext uri="{FF2B5EF4-FFF2-40B4-BE49-F238E27FC236}">
                <a16:creationId xmlns:a16="http://schemas.microsoft.com/office/drawing/2014/main" id="{9589D7D2-07DF-415C-A139-E911869A1BC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573831" y="3250139"/>
            <a:ext cx="1768239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61" name="Marcador de texto 17">
            <a:extLst>
              <a:ext uri="{FF2B5EF4-FFF2-40B4-BE49-F238E27FC236}">
                <a16:creationId xmlns:a16="http://schemas.microsoft.com/office/drawing/2014/main" id="{E622F2E3-2C07-4ABC-A803-40361BBB73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3829" y="4872562"/>
            <a:ext cx="1768239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20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62" name="Marcador de texto 17">
            <a:extLst>
              <a:ext uri="{FF2B5EF4-FFF2-40B4-BE49-F238E27FC236}">
                <a16:creationId xmlns:a16="http://schemas.microsoft.com/office/drawing/2014/main" id="{B505FD93-2404-46B6-9EE0-9CABFC5233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73829" y="5347710"/>
            <a:ext cx="1768239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z="900" b="0" i="0" cap="none" spc="150" baseline="0"/>
            </a:lvl1pPr>
          </a:lstStyle>
          <a:p>
            <a:pPr lvl="0" rtl="0"/>
            <a:r>
              <a:rPr lang="es-ES"/>
              <a:t>Haga clic en el título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075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1"/>
            <a:ext cx="9144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0116A5-69B8-43BF-B141-AC2A4B6CE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163" y="1207697"/>
            <a:ext cx="2227617" cy="1622912"/>
          </a:xfrm>
          <a:prstGeom prst="rect">
            <a:avLst/>
          </a:prstGeom>
        </p:spPr>
        <p:txBody>
          <a:bodyPr rtlCol="0" anchor="b"/>
          <a:lstStyle>
            <a:lvl1pPr algn="ctr"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6D283EBF-8FBA-4A7A-9DCE-23E0BF7F6A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35415" y="1153717"/>
            <a:ext cx="1059038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48D76D02-A6E3-446F-B85B-CAD9ED06415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88800" y="2299843"/>
            <a:ext cx="1552268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05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90954B1A-CAD7-4645-A1B3-1A5EFD54C9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88800" y="2774992"/>
            <a:ext cx="1552268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es-ES" sz="825" b="0" i="0" cap="none" spc="150" baseline="0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28" name="Marcador de posición de imagen 9">
            <a:extLst>
              <a:ext uri="{FF2B5EF4-FFF2-40B4-BE49-F238E27FC236}">
                <a16:creationId xmlns:a16="http://schemas.microsoft.com/office/drawing/2014/main" id="{D517EAC0-89E0-4247-B048-92F65C868A7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4418944" y="1153717"/>
            <a:ext cx="1059038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7F5710E0-5399-4C8A-9D92-390195CB6F2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2329" y="2299843"/>
            <a:ext cx="1552268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05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019883F1-27DD-46A1-AD71-3AE1425600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72329" y="2774992"/>
            <a:ext cx="1552268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es-ES" sz="825" b="0" i="0" cap="none" spc="150" baseline="0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29" name="Marcador de posición de imagen 9">
            <a:extLst>
              <a:ext uri="{FF2B5EF4-FFF2-40B4-BE49-F238E27FC236}">
                <a16:creationId xmlns:a16="http://schemas.microsoft.com/office/drawing/2014/main" id="{7847BEB8-AC95-445E-AFB4-34B7658BB99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02473" y="1153717"/>
            <a:ext cx="1059037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82B5CAB5-1932-4DC0-BBBD-8ABA7C5D5D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55857" y="2299843"/>
            <a:ext cx="1552268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05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E248F87C-2911-41CB-A4BD-6ECD4E13B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55857" y="2774992"/>
            <a:ext cx="1552268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es-ES" sz="825" b="0" i="0" cap="none" spc="150" baseline="0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7" name="Marcador de posición de imagen 9">
            <a:extLst>
              <a:ext uri="{FF2B5EF4-FFF2-40B4-BE49-F238E27FC236}">
                <a16:creationId xmlns:a16="http://schemas.microsoft.com/office/drawing/2014/main" id="{7B6B3681-1E21-44DA-AADA-F5E638A8742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586001" y="1153717"/>
            <a:ext cx="1059037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2D88AD4B-15C6-42C2-B9A5-BD645DA67D7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39384" y="2299843"/>
            <a:ext cx="1552268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05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D79E337C-DD94-4BC6-9F28-69AC04CD2B3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39384" y="2774992"/>
            <a:ext cx="1552268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es-ES" sz="825" b="0" i="0" cap="none" spc="150" baseline="0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0" name="Marcador de posición de imagen 9">
            <a:extLst>
              <a:ext uri="{FF2B5EF4-FFF2-40B4-BE49-F238E27FC236}">
                <a16:creationId xmlns:a16="http://schemas.microsoft.com/office/drawing/2014/main" id="{B50A84FF-F66B-4AB8-837C-E3025F19E9C0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835415" y="3614936"/>
            <a:ext cx="1059038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540D9937-87C5-40B3-86E6-F1CBFCA40C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88800" y="4767398"/>
            <a:ext cx="1552268" cy="47640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05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C81570DE-3568-4F16-9DF8-269B29DDE6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88800" y="5242840"/>
            <a:ext cx="1552268" cy="69719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es-ES" sz="825" b="0" i="0" cap="none" spc="150" baseline="0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1" name="Marcador de posición de imagen 9">
            <a:extLst>
              <a:ext uri="{FF2B5EF4-FFF2-40B4-BE49-F238E27FC236}">
                <a16:creationId xmlns:a16="http://schemas.microsoft.com/office/drawing/2014/main" id="{41C26642-ECFF-4F11-B242-BBBA5D672DA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418944" y="3614936"/>
            <a:ext cx="1059038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5E4E35F3-EC7A-489D-985F-0CA9F0402B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72329" y="4768652"/>
            <a:ext cx="1552268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05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55AFBE6C-8E28-48EC-8798-5E463B8E47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72329" y="5243801"/>
            <a:ext cx="1552268" cy="69536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es-ES" sz="825" b="0" i="0" cap="none" spc="150" baseline="0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2" name="Marcador de posición de imagen 9">
            <a:extLst>
              <a:ext uri="{FF2B5EF4-FFF2-40B4-BE49-F238E27FC236}">
                <a16:creationId xmlns:a16="http://schemas.microsoft.com/office/drawing/2014/main" id="{BCC40003-8966-4A03-9C79-EB95966FFE0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002473" y="3614936"/>
            <a:ext cx="1059037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023FE51B-CC62-42E7-BCF7-123DB0B9244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55857" y="4768652"/>
            <a:ext cx="1552268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05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3CA6C07A-2E37-4897-AF99-5152B241E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755857" y="5243801"/>
            <a:ext cx="1552268" cy="69536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es-ES" sz="825" b="0" i="0" cap="none" spc="150" baseline="0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8" name="Marcador de posición de imagen 9">
            <a:extLst>
              <a:ext uri="{FF2B5EF4-FFF2-40B4-BE49-F238E27FC236}">
                <a16:creationId xmlns:a16="http://schemas.microsoft.com/office/drawing/2014/main" id="{026B0125-C5D1-4397-BA37-9D1FCB7DA71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586001" y="3614936"/>
            <a:ext cx="1059037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A57BE95A-45E1-4F78-9162-0D9005657D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39384" y="4768652"/>
            <a:ext cx="1552268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050" cap="all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EF2F2B86-E2A2-406A-9EED-2FBD6601798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39384" y="5243801"/>
            <a:ext cx="1552268" cy="69536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es-ES" sz="825" b="0" i="0" cap="none" spc="150" baseline="0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772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zamiento del producto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8101351-79F8-4AD7-A22B-E7AFB1C69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1"/>
            <a:ext cx="9144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09A49BC-8099-40DE-8210-5A1CBAA42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498928"/>
            <a:ext cx="7886700" cy="567872"/>
          </a:xfrm>
          <a:prstGeom prst="rect">
            <a:avLst/>
          </a:prstGeom>
        </p:spPr>
        <p:txBody>
          <a:bodyPr rtlCol="0"/>
          <a:lstStyle>
            <a:lvl1pPr algn="ctr"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5B7BBE6-4278-4E33-9044-72A2E0C0E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6423" y="1585733"/>
            <a:ext cx="1548891" cy="3995918"/>
          </a:xfrm>
          <a:prstGeom prst="rect">
            <a:avLst/>
          </a:prstGeom>
          <a:solidFill>
            <a:srgbClr val="3E70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00E549E-0E7C-4599-B51C-97AA7E52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24624" y="1585733"/>
            <a:ext cx="1548891" cy="3995918"/>
          </a:xfrm>
          <a:prstGeom prst="rect">
            <a:avLst/>
          </a:prstGeom>
          <a:solidFill>
            <a:srgbClr val="93A5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F7C507F-AD4D-47B6-88C3-C1D0154FB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7554" y="1585733"/>
            <a:ext cx="1548891" cy="3995918"/>
          </a:xfrm>
          <a:prstGeom prst="rect">
            <a:avLst/>
          </a:prstGeom>
          <a:solidFill>
            <a:srgbClr val="6272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A0266B1-BBD1-44C0-8D4C-4E651D320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70485" y="1585733"/>
            <a:ext cx="1548891" cy="3995918"/>
          </a:xfrm>
          <a:prstGeom prst="rect">
            <a:avLst/>
          </a:prstGeom>
          <a:solidFill>
            <a:srgbClr val="BDA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71BB1CE-E3FA-4E7F-A54B-3FB675098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33289" y="1585733"/>
            <a:ext cx="1548891" cy="3995918"/>
          </a:xfrm>
          <a:prstGeom prst="rect">
            <a:avLst/>
          </a:prstGeom>
          <a:solidFill>
            <a:srgbClr val="6851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5D11F63-A3DB-4EB1-9148-6E8C6678D1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5883" y="2434148"/>
            <a:ext cx="1369973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s-ES" sz="1500" cap="all" normalizeH="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96E63495-7407-4360-95F6-82D0C68813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883" y="3267050"/>
            <a:ext cx="1369973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es-ES" sz="1050" spc="38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2" name="Marcador de texto 22">
            <a:extLst>
              <a:ext uri="{FF2B5EF4-FFF2-40B4-BE49-F238E27FC236}">
                <a16:creationId xmlns:a16="http://schemas.microsoft.com/office/drawing/2014/main" id="{3A879552-0B9C-48EC-8D07-A24DB252D6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14084" y="2443871"/>
            <a:ext cx="1369973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s-ES" sz="15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8337BD60-5C54-4FEC-A9D6-5C29EB9479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14084" y="3276773"/>
            <a:ext cx="1369973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es-ES" sz="1050" spc="38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25F7073D-87C3-473A-9A04-748C3F6826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87014" y="2434148"/>
            <a:ext cx="1369973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s-ES" sz="15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5" name="Marcador de texto 22">
            <a:extLst>
              <a:ext uri="{FF2B5EF4-FFF2-40B4-BE49-F238E27FC236}">
                <a16:creationId xmlns:a16="http://schemas.microsoft.com/office/drawing/2014/main" id="{5CB2BF3B-6E9D-4A28-A938-C9CC9E4964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87014" y="3267050"/>
            <a:ext cx="1369973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es-ES" sz="1050" spc="38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94E179CD-2F9C-44FA-813E-253ACC4A97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59945" y="2443871"/>
            <a:ext cx="1369973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s-ES" sz="15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34D58360-D7DD-4F33-A29E-5F4835C2DC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59945" y="3276773"/>
            <a:ext cx="1369973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es-ES" sz="1050" spc="38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8" name="Marcador de texto 22">
            <a:extLst>
              <a:ext uri="{FF2B5EF4-FFF2-40B4-BE49-F238E27FC236}">
                <a16:creationId xmlns:a16="http://schemas.microsoft.com/office/drawing/2014/main" id="{AA5A81E7-83B9-4A30-9A57-98FFF27160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22749" y="2434148"/>
            <a:ext cx="1369973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s-ES" sz="15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9" name="Marcador de texto 22">
            <a:extLst>
              <a:ext uri="{FF2B5EF4-FFF2-40B4-BE49-F238E27FC236}">
                <a16:creationId xmlns:a16="http://schemas.microsoft.com/office/drawing/2014/main" id="{C45C6D3E-88B9-42D5-9A94-6D2B9CA3CD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22749" y="3267050"/>
            <a:ext cx="1369973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es-ES" sz="1050" spc="38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43D60E-3024-42AA-9CF9-A44192AE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82FBC6-68D1-4570-A549-C4A925FB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E1DC1F-6117-4AB4-9BF1-878D4F82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453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78B9A4D3-8D91-4865-B422-5F60885A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94656" y="3684898"/>
            <a:ext cx="675469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90ECDAF5-DEB9-4A0C-9165-6ED23184A3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498929"/>
            <a:ext cx="7886700" cy="565435"/>
          </a:xfrm>
          <a:prstGeom prst="rect">
            <a:avLst/>
          </a:prstGeom>
        </p:spPr>
        <p:txBody>
          <a:bodyPr rtlCol="0"/>
          <a:lstStyle>
            <a:lvl1pPr algn="ctr"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FEA1AD-EC70-422F-BADD-FCA14BF9D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1562" y="3520775"/>
            <a:ext cx="246185" cy="3282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C84996E-63EA-4C88-816A-3AE158BB5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60235" y="3520775"/>
            <a:ext cx="246185" cy="3282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A09893-F9A1-4FA2-A462-C1C443EC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8908" y="3520775"/>
            <a:ext cx="246185" cy="32824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29FBC17-744B-4367-90B4-20C9CDBD1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7581" y="3520775"/>
            <a:ext cx="246185" cy="32824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9FD6CCE-53EA-424C-A29B-35A77F7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26253" y="3520775"/>
            <a:ext cx="246185" cy="32824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1ADC218-9303-4431-8BD2-4D5F9C19A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4655" y="296438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F724929-97F8-4988-BD69-D86CAA695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1" y="2964383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F80FEF08-1FB7-46B4-AB6B-D672A96A7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49345" y="2964383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8BA510CE-108D-434A-9BE7-BE6712175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8879" y="1627860"/>
            <a:ext cx="1688673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350" cap="all" baseline="0">
                <a:solidFill>
                  <a:schemeClr val="tx2"/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28" name="Marcador de texto 22">
            <a:extLst>
              <a:ext uri="{FF2B5EF4-FFF2-40B4-BE49-F238E27FC236}">
                <a16:creationId xmlns:a16="http://schemas.microsoft.com/office/drawing/2014/main" id="{00414708-82D0-44BF-8CBD-2D165A3856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8879" y="2135347"/>
            <a:ext cx="1688673" cy="81240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38" baseline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272F07D4-1C66-4FA2-8361-FC6267F177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27662" y="1637385"/>
            <a:ext cx="1688673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350" cap="all" baseline="0">
                <a:solidFill>
                  <a:schemeClr val="accent5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0" name="Marcador de texto 22">
            <a:extLst>
              <a:ext uri="{FF2B5EF4-FFF2-40B4-BE49-F238E27FC236}">
                <a16:creationId xmlns:a16="http://schemas.microsoft.com/office/drawing/2014/main" id="{432C0CF3-19F3-4C10-9EEC-BA5E5F3FD2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27662" y="2144872"/>
            <a:ext cx="1688673" cy="81240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38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1" name="Marcador de texto 22">
            <a:extLst>
              <a:ext uri="{FF2B5EF4-FFF2-40B4-BE49-F238E27FC236}">
                <a16:creationId xmlns:a16="http://schemas.microsoft.com/office/drawing/2014/main" id="{4A3A0AFC-7EB9-4059-8C59-C42379BA92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05005" y="1637385"/>
            <a:ext cx="1688673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350" cap="all" baseline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2" name="Marcador de texto 22">
            <a:extLst>
              <a:ext uri="{FF2B5EF4-FFF2-40B4-BE49-F238E27FC236}">
                <a16:creationId xmlns:a16="http://schemas.microsoft.com/office/drawing/2014/main" id="{417F27A8-21AF-48E6-8A67-65C9920A30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5005" y="2144872"/>
            <a:ext cx="1688673" cy="81240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38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F26C8D2A-15B8-4AB1-83F7-74DB0A35CC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37552" y="4400252"/>
            <a:ext cx="1688672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350" cap="all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07311D06-DEA1-4811-AC58-E3B935DC5A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37552" y="4917264"/>
            <a:ext cx="1688672" cy="79556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38" baseline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5" name="Marcador de texto 22">
            <a:extLst>
              <a:ext uri="{FF2B5EF4-FFF2-40B4-BE49-F238E27FC236}">
                <a16:creationId xmlns:a16="http://schemas.microsoft.com/office/drawing/2014/main" id="{23AC1CF6-E394-4A35-A634-F187E005A4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16338" y="4400252"/>
            <a:ext cx="1688672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es-ES" sz="1350" cap="all" baseline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9F72BEB0-9B11-4205-B9FC-10E5201C8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16338" y="4917264"/>
            <a:ext cx="1688672" cy="79556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38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/>
              <a:t>Agregar texto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0E574CD7-C8A6-4F56-81B4-F72FB22E0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883536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50FC7994-2504-4FF9-81F5-24405FEF0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60674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4F63B8-F105-4AC4-889E-C12790C8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3AAE30-8A46-485A-BD2B-6ADB1856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159F9D-CDA1-4B51-B521-C243219B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7837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de la colum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648F598-64F2-429E-B3E0-FC31DC90A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649957"/>
            <a:ext cx="7886700" cy="726137"/>
          </a:xfrm>
          <a:prstGeom prst="rect">
            <a:avLst/>
          </a:prstGeom>
        </p:spPr>
        <p:txBody>
          <a:bodyPr rtlCol="0" anchor="ctr"/>
          <a:lstStyle>
            <a:lvl1pPr algn="r"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B9DAAC-E781-43E6-913C-893B8D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1"/>
            <a:ext cx="9144001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1C78864A-44CD-4C12-B023-C16330014B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8319" y="2063839"/>
            <a:ext cx="3470073" cy="42236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buNone/>
              <a:defRPr lang="es-ES" sz="1500" b="0" i="0" spc="15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es-ES"/>
              <a:t>Haga clic para agregar un subtítulo aquí 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6D9CE0F4-78C6-4BD6-9C58-FDFC16FF09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8164" y="2486204"/>
            <a:ext cx="3469720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Segoe UI Light" panose="020B0502040204020203" pitchFamily="34" charset="0"/>
              <a:buNone/>
              <a:defRPr lang="es-ES" sz="1050" spc="38" baseline="0"/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B499BD94-B24B-4B23-9B87-81DF413EA4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3782" y="2063838"/>
            <a:ext cx="3470072" cy="42236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buNone/>
              <a:defRPr lang="es-ES" sz="1500" b="0" i="0" spc="15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es-ES"/>
              <a:t>Haga clic para agregar un subtítulo aquí 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6BC5A941-8EB4-4D4B-9671-6B8FA6447A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4141" y="2486203"/>
            <a:ext cx="3469720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Segoe UI Light" panose="020B0502040204020203" pitchFamily="34" charset="0"/>
              <a:buNone/>
              <a:defRPr lang="es-ES" sz="1050" spc="38" baseline="0"/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4E3392-5868-4F6C-BFCC-ECCB66A3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D975EE-261C-47D3-A9E5-7401C706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27BB3A-38A2-4A8E-88C2-55FAE758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9179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de la 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B3E9C-104B-4460-A48D-0C2C5329B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640432"/>
            <a:ext cx="7886700" cy="726137"/>
          </a:xfrm>
          <a:prstGeom prst="rect">
            <a:avLst/>
          </a:prstGeom>
        </p:spPr>
        <p:txBody>
          <a:bodyPr rtlCol="0" anchor="ctr"/>
          <a:lstStyle>
            <a:lvl1pPr algn="r"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6DDC2F-7D33-44CF-9D9F-B342720BB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1"/>
            <a:ext cx="9144000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12" name="Marcador de texto 14">
            <a:extLst>
              <a:ext uri="{FF2B5EF4-FFF2-40B4-BE49-F238E27FC236}">
                <a16:creationId xmlns:a16="http://schemas.microsoft.com/office/drawing/2014/main" id="{9A8189FC-92D4-447F-BE75-86F13BA33B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2355" y="2063839"/>
            <a:ext cx="2636778" cy="422365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buNone/>
              <a:defRPr lang="es-ES" sz="1500" b="0" i="0" spc="15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es-ES"/>
              <a:t>Haga clic para agregar un subtítulo aquí 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4FDAEC9F-05AF-4D5D-AD2C-537FF767ED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2199" y="2523934"/>
            <a:ext cx="2636510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Segoe UI Light" panose="020B0502040204020203" pitchFamily="34" charset="0"/>
              <a:buNone/>
              <a:defRPr lang="es-ES" sz="1050" spc="38" baseline="0"/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2492CECA-D20C-47AF-A75A-44DFDE74D8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47343" y="2063839"/>
            <a:ext cx="2636778" cy="422365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buNone/>
              <a:defRPr lang="es-ES" sz="1500" b="0" i="0" spc="15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es-ES"/>
              <a:t>Haga clic para agregar un subtítulo aquí 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EEF915A4-555A-4718-876D-625A85FAB0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7186" y="2523934"/>
            <a:ext cx="2636510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Segoe UI Light" panose="020B0502040204020203" pitchFamily="34" charset="0"/>
              <a:buNone/>
              <a:defRPr lang="es-ES" sz="1050" spc="38" baseline="0"/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7458D237-AB82-4392-B182-AAF3694FDB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1906" y="2063839"/>
            <a:ext cx="2636778" cy="422365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buNone/>
              <a:defRPr lang="es-ES" sz="1500" b="0" i="0" spc="15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es-ES"/>
              <a:t>Haga clic para agregar un subtítulo aquí 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AAA9CCE2-427A-46C0-A79B-0D01E8888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1749" y="2523934"/>
            <a:ext cx="2636510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Segoe UI Light" panose="020B0502040204020203" pitchFamily="34" charset="0"/>
              <a:buNone/>
              <a:defRPr lang="es-ES" sz="1050" spc="38" baseline="0"/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5A30FE-146C-418D-B68F-9EBB829D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BCBBE8-05C6-4946-80F5-DE319A6FC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2839E0-080F-4A5D-99FB-FD1917E7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788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C65D0-3E91-45C0-BC6C-CC7BFE58B0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1100" y="3429000"/>
            <a:ext cx="2322990" cy="978408"/>
          </a:xfrm>
          <a:prstGeom prst="rect">
            <a:avLst/>
          </a:prstGeom>
        </p:spPr>
        <p:txBody>
          <a:bodyPr rtlCol="0" anchor="ctr"/>
          <a:lstStyle>
            <a:lvl1pPr algn="l"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09651A5D-2C86-4900-A248-8559E39BDA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20510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pc="300" baseline="0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9" name="Marcador de texto 11">
            <a:extLst>
              <a:ext uri="{FF2B5EF4-FFF2-40B4-BE49-F238E27FC236}">
                <a16:creationId xmlns:a16="http://schemas.microsoft.com/office/drawing/2014/main" id="{D5F84479-AB5A-4587-BAAF-A05E52224B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6775" y="2854660"/>
            <a:ext cx="3562350" cy="2129971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1050" cap="none" spc="38" baseline="0"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7" name="Marcador de posición de imagen 5">
            <a:extLst>
              <a:ext uri="{FF2B5EF4-FFF2-40B4-BE49-F238E27FC236}">
                <a16:creationId xmlns:a16="http://schemas.microsoft.com/office/drawing/2014/main" id="{3D8D3253-3A08-4F2F-B6B3-607BBC6B3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788241"/>
            <a:ext cx="9144000" cy="106976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pc="300" baseline="0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2B75CEA-DDFB-4C62-B83F-6A0B86FA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425E30-50C5-42DD-911D-36C0E732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88C855-986C-4539-81CE-5421C8EB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F91729D4-A164-47A3-830D-E792BCE699E4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7239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8F63EB3-EB79-4150-A7A5-F6756627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4928" y="1096375"/>
            <a:ext cx="3034145" cy="1590790"/>
          </a:xfrm>
          <a:prstGeom prst="rect">
            <a:avLst/>
          </a:prstGeom>
        </p:spPr>
        <p:txBody>
          <a:bodyPr rtlCol="0" anchor="b"/>
          <a:lstStyle>
            <a:lvl1pPr>
              <a:defRPr lang="es-ES" sz="2400" cap="all" spc="15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289D0B50-E879-41B9-9B1B-EBB40605D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951274"/>
            <a:ext cx="2057401" cy="474756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pc="300" baseline="0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EB4D3EE7-1F3B-4AAB-A04D-3162C35A1A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0515" y="2910721"/>
            <a:ext cx="3008558" cy="2061261"/>
          </a:xfrm>
          <a:prstGeom prst="rect">
            <a:avLst/>
          </a:prstGeom>
        </p:spPr>
        <p:txBody>
          <a:bodyPr rtlCol="0" anchor="t"/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lang="es-ES" sz="1500" b="0" i="0" spc="15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es-ES"/>
              <a:t>Haga clic para agregar un nombre</a:t>
            </a:r>
          </a:p>
        </p:txBody>
      </p:sp>
      <p:sp>
        <p:nvSpPr>
          <p:cNvPr id="9" name="Marcador de posición de imagen 5">
            <a:extLst>
              <a:ext uri="{FF2B5EF4-FFF2-40B4-BE49-F238E27FC236}">
                <a16:creationId xmlns:a16="http://schemas.microsoft.com/office/drawing/2014/main" id="{2A57A12F-74B8-4CBC-816C-F2AC890D1B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6600" y="951274"/>
            <a:ext cx="2057400" cy="474756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pc="300" baseline="0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19A048-F803-428B-9A66-6DE56F4D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42CDA7-93A6-45DB-9062-E70E51AC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F08F63-561A-455E-8ED8-20CCE58E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4959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FB4E19-B10C-43FA-AB4B-5D0396BD6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750" cap="all" spc="113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5C552B-0CAD-4920-B258-233A9F86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750" cap="all" spc="113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983FFB-15A3-4B11-A130-4565577A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750" cap="all" spc="113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91729D4-A164-47A3-830D-E792BCE699E4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871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63" r:id="rId8"/>
    <p:sldLayoutId id="2147483656" r:id="rId9"/>
    <p:sldLayoutId id="2147483657" r:id="rId10"/>
    <p:sldLayoutId id="2147483664" r:id="rId11"/>
    <p:sldLayoutId id="2147483658" r:id="rId12"/>
    <p:sldLayoutId id="2147483659" r:id="rId13"/>
    <p:sldLayoutId id="2147483660" r:id="rId14"/>
    <p:sldLayoutId id="2147483661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s-ES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s-ES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s-ES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lang="es-ES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CA5D061-CF5E-4BE3-A906-BE447FD90D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480"/>
          <a:stretch/>
        </p:blipFill>
        <p:spPr>
          <a:xfrm>
            <a:off x="6107906" y="1568052"/>
            <a:ext cx="3036093" cy="372189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106CDEB7-77E8-4351-9B76-07896E731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2056" y="857250"/>
            <a:ext cx="2171700" cy="51435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048ACA-4373-4083-8115-AC3455CD7665}"/>
              </a:ext>
            </a:extLst>
          </p:cNvPr>
          <p:cNvSpPr/>
          <p:nvPr/>
        </p:nvSpPr>
        <p:spPr>
          <a:xfrm>
            <a:off x="666878" y="799056"/>
            <a:ext cx="3958886" cy="293114"/>
          </a:xfrm>
          <a:prstGeom prst="rect">
            <a:avLst/>
          </a:prstGeom>
          <a:solidFill>
            <a:srgbClr val="042E40"/>
          </a:solidFill>
          <a:ln>
            <a:solidFill>
              <a:srgbClr val="042E4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FAD3F6F2-608E-4B8E-A7DD-C6D7A8668271}"/>
              </a:ext>
            </a:extLst>
          </p:cNvPr>
          <p:cNvGrpSpPr/>
          <p:nvPr/>
        </p:nvGrpSpPr>
        <p:grpSpPr>
          <a:xfrm>
            <a:off x="378489" y="1277805"/>
            <a:ext cx="4499134" cy="944642"/>
            <a:chOff x="408717" y="1141778"/>
            <a:chExt cx="4499134" cy="944642"/>
          </a:xfrm>
          <a:solidFill>
            <a:srgbClr val="042E40"/>
          </a:solidFill>
        </p:grpSpPr>
        <p:grpSp>
          <p:nvGrpSpPr>
            <p:cNvPr id="17" name="Gráfico 12">
              <a:extLst>
                <a:ext uri="{FF2B5EF4-FFF2-40B4-BE49-F238E27FC236}">
                  <a16:creationId xmlns:a16="http://schemas.microsoft.com/office/drawing/2014/main" id="{980D0629-0A00-40A1-9F3D-76BEF591B706}"/>
                </a:ext>
              </a:extLst>
            </p:cNvPr>
            <p:cNvGrpSpPr/>
            <p:nvPr/>
          </p:nvGrpSpPr>
          <p:grpSpPr>
            <a:xfrm>
              <a:off x="834096" y="1141778"/>
              <a:ext cx="4073755" cy="944642"/>
              <a:chOff x="834126" y="1552855"/>
              <a:chExt cx="4073755" cy="944642"/>
            </a:xfrm>
            <a:grpFill/>
          </p:grpSpPr>
          <p:sp>
            <p:nvSpPr>
              <p:cNvPr id="18" name="Gráfico 12">
                <a:extLst>
                  <a:ext uri="{FF2B5EF4-FFF2-40B4-BE49-F238E27FC236}">
                    <a16:creationId xmlns:a16="http://schemas.microsoft.com/office/drawing/2014/main" id="{3C4CBC30-DAC0-4B4C-8891-9179FF01745E}"/>
                  </a:ext>
                </a:extLst>
              </p:cNvPr>
              <p:cNvSpPr/>
              <p:nvPr/>
            </p:nvSpPr>
            <p:spPr>
              <a:xfrm>
                <a:off x="834126" y="1552855"/>
                <a:ext cx="776479" cy="744164"/>
              </a:xfrm>
              <a:custGeom>
                <a:avLst/>
                <a:gdLst>
                  <a:gd name="connsiteX0" fmla="*/ 306964 w 776479"/>
                  <a:gd name="connsiteY0" fmla="*/ 176867 h 744164"/>
                  <a:gd name="connsiteX1" fmla="*/ 74232 w 776479"/>
                  <a:gd name="connsiteY1" fmla="*/ 672346 h 744164"/>
                  <a:gd name="connsiteX2" fmla="*/ 52 w 776479"/>
                  <a:gd name="connsiteY2" fmla="*/ 732976 h 744164"/>
                  <a:gd name="connsiteX3" fmla="*/ 10378 w 776479"/>
                  <a:gd name="connsiteY3" fmla="*/ 744274 h 744164"/>
                  <a:gd name="connsiteX4" fmla="*/ 91728 w 776479"/>
                  <a:gd name="connsiteY4" fmla="*/ 740178 h 744164"/>
                  <a:gd name="connsiteX5" fmla="*/ 189538 w 776479"/>
                  <a:gd name="connsiteY5" fmla="*/ 744274 h 744164"/>
                  <a:gd name="connsiteX6" fmla="*/ 206043 w 776479"/>
                  <a:gd name="connsiteY6" fmla="*/ 728880 h 744164"/>
                  <a:gd name="connsiteX7" fmla="*/ 132900 w 776479"/>
                  <a:gd name="connsiteY7" fmla="*/ 661049 h 744164"/>
                  <a:gd name="connsiteX8" fmla="*/ 141152 w 776479"/>
                  <a:gd name="connsiteY8" fmla="*/ 623015 h 744164"/>
                  <a:gd name="connsiteX9" fmla="*/ 206043 w 776479"/>
                  <a:gd name="connsiteY9" fmla="*/ 481140 h 744164"/>
                  <a:gd name="connsiteX10" fmla="*/ 248251 w 776479"/>
                  <a:gd name="connsiteY10" fmla="*/ 459580 h 744164"/>
                  <a:gd name="connsiteX11" fmla="*/ 483057 w 776479"/>
                  <a:gd name="connsiteY11" fmla="*/ 459580 h 744164"/>
                  <a:gd name="connsiteX12" fmla="*/ 526303 w 776479"/>
                  <a:gd name="connsiteY12" fmla="*/ 498604 h 744164"/>
                  <a:gd name="connsiteX13" fmla="*/ 559267 w 776479"/>
                  <a:gd name="connsiteY13" fmla="*/ 582910 h 744164"/>
                  <a:gd name="connsiteX14" fmla="*/ 591194 w 776479"/>
                  <a:gd name="connsiteY14" fmla="*/ 680538 h 744164"/>
                  <a:gd name="connsiteX15" fmla="*/ 529369 w 776479"/>
                  <a:gd name="connsiteY15" fmla="*/ 734011 h 744164"/>
                  <a:gd name="connsiteX16" fmla="*/ 552052 w 776479"/>
                  <a:gd name="connsiteY16" fmla="*/ 744274 h 744164"/>
                  <a:gd name="connsiteX17" fmla="*/ 636468 w 776479"/>
                  <a:gd name="connsiteY17" fmla="*/ 740178 h 744164"/>
                  <a:gd name="connsiteX18" fmla="*/ 761109 w 776479"/>
                  <a:gd name="connsiteY18" fmla="*/ 744274 h 744164"/>
                  <a:gd name="connsiteX19" fmla="*/ 776532 w 776479"/>
                  <a:gd name="connsiteY19" fmla="*/ 735047 h 744164"/>
                  <a:gd name="connsiteX20" fmla="*/ 709611 w 776479"/>
                  <a:gd name="connsiteY20" fmla="*/ 707275 h 744164"/>
                  <a:gd name="connsiteX21" fmla="*/ 634439 w 776479"/>
                  <a:gd name="connsiteY21" fmla="*/ 567471 h 744164"/>
                  <a:gd name="connsiteX22" fmla="*/ 428448 w 776479"/>
                  <a:gd name="connsiteY22" fmla="*/ 58668 h 744164"/>
                  <a:gd name="connsiteX23" fmla="*/ 398596 w 776479"/>
                  <a:gd name="connsiteY23" fmla="*/ 109 h 744164"/>
                  <a:gd name="connsiteX24" fmla="*/ 306964 w 776479"/>
                  <a:gd name="connsiteY24" fmla="*/ 176867 h 744164"/>
                  <a:gd name="connsiteX25" fmla="*/ 364640 w 776479"/>
                  <a:gd name="connsiteY25" fmla="*/ 146034 h 744164"/>
                  <a:gd name="connsiteX26" fmla="*/ 372847 w 776479"/>
                  <a:gd name="connsiteY26" fmla="*/ 136807 h 744164"/>
                  <a:gd name="connsiteX27" fmla="*/ 383173 w 776479"/>
                  <a:gd name="connsiteY27" fmla="*/ 151211 h 744164"/>
                  <a:gd name="connsiteX28" fmla="*/ 482020 w 776479"/>
                  <a:gd name="connsiteY28" fmla="*/ 393774 h 744164"/>
                  <a:gd name="connsiteX29" fmla="*/ 485087 w 776479"/>
                  <a:gd name="connsiteY29" fmla="*/ 405072 h 744164"/>
                  <a:gd name="connsiteX30" fmla="*/ 467590 w 776479"/>
                  <a:gd name="connsiteY30" fmla="*/ 414344 h 744164"/>
                  <a:gd name="connsiteX31" fmla="*/ 259570 w 776479"/>
                  <a:gd name="connsiteY31" fmla="*/ 414344 h 744164"/>
                  <a:gd name="connsiteX32" fmla="*/ 245185 w 776479"/>
                  <a:gd name="connsiteY32" fmla="*/ 405072 h 744164"/>
                  <a:gd name="connsiteX33" fmla="*/ 249288 w 776479"/>
                  <a:gd name="connsiteY33" fmla="*/ 393774 h 744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76479" h="744164">
                    <a:moveTo>
                      <a:pt x="306964" y="176867"/>
                    </a:moveTo>
                    <a:lnTo>
                      <a:pt x="74232" y="672346"/>
                    </a:lnTo>
                    <a:cubicBezTo>
                      <a:pt x="47446" y="728880"/>
                      <a:pt x="52" y="711416"/>
                      <a:pt x="52" y="732976"/>
                    </a:cubicBezTo>
                    <a:cubicBezTo>
                      <a:pt x="52" y="740178"/>
                      <a:pt x="4200" y="744274"/>
                      <a:pt x="10378" y="744274"/>
                    </a:cubicBezTo>
                    <a:cubicBezTo>
                      <a:pt x="34053" y="744274"/>
                      <a:pt x="64942" y="740178"/>
                      <a:pt x="91728" y="740178"/>
                    </a:cubicBezTo>
                    <a:cubicBezTo>
                      <a:pt x="124692" y="740178"/>
                      <a:pt x="144263" y="744274"/>
                      <a:pt x="189538" y="744274"/>
                    </a:cubicBezTo>
                    <a:cubicBezTo>
                      <a:pt x="198828" y="744274"/>
                      <a:pt x="206043" y="741213"/>
                      <a:pt x="206043" y="728880"/>
                    </a:cubicBezTo>
                    <a:cubicBezTo>
                      <a:pt x="206043" y="703179"/>
                      <a:pt x="132900" y="731941"/>
                      <a:pt x="132900" y="661049"/>
                    </a:cubicBezTo>
                    <a:cubicBezTo>
                      <a:pt x="132900" y="651776"/>
                      <a:pt x="134974" y="635347"/>
                      <a:pt x="141152" y="623015"/>
                    </a:cubicBezTo>
                    <a:lnTo>
                      <a:pt x="206043" y="481140"/>
                    </a:lnTo>
                    <a:cubicBezTo>
                      <a:pt x="214250" y="463676"/>
                      <a:pt x="229717" y="459580"/>
                      <a:pt x="248251" y="459580"/>
                    </a:cubicBezTo>
                    <a:lnTo>
                      <a:pt x="483057" y="459580"/>
                    </a:lnTo>
                    <a:cubicBezTo>
                      <a:pt x="506732" y="459580"/>
                      <a:pt x="516021" y="472903"/>
                      <a:pt x="526303" y="498604"/>
                    </a:cubicBezTo>
                    <a:lnTo>
                      <a:pt x="559267" y="582910"/>
                    </a:lnTo>
                    <a:cubicBezTo>
                      <a:pt x="577801" y="630171"/>
                      <a:pt x="591194" y="662039"/>
                      <a:pt x="591194" y="680538"/>
                    </a:cubicBezTo>
                    <a:cubicBezTo>
                      <a:pt x="591194" y="719608"/>
                      <a:pt x="529369" y="709345"/>
                      <a:pt x="529369" y="734011"/>
                    </a:cubicBezTo>
                    <a:cubicBezTo>
                      <a:pt x="529369" y="744274"/>
                      <a:pt x="545874" y="744274"/>
                      <a:pt x="552052" y="744274"/>
                    </a:cubicBezTo>
                    <a:cubicBezTo>
                      <a:pt x="579830" y="744274"/>
                      <a:pt x="606616" y="740178"/>
                      <a:pt x="636468" y="740178"/>
                    </a:cubicBezTo>
                    <a:cubicBezTo>
                      <a:pt x="675610" y="740178"/>
                      <a:pt x="721967" y="744274"/>
                      <a:pt x="761109" y="744274"/>
                    </a:cubicBezTo>
                    <a:cubicBezTo>
                      <a:pt x="769316" y="744274"/>
                      <a:pt x="776532" y="744274"/>
                      <a:pt x="776532" y="735047"/>
                    </a:cubicBezTo>
                    <a:cubicBezTo>
                      <a:pt x="776532" y="715512"/>
                      <a:pt x="742575" y="723749"/>
                      <a:pt x="709611" y="707275"/>
                    </a:cubicBezTo>
                    <a:cubicBezTo>
                      <a:pt x="674573" y="689811"/>
                      <a:pt x="649861" y="604515"/>
                      <a:pt x="634439" y="567471"/>
                    </a:cubicBezTo>
                    <a:lnTo>
                      <a:pt x="428448" y="58668"/>
                    </a:lnTo>
                    <a:cubicBezTo>
                      <a:pt x="413026" y="21669"/>
                      <a:pt x="409914" y="109"/>
                      <a:pt x="398596" y="109"/>
                    </a:cubicBezTo>
                    <a:cubicBezTo>
                      <a:pt x="385203" y="109"/>
                      <a:pt x="384165" y="12442"/>
                      <a:pt x="306964" y="176867"/>
                    </a:cubicBezTo>
                    <a:close/>
                    <a:moveTo>
                      <a:pt x="364640" y="146034"/>
                    </a:moveTo>
                    <a:cubicBezTo>
                      <a:pt x="365632" y="142974"/>
                      <a:pt x="369780" y="136807"/>
                      <a:pt x="372847" y="136807"/>
                    </a:cubicBezTo>
                    <a:cubicBezTo>
                      <a:pt x="377988" y="136807"/>
                      <a:pt x="381099" y="145044"/>
                      <a:pt x="383173" y="151211"/>
                    </a:cubicBezTo>
                    <a:lnTo>
                      <a:pt x="482020" y="393774"/>
                    </a:lnTo>
                    <a:cubicBezTo>
                      <a:pt x="483057" y="397870"/>
                      <a:pt x="485087" y="402011"/>
                      <a:pt x="485087" y="405072"/>
                    </a:cubicBezTo>
                    <a:cubicBezTo>
                      <a:pt x="485087" y="411238"/>
                      <a:pt x="479946" y="414344"/>
                      <a:pt x="467590" y="414344"/>
                    </a:cubicBezTo>
                    <a:lnTo>
                      <a:pt x="259570" y="414344"/>
                    </a:lnTo>
                    <a:cubicBezTo>
                      <a:pt x="251363" y="414344"/>
                      <a:pt x="245185" y="411238"/>
                      <a:pt x="245185" y="405072"/>
                    </a:cubicBezTo>
                    <a:cubicBezTo>
                      <a:pt x="245185" y="400976"/>
                      <a:pt x="247214" y="397870"/>
                      <a:pt x="249288" y="393774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19" name="Gráfico 12">
                <a:extLst>
                  <a:ext uri="{FF2B5EF4-FFF2-40B4-BE49-F238E27FC236}">
                    <a16:creationId xmlns:a16="http://schemas.microsoft.com/office/drawing/2014/main" id="{E5A6E113-B54E-4634-9971-19215A1B7B01}"/>
                  </a:ext>
                </a:extLst>
              </p:cNvPr>
              <p:cNvSpPr/>
              <p:nvPr/>
            </p:nvSpPr>
            <p:spPr>
              <a:xfrm>
                <a:off x="1657957" y="1769717"/>
                <a:ext cx="298614" cy="534503"/>
              </a:xfrm>
              <a:custGeom>
                <a:avLst/>
                <a:gdLst>
                  <a:gd name="connsiteX0" fmla="*/ 121 w 298614"/>
                  <a:gd name="connsiteY0" fmla="*/ 130641 h 534503"/>
                  <a:gd name="connsiteX1" fmla="*/ 55722 w 298614"/>
                  <a:gd name="connsiteY1" fmla="*/ 137842 h 534503"/>
                  <a:gd name="connsiteX2" fmla="*/ 55722 w 298614"/>
                  <a:gd name="connsiteY2" fmla="*/ 417450 h 534503"/>
                  <a:gd name="connsiteX3" fmla="*/ 171074 w 298614"/>
                  <a:gd name="connsiteY3" fmla="*/ 534613 h 534503"/>
                  <a:gd name="connsiteX4" fmla="*/ 298736 w 298614"/>
                  <a:gd name="connsiteY4" fmla="*/ 484246 h 534503"/>
                  <a:gd name="connsiteX5" fmla="*/ 290529 w 298614"/>
                  <a:gd name="connsiteY5" fmla="*/ 475019 h 534503"/>
                  <a:gd name="connsiteX6" fmla="*/ 203001 w 298614"/>
                  <a:gd name="connsiteY6" fmla="*/ 498650 h 534503"/>
                  <a:gd name="connsiteX7" fmla="*/ 130895 w 298614"/>
                  <a:gd name="connsiteY7" fmla="*/ 436985 h 534503"/>
                  <a:gd name="connsiteX8" fmla="*/ 130895 w 298614"/>
                  <a:gd name="connsiteY8" fmla="*/ 137842 h 534503"/>
                  <a:gd name="connsiteX9" fmla="*/ 264780 w 298614"/>
                  <a:gd name="connsiteY9" fmla="*/ 137842 h 534503"/>
                  <a:gd name="connsiteX10" fmla="*/ 291566 w 298614"/>
                  <a:gd name="connsiteY10" fmla="*/ 86440 h 534503"/>
                  <a:gd name="connsiteX11" fmla="*/ 284351 w 298614"/>
                  <a:gd name="connsiteY11" fmla="*/ 78248 h 534503"/>
                  <a:gd name="connsiteX12" fmla="*/ 246246 w 298614"/>
                  <a:gd name="connsiteY12" fmla="*/ 95712 h 534503"/>
                  <a:gd name="connsiteX13" fmla="*/ 130895 w 298614"/>
                  <a:gd name="connsiteY13" fmla="*/ 95712 h 534503"/>
                  <a:gd name="connsiteX14" fmla="*/ 118539 w 298614"/>
                  <a:gd name="connsiteY14" fmla="*/ 109 h 534503"/>
                  <a:gd name="connsiteX15" fmla="*/ 68078 w 298614"/>
                  <a:gd name="connsiteY15" fmla="*/ 58713 h 534503"/>
                  <a:gd name="connsiteX16" fmla="*/ 121 w 298614"/>
                  <a:gd name="connsiteY16" fmla="*/ 130641 h 53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8614" h="534503">
                    <a:moveTo>
                      <a:pt x="121" y="130641"/>
                    </a:moveTo>
                    <a:cubicBezTo>
                      <a:pt x="121" y="137842"/>
                      <a:pt x="7336" y="137842"/>
                      <a:pt x="55722" y="137842"/>
                    </a:cubicBezTo>
                    <a:lnTo>
                      <a:pt x="55722" y="417450"/>
                    </a:lnTo>
                    <a:cubicBezTo>
                      <a:pt x="55722" y="494554"/>
                      <a:pt x="93827" y="534613"/>
                      <a:pt x="171074" y="534613"/>
                    </a:cubicBezTo>
                    <a:cubicBezTo>
                      <a:pt x="244172" y="534613"/>
                      <a:pt x="298736" y="499685"/>
                      <a:pt x="298736" y="484246"/>
                    </a:cubicBezTo>
                    <a:cubicBezTo>
                      <a:pt x="298736" y="477044"/>
                      <a:pt x="295670" y="475019"/>
                      <a:pt x="290529" y="475019"/>
                    </a:cubicBezTo>
                    <a:cubicBezTo>
                      <a:pt x="273032" y="475019"/>
                      <a:pt x="257565" y="498650"/>
                      <a:pt x="203001" y="498650"/>
                    </a:cubicBezTo>
                    <a:cubicBezTo>
                      <a:pt x="144288" y="498650"/>
                      <a:pt x="130895" y="459580"/>
                      <a:pt x="130895" y="436985"/>
                    </a:cubicBezTo>
                    <a:lnTo>
                      <a:pt x="130895" y="137842"/>
                    </a:lnTo>
                    <a:lnTo>
                      <a:pt x="264780" y="137842"/>
                    </a:lnTo>
                    <a:cubicBezTo>
                      <a:pt x="289492" y="93642"/>
                      <a:pt x="291566" y="91616"/>
                      <a:pt x="291566" y="86440"/>
                    </a:cubicBezTo>
                    <a:cubicBezTo>
                      <a:pt x="291566" y="82344"/>
                      <a:pt x="288454" y="78248"/>
                      <a:pt x="284351" y="78248"/>
                    </a:cubicBezTo>
                    <a:cubicBezTo>
                      <a:pt x="282276" y="78248"/>
                      <a:pt x="268883" y="95712"/>
                      <a:pt x="246246" y="95712"/>
                    </a:cubicBezTo>
                    <a:lnTo>
                      <a:pt x="130895" y="95712"/>
                    </a:lnTo>
                    <a:cubicBezTo>
                      <a:pt x="130895" y="22705"/>
                      <a:pt x="130895" y="109"/>
                      <a:pt x="118539" y="109"/>
                    </a:cubicBezTo>
                    <a:cubicBezTo>
                      <a:pt x="107220" y="109"/>
                      <a:pt x="98968" y="25810"/>
                      <a:pt x="68078" y="58713"/>
                    </a:cubicBezTo>
                    <a:cubicBezTo>
                      <a:pt x="33085" y="96748"/>
                      <a:pt x="121" y="122449"/>
                      <a:pt x="121" y="130641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20" name="Gráfico 12">
                <a:extLst>
                  <a:ext uri="{FF2B5EF4-FFF2-40B4-BE49-F238E27FC236}">
                    <a16:creationId xmlns:a16="http://schemas.microsoft.com/office/drawing/2014/main" id="{A78A7EC4-B1A0-4F84-BEC6-84F7EF4EE8C5}"/>
                  </a:ext>
                </a:extLst>
              </p:cNvPr>
              <p:cNvSpPr/>
              <p:nvPr/>
            </p:nvSpPr>
            <p:spPr>
              <a:xfrm>
                <a:off x="2001902" y="1851952"/>
                <a:ext cx="390291" cy="452269"/>
              </a:xfrm>
              <a:custGeom>
                <a:avLst/>
                <a:gdLst>
                  <a:gd name="connsiteX0" fmla="*/ 151 w 390291"/>
                  <a:gd name="connsiteY0" fmla="*/ 240647 h 452269"/>
                  <a:gd name="connsiteX1" fmla="*/ 208171 w 390291"/>
                  <a:gd name="connsiteY1" fmla="*/ 452378 h 452269"/>
                  <a:gd name="connsiteX2" fmla="*/ 390442 w 390291"/>
                  <a:gd name="connsiteY2" fmla="*/ 353715 h 452269"/>
                  <a:gd name="connsiteX3" fmla="*/ 386294 w 390291"/>
                  <a:gd name="connsiteY3" fmla="*/ 347548 h 452269"/>
                  <a:gd name="connsiteX4" fmla="*/ 241090 w 390291"/>
                  <a:gd name="connsiteY4" fmla="*/ 400976 h 452269"/>
                  <a:gd name="connsiteX5" fmla="*/ 75323 w 390291"/>
                  <a:gd name="connsiteY5" fmla="*/ 181008 h 452269"/>
                  <a:gd name="connsiteX6" fmla="*/ 361582 w 390291"/>
                  <a:gd name="connsiteY6" fmla="*/ 181008 h 452269"/>
                  <a:gd name="connsiteX7" fmla="*/ 384265 w 390291"/>
                  <a:gd name="connsiteY7" fmla="*/ 163544 h 452269"/>
                  <a:gd name="connsiteX8" fmla="*/ 201993 w 390291"/>
                  <a:gd name="connsiteY8" fmla="*/ 109 h 452269"/>
                  <a:gd name="connsiteX9" fmla="*/ 151 w 390291"/>
                  <a:gd name="connsiteY9" fmla="*/ 240647 h 452269"/>
                  <a:gd name="connsiteX10" fmla="*/ 75323 w 390291"/>
                  <a:gd name="connsiteY10" fmla="*/ 153281 h 452269"/>
                  <a:gd name="connsiteX11" fmla="*/ 184451 w 390291"/>
                  <a:gd name="connsiteY11" fmla="*/ 23740 h 452269"/>
                  <a:gd name="connsiteX12" fmla="*/ 298766 w 390291"/>
                  <a:gd name="connsiteY12" fmla="*/ 132711 h 452269"/>
                  <a:gd name="connsiteX13" fmla="*/ 280232 w 390291"/>
                  <a:gd name="connsiteY13" fmla="*/ 153281 h 452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0291" h="452269">
                    <a:moveTo>
                      <a:pt x="151" y="240647"/>
                    </a:moveTo>
                    <a:cubicBezTo>
                      <a:pt x="151" y="309514"/>
                      <a:pt x="53678" y="452378"/>
                      <a:pt x="208171" y="452378"/>
                    </a:cubicBezTo>
                    <a:cubicBezTo>
                      <a:pt x="300840" y="452378"/>
                      <a:pt x="390442" y="379416"/>
                      <a:pt x="390442" y="353715"/>
                    </a:cubicBezTo>
                    <a:cubicBezTo>
                      <a:pt x="390442" y="349619"/>
                      <a:pt x="389405" y="347548"/>
                      <a:pt x="386294" y="347548"/>
                    </a:cubicBezTo>
                    <a:cubicBezTo>
                      <a:pt x="362619" y="347548"/>
                      <a:pt x="331730" y="400976"/>
                      <a:pt x="241090" y="400976"/>
                    </a:cubicBezTo>
                    <a:cubicBezTo>
                      <a:pt x="175207" y="400976"/>
                      <a:pt x="75323" y="346513"/>
                      <a:pt x="75323" y="181008"/>
                    </a:cubicBezTo>
                    <a:lnTo>
                      <a:pt x="361582" y="181008"/>
                    </a:lnTo>
                    <a:cubicBezTo>
                      <a:pt x="380116" y="181008"/>
                      <a:pt x="384265" y="175877"/>
                      <a:pt x="384265" y="163544"/>
                    </a:cubicBezTo>
                    <a:cubicBezTo>
                      <a:pt x="384265" y="121414"/>
                      <a:pt x="327626" y="109"/>
                      <a:pt x="201993" y="109"/>
                    </a:cubicBezTo>
                    <a:cubicBezTo>
                      <a:pt x="72212" y="109"/>
                      <a:pt x="151" y="112141"/>
                      <a:pt x="151" y="240647"/>
                    </a:cubicBezTo>
                    <a:close/>
                    <a:moveTo>
                      <a:pt x="75323" y="153281"/>
                    </a:moveTo>
                    <a:cubicBezTo>
                      <a:pt x="75323" y="94677"/>
                      <a:pt x="122672" y="23740"/>
                      <a:pt x="184451" y="23740"/>
                    </a:cubicBezTo>
                    <a:cubicBezTo>
                      <a:pt x="242127" y="23740"/>
                      <a:pt x="298766" y="76178"/>
                      <a:pt x="298766" y="132711"/>
                    </a:cubicBezTo>
                    <a:cubicBezTo>
                      <a:pt x="298766" y="146079"/>
                      <a:pt x="293625" y="153281"/>
                      <a:pt x="280232" y="153281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21" name="Gráfico 12">
                <a:extLst>
                  <a:ext uri="{FF2B5EF4-FFF2-40B4-BE49-F238E27FC236}">
                    <a16:creationId xmlns:a16="http://schemas.microsoft.com/office/drawing/2014/main" id="{0396761D-4FA5-44E1-939F-A7FC7E9A3A49}"/>
                  </a:ext>
                </a:extLst>
              </p:cNvPr>
              <p:cNvSpPr/>
              <p:nvPr/>
            </p:nvSpPr>
            <p:spPr>
              <a:xfrm>
                <a:off x="2442608" y="1843715"/>
                <a:ext cx="321297" cy="453304"/>
              </a:xfrm>
              <a:custGeom>
                <a:avLst/>
                <a:gdLst>
                  <a:gd name="connsiteX0" fmla="*/ 190 w 321297"/>
                  <a:gd name="connsiteY0" fmla="*/ 62809 h 453304"/>
                  <a:gd name="connsiteX1" fmla="*/ 74325 w 321297"/>
                  <a:gd name="connsiteY1" fmla="*/ 118353 h 453304"/>
                  <a:gd name="connsiteX2" fmla="*/ 74325 w 321297"/>
                  <a:gd name="connsiteY2" fmla="*/ 385582 h 453304"/>
                  <a:gd name="connsiteX3" fmla="*/ 21836 w 321297"/>
                  <a:gd name="connsiteY3" fmla="*/ 444186 h 453304"/>
                  <a:gd name="connsiteX4" fmla="*/ 33154 w 321297"/>
                  <a:gd name="connsiteY4" fmla="*/ 453414 h 453304"/>
                  <a:gd name="connsiteX5" fmla="*/ 126860 w 321297"/>
                  <a:gd name="connsiteY5" fmla="*/ 449318 h 453304"/>
                  <a:gd name="connsiteX6" fmla="*/ 224715 w 321297"/>
                  <a:gd name="connsiteY6" fmla="*/ 453414 h 453304"/>
                  <a:gd name="connsiteX7" fmla="*/ 241175 w 321297"/>
                  <a:gd name="connsiteY7" fmla="*/ 442116 h 453304"/>
                  <a:gd name="connsiteX8" fmla="*/ 149543 w 321297"/>
                  <a:gd name="connsiteY8" fmla="*/ 364022 h 453304"/>
                  <a:gd name="connsiteX9" fmla="*/ 149543 w 321297"/>
                  <a:gd name="connsiteY9" fmla="*/ 136852 h 453304"/>
                  <a:gd name="connsiteX10" fmla="*/ 216463 w 321297"/>
                  <a:gd name="connsiteY10" fmla="*/ 77213 h 453304"/>
                  <a:gd name="connsiteX11" fmla="*/ 284420 w 321297"/>
                  <a:gd name="connsiteY11" fmla="*/ 100844 h 453304"/>
                  <a:gd name="connsiteX12" fmla="*/ 321488 w 321297"/>
                  <a:gd name="connsiteY12" fmla="*/ 54617 h 453304"/>
                  <a:gd name="connsiteX13" fmla="*/ 253530 w 321297"/>
                  <a:gd name="connsiteY13" fmla="*/ 8346 h 453304"/>
                  <a:gd name="connsiteX14" fmla="*/ 151572 w 321297"/>
                  <a:gd name="connsiteY14" fmla="*/ 93642 h 453304"/>
                  <a:gd name="connsiteX15" fmla="*/ 149543 w 321297"/>
                  <a:gd name="connsiteY15" fmla="*/ 93642 h 453304"/>
                  <a:gd name="connsiteX16" fmla="*/ 149543 w 321297"/>
                  <a:gd name="connsiteY16" fmla="*/ 15548 h 453304"/>
                  <a:gd name="connsiteX17" fmla="*/ 137187 w 321297"/>
                  <a:gd name="connsiteY17" fmla="*/ 109 h 453304"/>
                  <a:gd name="connsiteX18" fmla="*/ 65081 w 321297"/>
                  <a:gd name="connsiteY18" fmla="*/ 35083 h 453304"/>
                  <a:gd name="connsiteX19" fmla="*/ 18724 w 321297"/>
                  <a:gd name="connsiteY19" fmla="*/ 50476 h 453304"/>
                  <a:gd name="connsiteX20" fmla="*/ 190 w 321297"/>
                  <a:gd name="connsiteY20" fmla="*/ 62809 h 453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21297" h="453304">
                    <a:moveTo>
                      <a:pt x="190" y="62809"/>
                    </a:moveTo>
                    <a:cubicBezTo>
                      <a:pt x="190" y="84415"/>
                      <a:pt x="74325" y="58713"/>
                      <a:pt x="74325" y="118353"/>
                    </a:cubicBezTo>
                    <a:lnTo>
                      <a:pt x="74325" y="385582"/>
                    </a:lnTo>
                    <a:cubicBezTo>
                      <a:pt x="74325" y="426722"/>
                      <a:pt x="21836" y="422581"/>
                      <a:pt x="21836" y="444186"/>
                    </a:cubicBezTo>
                    <a:cubicBezTo>
                      <a:pt x="21836" y="450353"/>
                      <a:pt x="24902" y="453414"/>
                      <a:pt x="33154" y="453414"/>
                    </a:cubicBezTo>
                    <a:cubicBezTo>
                      <a:pt x="42444" y="453414"/>
                      <a:pt x="57866" y="449318"/>
                      <a:pt x="126860" y="449318"/>
                    </a:cubicBezTo>
                    <a:cubicBezTo>
                      <a:pt x="187648" y="449318"/>
                      <a:pt x="208211" y="453414"/>
                      <a:pt x="224715" y="453414"/>
                    </a:cubicBezTo>
                    <a:cubicBezTo>
                      <a:pt x="236034" y="453414"/>
                      <a:pt x="241175" y="451388"/>
                      <a:pt x="241175" y="442116"/>
                    </a:cubicBezTo>
                    <a:cubicBezTo>
                      <a:pt x="241175" y="409213"/>
                      <a:pt x="149543" y="457555"/>
                      <a:pt x="149543" y="364022"/>
                    </a:cubicBezTo>
                    <a:lnTo>
                      <a:pt x="149543" y="136852"/>
                    </a:lnTo>
                    <a:cubicBezTo>
                      <a:pt x="149543" y="124519"/>
                      <a:pt x="175247" y="77213"/>
                      <a:pt x="216463" y="77213"/>
                    </a:cubicBezTo>
                    <a:cubicBezTo>
                      <a:pt x="253530" y="77213"/>
                      <a:pt x="263812" y="100844"/>
                      <a:pt x="284420" y="100844"/>
                    </a:cubicBezTo>
                    <a:cubicBezTo>
                      <a:pt x="296776" y="100844"/>
                      <a:pt x="321488" y="70011"/>
                      <a:pt x="321488" y="54617"/>
                    </a:cubicBezTo>
                    <a:cubicBezTo>
                      <a:pt x="321488" y="35083"/>
                      <a:pt x="275176" y="8346"/>
                      <a:pt x="253530" y="8346"/>
                    </a:cubicBezTo>
                    <a:cubicBezTo>
                      <a:pt x="209248" y="8346"/>
                      <a:pt x="171143" y="66950"/>
                      <a:pt x="151572" y="93642"/>
                    </a:cubicBezTo>
                    <a:lnTo>
                      <a:pt x="149543" y="93642"/>
                    </a:lnTo>
                    <a:lnTo>
                      <a:pt x="149543" y="15548"/>
                    </a:lnTo>
                    <a:cubicBezTo>
                      <a:pt x="149543" y="9381"/>
                      <a:pt x="144357" y="109"/>
                      <a:pt x="137187" y="109"/>
                    </a:cubicBezTo>
                    <a:cubicBezTo>
                      <a:pt x="120682" y="109"/>
                      <a:pt x="99082" y="19644"/>
                      <a:pt x="65081" y="35083"/>
                    </a:cubicBezTo>
                    <a:cubicBezTo>
                      <a:pt x="47585" y="42284"/>
                      <a:pt x="31080" y="47416"/>
                      <a:pt x="18724" y="50476"/>
                    </a:cubicBezTo>
                    <a:cubicBezTo>
                      <a:pt x="9480" y="52547"/>
                      <a:pt x="190" y="54617"/>
                      <a:pt x="190" y="62809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22" name="Gráfico 12">
                <a:extLst>
                  <a:ext uri="{FF2B5EF4-FFF2-40B4-BE49-F238E27FC236}">
                    <a16:creationId xmlns:a16="http://schemas.microsoft.com/office/drawing/2014/main" id="{ACE53F0D-33D9-4F7B-877F-33CE6EFCAAB5}"/>
                  </a:ext>
                </a:extLst>
              </p:cNvPr>
              <p:cNvSpPr/>
              <p:nvPr/>
            </p:nvSpPr>
            <p:spPr>
              <a:xfrm>
                <a:off x="2785516" y="1843715"/>
                <a:ext cx="321297" cy="453304"/>
              </a:xfrm>
              <a:custGeom>
                <a:avLst/>
                <a:gdLst>
                  <a:gd name="connsiteX0" fmla="*/ 220 w 321297"/>
                  <a:gd name="connsiteY0" fmla="*/ 62809 h 453304"/>
                  <a:gd name="connsiteX1" fmla="*/ 74355 w 321297"/>
                  <a:gd name="connsiteY1" fmla="*/ 118353 h 453304"/>
                  <a:gd name="connsiteX2" fmla="*/ 74355 w 321297"/>
                  <a:gd name="connsiteY2" fmla="*/ 385582 h 453304"/>
                  <a:gd name="connsiteX3" fmla="*/ 21865 w 321297"/>
                  <a:gd name="connsiteY3" fmla="*/ 444186 h 453304"/>
                  <a:gd name="connsiteX4" fmla="*/ 33184 w 321297"/>
                  <a:gd name="connsiteY4" fmla="*/ 453414 h 453304"/>
                  <a:gd name="connsiteX5" fmla="*/ 126890 w 321297"/>
                  <a:gd name="connsiteY5" fmla="*/ 449318 h 453304"/>
                  <a:gd name="connsiteX6" fmla="*/ 224745 w 321297"/>
                  <a:gd name="connsiteY6" fmla="*/ 453414 h 453304"/>
                  <a:gd name="connsiteX7" fmla="*/ 241204 w 321297"/>
                  <a:gd name="connsiteY7" fmla="*/ 442116 h 453304"/>
                  <a:gd name="connsiteX8" fmla="*/ 149573 w 321297"/>
                  <a:gd name="connsiteY8" fmla="*/ 364022 h 453304"/>
                  <a:gd name="connsiteX9" fmla="*/ 149573 w 321297"/>
                  <a:gd name="connsiteY9" fmla="*/ 136852 h 453304"/>
                  <a:gd name="connsiteX10" fmla="*/ 216493 w 321297"/>
                  <a:gd name="connsiteY10" fmla="*/ 77213 h 453304"/>
                  <a:gd name="connsiteX11" fmla="*/ 284450 w 321297"/>
                  <a:gd name="connsiteY11" fmla="*/ 100844 h 453304"/>
                  <a:gd name="connsiteX12" fmla="*/ 321517 w 321297"/>
                  <a:gd name="connsiteY12" fmla="*/ 54617 h 453304"/>
                  <a:gd name="connsiteX13" fmla="*/ 253560 w 321297"/>
                  <a:gd name="connsiteY13" fmla="*/ 8346 h 453304"/>
                  <a:gd name="connsiteX14" fmla="*/ 151602 w 321297"/>
                  <a:gd name="connsiteY14" fmla="*/ 93642 h 453304"/>
                  <a:gd name="connsiteX15" fmla="*/ 149573 w 321297"/>
                  <a:gd name="connsiteY15" fmla="*/ 93642 h 453304"/>
                  <a:gd name="connsiteX16" fmla="*/ 149573 w 321297"/>
                  <a:gd name="connsiteY16" fmla="*/ 15548 h 453304"/>
                  <a:gd name="connsiteX17" fmla="*/ 137217 w 321297"/>
                  <a:gd name="connsiteY17" fmla="*/ 109 h 453304"/>
                  <a:gd name="connsiteX18" fmla="*/ 65111 w 321297"/>
                  <a:gd name="connsiteY18" fmla="*/ 35083 h 453304"/>
                  <a:gd name="connsiteX19" fmla="*/ 18754 w 321297"/>
                  <a:gd name="connsiteY19" fmla="*/ 50476 h 453304"/>
                  <a:gd name="connsiteX20" fmla="*/ 220 w 321297"/>
                  <a:gd name="connsiteY20" fmla="*/ 62809 h 453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21297" h="453304">
                    <a:moveTo>
                      <a:pt x="220" y="62809"/>
                    </a:moveTo>
                    <a:cubicBezTo>
                      <a:pt x="220" y="84415"/>
                      <a:pt x="74355" y="58713"/>
                      <a:pt x="74355" y="118353"/>
                    </a:cubicBezTo>
                    <a:lnTo>
                      <a:pt x="74355" y="385582"/>
                    </a:lnTo>
                    <a:cubicBezTo>
                      <a:pt x="74355" y="426722"/>
                      <a:pt x="21865" y="422581"/>
                      <a:pt x="21865" y="444186"/>
                    </a:cubicBezTo>
                    <a:cubicBezTo>
                      <a:pt x="21865" y="450353"/>
                      <a:pt x="24932" y="453414"/>
                      <a:pt x="33184" y="453414"/>
                    </a:cubicBezTo>
                    <a:cubicBezTo>
                      <a:pt x="42473" y="453414"/>
                      <a:pt x="57896" y="449318"/>
                      <a:pt x="126890" y="449318"/>
                    </a:cubicBezTo>
                    <a:cubicBezTo>
                      <a:pt x="187677" y="449318"/>
                      <a:pt x="208240" y="453414"/>
                      <a:pt x="224745" y="453414"/>
                    </a:cubicBezTo>
                    <a:cubicBezTo>
                      <a:pt x="236064" y="453414"/>
                      <a:pt x="241204" y="451388"/>
                      <a:pt x="241204" y="442116"/>
                    </a:cubicBezTo>
                    <a:cubicBezTo>
                      <a:pt x="241204" y="409213"/>
                      <a:pt x="149573" y="457555"/>
                      <a:pt x="149573" y="364022"/>
                    </a:cubicBezTo>
                    <a:lnTo>
                      <a:pt x="149573" y="136852"/>
                    </a:lnTo>
                    <a:cubicBezTo>
                      <a:pt x="149573" y="124519"/>
                      <a:pt x="175276" y="77213"/>
                      <a:pt x="216493" y="77213"/>
                    </a:cubicBezTo>
                    <a:cubicBezTo>
                      <a:pt x="253560" y="77213"/>
                      <a:pt x="263842" y="100844"/>
                      <a:pt x="284450" y="100844"/>
                    </a:cubicBezTo>
                    <a:cubicBezTo>
                      <a:pt x="296806" y="100844"/>
                      <a:pt x="321517" y="70011"/>
                      <a:pt x="321517" y="54617"/>
                    </a:cubicBezTo>
                    <a:cubicBezTo>
                      <a:pt x="321517" y="35083"/>
                      <a:pt x="275205" y="8346"/>
                      <a:pt x="253560" y="8346"/>
                    </a:cubicBezTo>
                    <a:cubicBezTo>
                      <a:pt x="209278" y="8346"/>
                      <a:pt x="171173" y="66950"/>
                      <a:pt x="151602" y="93642"/>
                    </a:cubicBezTo>
                    <a:lnTo>
                      <a:pt x="149573" y="93642"/>
                    </a:lnTo>
                    <a:lnTo>
                      <a:pt x="149573" y="15548"/>
                    </a:lnTo>
                    <a:cubicBezTo>
                      <a:pt x="149573" y="9381"/>
                      <a:pt x="144387" y="109"/>
                      <a:pt x="137217" y="109"/>
                    </a:cubicBezTo>
                    <a:cubicBezTo>
                      <a:pt x="120712" y="109"/>
                      <a:pt x="99112" y="19644"/>
                      <a:pt x="65111" y="35083"/>
                    </a:cubicBezTo>
                    <a:cubicBezTo>
                      <a:pt x="47614" y="42284"/>
                      <a:pt x="31110" y="47416"/>
                      <a:pt x="18754" y="50476"/>
                    </a:cubicBezTo>
                    <a:cubicBezTo>
                      <a:pt x="9509" y="52547"/>
                      <a:pt x="220" y="54617"/>
                      <a:pt x="220" y="62809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23" name="Gráfico 12">
                <a:extLst>
                  <a:ext uri="{FF2B5EF4-FFF2-40B4-BE49-F238E27FC236}">
                    <a16:creationId xmlns:a16="http://schemas.microsoft.com/office/drawing/2014/main" id="{DED30CC2-B969-4F2A-895C-4D74A0FB4A6C}"/>
                  </a:ext>
                </a:extLst>
              </p:cNvPr>
              <p:cNvSpPr/>
              <p:nvPr/>
            </p:nvSpPr>
            <p:spPr>
              <a:xfrm>
                <a:off x="3163462" y="1640221"/>
                <a:ext cx="213161" cy="656798"/>
              </a:xfrm>
              <a:custGeom>
                <a:avLst/>
                <a:gdLst>
                  <a:gd name="connsiteX0" fmla="*/ 50710 w 213161"/>
                  <a:gd name="connsiteY0" fmla="*/ 54572 h 656798"/>
                  <a:gd name="connsiteX1" fmla="*/ 93956 w 213161"/>
                  <a:gd name="connsiteY1" fmla="*/ 108045 h 656798"/>
                  <a:gd name="connsiteX2" fmla="*/ 137201 w 213161"/>
                  <a:gd name="connsiteY2" fmla="*/ 54572 h 656798"/>
                  <a:gd name="connsiteX3" fmla="*/ 93956 w 213161"/>
                  <a:gd name="connsiteY3" fmla="*/ 109 h 656798"/>
                  <a:gd name="connsiteX4" fmla="*/ 50710 w 213161"/>
                  <a:gd name="connsiteY4" fmla="*/ 54572 h 656798"/>
                  <a:gd name="connsiteX5" fmla="*/ 250 w 213161"/>
                  <a:gd name="connsiteY5" fmla="*/ 266303 h 656798"/>
                  <a:gd name="connsiteX6" fmla="*/ 56888 w 213161"/>
                  <a:gd name="connsiteY6" fmla="*/ 320812 h 656798"/>
                  <a:gd name="connsiteX7" fmla="*/ 56888 w 213161"/>
                  <a:gd name="connsiteY7" fmla="*/ 569542 h 656798"/>
                  <a:gd name="connsiteX8" fmla="*/ 30102 w 213161"/>
                  <a:gd name="connsiteY8" fmla="*/ 632242 h 656798"/>
                  <a:gd name="connsiteX9" fmla="*/ 11568 w 213161"/>
                  <a:gd name="connsiteY9" fmla="*/ 645610 h 656798"/>
                  <a:gd name="connsiteX10" fmla="*/ 26991 w 213161"/>
                  <a:gd name="connsiteY10" fmla="*/ 656908 h 656798"/>
                  <a:gd name="connsiteX11" fmla="*/ 99097 w 213161"/>
                  <a:gd name="connsiteY11" fmla="*/ 652812 h 656798"/>
                  <a:gd name="connsiteX12" fmla="*/ 193840 w 213161"/>
                  <a:gd name="connsiteY12" fmla="*/ 656908 h 656798"/>
                  <a:gd name="connsiteX13" fmla="*/ 213411 w 213161"/>
                  <a:gd name="connsiteY13" fmla="*/ 645610 h 656798"/>
                  <a:gd name="connsiteX14" fmla="*/ 132061 w 213161"/>
                  <a:gd name="connsiteY14" fmla="*/ 590112 h 656798"/>
                  <a:gd name="connsiteX15" fmla="*/ 132061 w 213161"/>
                  <a:gd name="connsiteY15" fmla="*/ 219042 h 656798"/>
                  <a:gd name="connsiteX16" fmla="*/ 119705 w 213161"/>
                  <a:gd name="connsiteY16" fmla="*/ 203603 h 656798"/>
                  <a:gd name="connsiteX17" fmla="*/ 85704 w 213161"/>
                  <a:gd name="connsiteY17" fmla="*/ 219042 h 656798"/>
                  <a:gd name="connsiteX18" fmla="*/ 15672 w 213161"/>
                  <a:gd name="connsiteY18" fmla="*/ 252935 h 656798"/>
                  <a:gd name="connsiteX19" fmla="*/ 250 w 213161"/>
                  <a:gd name="connsiteY19" fmla="*/ 266303 h 65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3161" h="656798">
                    <a:moveTo>
                      <a:pt x="50710" y="54572"/>
                    </a:moveTo>
                    <a:cubicBezTo>
                      <a:pt x="50710" y="65870"/>
                      <a:pt x="81600" y="108045"/>
                      <a:pt x="93956" y="108045"/>
                    </a:cubicBezTo>
                    <a:cubicBezTo>
                      <a:pt x="107349" y="108045"/>
                      <a:pt x="137201" y="66905"/>
                      <a:pt x="137201" y="54572"/>
                    </a:cubicBezTo>
                    <a:cubicBezTo>
                      <a:pt x="137201" y="42239"/>
                      <a:pt x="107349" y="109"/>
                      <a:pt x="93956" y="109"/>
                    </a:cubicBezTo>
                    <a:cubicBezTo>
                      <a:pt x="81600" y="109"/>
                      <a:pt x="50710" y="43275"/>
                      <a:pt x="50710" y="54572"/>
                    </a:cubicBezTo>
                    <a:close/>
                    <a:moveTo>
                      <a:pt x="250" y="266303"/>
                    </a:moveTo>
                    <a:cubicBezTo>
                      <a:pt x="250" y="285838"/>
                      <a:pt x="56888" y="264278"/>
                      <a:pt x="56888" y="320812"/>
                    </a:cubicBezTo>
                    <a:lnTo>
                      <a:pt x="56888" y="569542"/>
                    </a:lnTo>
                    <a:cubicBezTo>
                      <a:pt x="56888" y="617883"/>
                      <a:pt x="42458" y="628146"/>
                      <a:pt x="30102" y="632242"/>
                    </a:cubicBezTo>
                    <a:cubicBezTo>
                      <a:pt x="19821" y="635347"/>
                      <a:pt x="11568" y="635347"/>
                      <a:pt x="11568" y="645610"/>
                    </a:cubicBezTo>
                    <a:cubicBezTo>
                      <a:pt x="11568" y="653847"/>
                      <a:pt x="16709" y="656908"/>
                      <a:pt x="26991" y="656908"/>
                    </a:cubicBezTo>
                    <a:cubicBezTo>
                      <a:pt x="40384" y="656908"/>
                      <a:pt x="64103" y="652812"/>
                      <a:pt x="99097" y="652812"/>
                    </a:cubicBezTo>
                    <a:cubicBezTo>
                      <a:pt x="140268" y="652812"/>
                      <a:pt x="172195" y="656908"/>
                      <a:pt x="193840" y="656908"/>
                    </a:cubicBezTo>
                    <a:cubicBezTo>
                      <a:pt x="204121" y="656908"/>
                      <a:pt x="213411" y="654882"/>
                      <a:pt x="213411" y="645610"/>
                    </a:cubicBezTo>
                    <a:cubicBezTo>
                      <a:pt x="213411" y="618874"/>
                      <a:pt x="132061" y="640479"/>
                      <a:pt x="132061" y="590112"/>
                    </a:cubicBezTo>
                    <a:lnTo>
                      <a:pt x="132061" y="219042"/>
                    </a:lnTo>
                    <a:cubicBezTo>
                      <a:pt x="132061" y="212876"/>
                      <a:pt x="127912" y="203603"/>
                      <a:pt x="119705" y="203603"/>
                    </a:cubicBezTo>
                    <a:cubicBezTo>
                      <a:pt x="112490" y="203603"/>
                      <a:pt x="100134" y="208780"/>
                      <a:pt x="85704" y="219042"/>
                    </a:cubicBezTo>
                    <a:cubicBezTo>
                      <a:pt x="64103" y="234436"/>
                      <a:pt x="40384" y="245779"/>
                      <a:pt x="15672" y="252935"/>
                    </a:cubicBezTo>
                    <a:cubicBezTo>
                      <a:pt x="6428" y="256041"/>
                      <a:pt x="250" y="257076"/>
                      <a:pt x="250" y="266303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24" name="Gráfico 12">
                <a:extLst>
                  <a:ext uri="{FF2B5EF4-FFF2-40B4-BE49-F238E27FC236}">
                    <a16:creationId xmlns:a16="http://schemas.microsoft.com/office/drawing/2014/main" id="{EA79DEC7-A6FE-4DD9-9348-6A956C47C224}"/>
                  </a:ext>
                </a:extLst>
              </p:cNvPr>
              <p:cNvSpPr/>
              <p:nvPr/>
            </p:nvSpPr>
            <p:spPr>
              <a:xfrm>
                <a:off x="3427051" y="1867390"/>
                <a:ext cx="290407" cy="425532"/>
              </a:xfrm>
              <a:custGeom>
                <a:avLst/>
                <a:gdLst>
                  <a:gd name="connsiteX0" fmla="*/ 35313 w 290407"/>
                  <a:gd name="connsiteY0" fmla="*/ 109 h 425532"/>
                  <a:gd name="connsiteX1" fmla="*/ 1312 w 290407"/>
                  <a:gd name="connsiteY1" fmla="*/ 108000 h 425532"/>
                  <a:gd name="connsiteX2" fmla="*/ 10601 w 290407"/>
                  <a:gd name="connsiteY2" fmla="*/ 119343 h 425532"/>
                  <a:gd name="connsiteX3" fmla="*/ 75447 w 290407"/>
                  <a:gd name="connsiteY3" fmla="*/ 62809 h 425532"/>
                  <a:gd name="connsiteX4" fmla="*/ 218621 w 290407"/>
                  <a:gd name="connsiteY4" fmla="*/ 62809 h 425532"/>
                  <a:gd name="connsiteX5" fmla="*/ 9564 w 290407"/>
                  <a:gd name="connsiteY5" fmla="*/ 390713 h 425532"/>
                  <a:gd name="connsiteX6" fmla="*/ 275 w 290407"/>
                  <a:gd name="connsiteY6" fmla="*/ 412274 h 425532"/>
                  <a:gd name="connsiteX7" fmla="*/ 13668 w 290407"/>
                  <a:gd name="connsiteY7" fmla="*/ 425642 h 425532"/>
                  <a:gd name="connsiteX8" fmla="*/ 238192 w 290407"/>
                  <a:gd name="connsiteY8" fmla="*/ 425642 h 425532"/>
                  <a:gd name="connsiteX9" fmla="*/ 262904 w 290407"/>
                  <a:gd name="connsiteY9" fmla="*/ 400976 h 425532"/>
                  <a:gd name="connsiteX10" fmla="*/ 290682 w 290407"/>
                  <a:gd name="connsiteY10" fmla="*/ 301277 h 425532"/>
                  <a:gd name="connsiteX11" fmla="*/ 280401 w 290407"/>
                  <a:gd name="connsiteY11" fmla="*/ 292005 h 425532"/>
                  <a:gd name="connsiteX12" fmla="*/ 207258 w 290407"/>
                  <a:gd name="connsiteY12" fmla="*/ 365012 h 425532"/>
                  <a:gd name="connsiteX13" fmla="*/ 60025 w 290407"/>
                  <a:gd name="connsiteY13" fmla="*/ 365012 h 425532"/>
                  <a:gd name="connsiteX14" fmla="*/ 229940 w 290407"/>
                  <a:gd name="connsiteY14" fmla="*/ 99808 h 425532"/>
                  <a:gd name="connsiteX15" fmla="*/ 280401 w 290407"/>
                  <a:gd name="connsiteY15" fmla="*/ 16538 h 425532"/>
                  <a:gd name="connsiteX16" fmla="*/ 262904 w 290407"/>
                  <a:gd name="connsiteY16" fmla="*/ 109 h 425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0407" h="425532">
                    <a:moveTo>
                      <a:pt x="35313" y="109"/>
                    </a:moveTo>
                    <a:cubicBezTo>
                      <a:pt x="19845" y="109"/>
                      <a:pt x="1312" y="93642"/>
                      <a:pt x="1312" y="108000"/>
                    </a:cubicBezTo>
                    <a:cubicBezTo>
                      <a:pt x="1312" y="115202"/>
                      <a:pt x="4423" y="119343"/>
                      <a:pt x="10601" y="119343"/>
                    </a:cubicBezTo>
                    <a:cubicBezTo>
                      <a:pt x="39416" y="119343"/>
                      <a:pt x="18808" y="62809"/>
                      <a:pt x="75447" y="62809"/>
                    </a:cubicBezTo>
                    <a:lnTo>
                      <a:pt x="218621" y="62809"/>
                    </a:lnTo>
                    <a:lnTo>
                      <a:pt x="9564" y="390713"/>
                    </a:lnTo>
                    <a:cubicBezTo>
                      <a:pt x="2349" y="402011"/>
                      <a:pt x="275" y="407142"/>
                      <a:pt x="275" y="412274"/>
                    </a:cubicBezTo>
                    <a:cubicBezTo>
                      <a:pt x="275" y="421546"/>
                      <a:pt x="4423" y="425642"/>
                      <a:pt x="13668" y="425642"/>
                    </a:cubicBezTo>
                    <a:lnTo>
                      <a:pt x="238192" y="425642"/>
                    </a:lnTo>
                    <a:cubicBezTo>
                      <a:pt x="253615" y="425642"/>
                      <a:pt x="261867" y="416370"/>
                      <a:pt x="262904" y="400976"/>
                    </a:cubicBezTo>
                    <a:cubicBezTo>
                      <a:pt x="264933" y="380406"/>
                      <a:pt x="290682" y="317706"/>
                      <a:pt x="290682" y="301277"/>
                    </a:cubicBezTo>
                    <a:cubicBezTo>
                      <a:pt x="290682" y="295110"/>
                      <a:pt x="287616" y="292005"/>
                      <a:pt x="280401" y="292005"/>
                    </a:cubicBezTo>
                    <a:cubicBezTo>
                      <a:pt x="256726" y="292005"/>
                      <a:pt x="270119" y="365012"/>
                      <a:pt x="207258" y="365012"/>
                    </a:cubicBezTo>
                    <a:lnTo>
                      <a:pt x="60025" y="365012"/>
                    </a:lnTo>
                    <a:lnTo>
                      <a:pt x="229940" y="99808"/>
                    </a:lnTo>
                    <a:cubicBezTo>
                      <a:pt x="261867" y="49441"/>
                      <a:pt x="280401" y="26801"/>
                      <a:pt x="280401" y="16538"/>
                    </a:cubicBezTo>
                    <a:cubicBezTo>
                      <a:pt x="280401" y="5240"/>
                      <a:pt x="274223" y="109"/>
                      <a:pt x="262904" y="109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25" name="Gráfico 12">
                <a:extLst>
                  <a:ext uri="{FF2B5EF4-FFF2-40B4-BE49-F238E27FC236}">
                    <a16:creationId xmlns:a16="http://schemas.microsoft.com/office/drawing/2014/main" id="{D9DF2CC8-F7B4-48DA-B603-B14A61228251}"/>
                  </a:ext>
                </a:extLst>
              </p:cNvPr>
              <p:cNvSpPr/>
              <p:nvPr/>
            </p:nvSpPr>
            <p:spPr>
              <a:xfrm>
                <a:off x="3780286" y="1851952"/>
                <a:ext cx="410899" cy="452269"/>
              </a:xfrm>
              <a:custGeom>
                <a:avLst/>
                <a:gdLst>
                  <a:gd name="connsiteX0" fmla="*/ 304 w 410899"/>
                  <a:gd name="connsiteY0" fmla="*/ 116282 h 452269"/>
                  <a:gd name="connsiteX1" fmla="*/ 48691 w 410899"/>
                  <a:gd name="connsiteY1" fmla="*/ 150175 h 452269"/>
                  <a:gd name="connsiteX2" fmla="*/ 71328 w 410899"/>
                  <a:gd name="connsiteY2" fmla="*/ 130641 h 452269"/>
                  <a:gd name="connsiteX3" fmla="*/ 65150 w 410899"/>
                  <a:gd name="connsiteY3" fmla="*/ 88511 h 452269"/>
                  <a:gd name="connsiteX4" fmla="*/ 153715 w 410899"/>
                  <a:gd name="connsiteY4" fmla="*/ 26846 h 452269"/>
                  <a:gd name="connsiteX5" fmla="*/ 260814 w 410899"/>
                  <a:gd name="connsiteY5" fmla="*/ 114212 h 452269"/>
                  <a:gd name="connsiteX6" fmla="*/ 260814 w 410899"/>
                  <a:gd name="connsiteY6" fmla="*/ 195411 h 452269"/>
                  <a:gd name="connsiteX7" fmla="*/ 2333 w 410899"/>
                  <a:gd name="connsiteY7" fmla="*/ 354750 h 452269"/>
                  <a:gd name="connsiteX8" fmla="*/ 113581 w 410899"/>
                  <a:gd name="connsiteY8" fmla="*/ 452378 h 452269"/>
                  <a:gd name="connsiteX9" fmla="*/ 271141 w 410899"/>
                  <a:gd name="connsiteY9" fmla="*/ 392784 h 452269"/>
                  <a:gd name="connsiteX10" fmla="*/ 351454 w 410899"/>
                  <a:gd name="connsiteY10" fmla="*/ 445177 h 452269"/>
                  <a:gd name="connsiteX11" fmla="*/ 411204 w 410899"/>
                  <a:gd name="connsiteY11" fmla="*/ 419475 h 452269"/>
                  <a:gd name="connsiteX12" fmla="*/ 398803 w 410899"/>
                  <a:gd name="connsiteY12" fmla="*/ 412319 h 452269"/>
                  <a:gd name="connsiteX13" fmla="*/ 379277 w 410899"/>
                  <a:gd name="connsiteY13" fmla="*/ 414344 h 452269"/>
                  <a:gd name="connsiteX14" fmla="*/ 334995 w 410899"/>
                  <a:gd name="connsiteY14" fmla="*/ 347548 h 452269"/>
                  <a:gd name="connsiteX15" fmla="*/ 335987 w 410899"/>
                  <a:gd name="connsiteY15" fmla="*/ 103949 h 452269"/>
                  <a:gd name="connsiteX16" fmla="*/ 165079 w 410899"/>
                  <a:gd name="connsiteY16" fmla="*/ 109 h 452269"/>
                  <a:gd name="connsiteX17" fmla="*/ 304 w 410899"/>
                  <a:gd name="connsiteY17" fmla="*/ 116282 h 452269"/>
                  <a:gd name="connsiteX18" fmla="*/ 260814 w 410899"/>
                  <a:gd name="connsiteY18" fmla="*/ 220077 h 452269"/>
                  <a:gd name="connsiteX19" fmla="*/ 260814 w 410899"/>
                  <a:gd name="connsiteY19" fmla="*/ 341382 h 452269"/>
                  <a:gd name="connsiteX20" fmla="*/ 152678 w 410899"/>
                  <a:gd name="connsiteY20" fmla="*/ 422581 h 452269"/>
                  <a:gd name="connsiteX21" fmla="*/ 69299 w 410899"/>
                  <a:gd name="connsiteY21" fmla="*/ 341382 h 452269"/>
                  <a:gd name="connsiteX22" fmla="*/ 260814 w 410899"/>
                  <a:gd name="connsiteY22" fmla="*/ 220077 h 452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10899" h="452269">
                    <a:moveTo>
                      <a:pt x="304" y="116282"/>
                    </a:moveTo>
                    <a:cubicBezTo>
                      <a:pt x="304" y="134782"/>
                      <a:pt x="31194" y="150175"/>
                      <a:pt x="48691" y="150175"/>
                    </a:cubicBezTo>
                    <a:cubicBezTo>
                      <a:pt x="66187" y="150175"/>
                      <a:pt x="71328" y="144009"/>
                      <a:pt x="71328" y="130641"/>
                    </a:cubicBezTo>
                    <a:cubicBezTo>
                      <a:pt x="71328" y="119343"/>
                      <a:pt x="65150" y="103949"/>
                      <a:pt x="65150" y="88511"/>
                    </a:cubicBezTo>
                    <a:cubicBezTo>
                      <a:pt x="65150" y="33012"/>
                      <a:pt x="104292" y="26846"/>
                      <a:pt x="153715" y="26846"/>
                    </a:cubicBezTo>
                    <a:cubicBezTo>
                      <a:pt x="233036" y="26846"/>
                      <a:pt x="260814" y="76178"/>
                      <a:pt x="260814" y="114212"/>
                    </a:cubicBezTo>
                    <a:lnTo>
                      <a:pt x="260814" y="195411"/>
                    </a:lnTo>
                    <a:cubicBezTo>
                      <a:pt x="16764" y="235516"/>
                      <a:pt x="2333" y="303347"/>
                      <a:pt x="2333" y="354750"/>
                    </a:cubicBezTo>
                    <a:cubicBezTo>
                      <a:pt x="2333" y="421546"/>
                      <a:pt x="39401" y="452378"/>
                      <a:pt x="113581" y="452378"/>
                    </a:cubicBezTo>
                    <a:cubicBezTo>
                      <a:pt x="171257" y="452378"/>
                      <a:pt x="227896" y="429783"/>
                      <a:pt x="271141" y="392784"/>
                    </a:cubicBezTo>
                    <a:cubicBezTo>
                      <a:pt x="285526" y="427712"/>
                      <a:pt x="313349" y="445177"/>
                      <a:pt x="351454" y="445177"/>
                    </a:cubicBezTo>
                    <a:cubicBezTo>
                      <a:pt x="368951" y="445177"/>
                      <a:pt x="411204" y="440045"/>
                      <a:pt x="411204" y="419475"/>
                    </a:cubicBezTo>
                    <a:cubicBezTo>
                      <a:pt x="411204" y="414344"/>
                      <a:pt x="407055" y="412319"/>
                      <a:pt x="398803" y="412319"/>
                    </a:cubicBezTo>
                    <a:cubicBezTo>
                      <a:pt x="392625" y="412319"/>
                      <a:pt x="385455" y="414344"/>
                      <a:pt x="379277" y="414344"/>
                    </a:cubicBezTo>
                    <a:cubicBezTo>
                      <a:pt x="340135" y="414344"/>
                      <a:pt x="334995" y="380451"/>
                      <a:pt x="334995" y="347548"/>
                    </a:cubicBezTo>
                    <a:lnTo>
                      <a:pt x="335987" y="103949"/>
                    </a:lnTo>
                    <a:cubicBezTo>
                      <a:pt x="335987" y="57678"/>
                      <a:pt x="303068" y="109"/>
                      <a:pt x="165079" y="109"/>
                    </a:cubicBezTo>
                    <a:cubicBezTo>
                      <a:pt x="50765" y="109"/>
                      <a:pt x="304" y="76178"/>
                      <a:pt x="304" y="116282"/>
                    </a:cubicBezTo>
                    <a:close/>
                    <a:moveTo>
                      <a:pt x="260814" y="220077"/>
                    </a:moveTo>
                    <a:lnTo>
                      <a:pt x="260814" y="341382"/>
                    </a:lnTo>
                    <a:cubicBezTo>
                      <a:pt x="260814" y="389678"/>
                      <a:pt x="196961" y="422581"/>
                      <a:pt x="152678" y="422581"/>
                    </a:cubicBezTo>
                    <a:cubicBezTo>
                      <a:pt x="97077" y="422581"/>
                      <a:pt x="69299" y="397915"/>
                      <a:pt x="69299" y="341382"/>
                    </a:cubicBezTo>
                    <a:cubicBezTo>
                      <a:pt x="69299" y="251945"/>
                      <a:pt x="190783" y="235516"/>
                      <a:pt x="260814" y="220077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26" name="Gráfico 12">
                <a:extLst>
                  <a:ext uri="{FF2B5EF4-FFF2-40B4-BE49-F238E27FC236}">
                    <a16:creationId xmlns:a16="http://schemas.microsoft.com/office/drawing/2014/main" id="{A6B288BF-CD1B-4C2C-B8F8-1DA24F88FAEB}"/>
                  </a:ext>
                </a:extLst>
              </p:cNvPr>
              <p:cNvSpPr/>
              <p:nvPr/>
            </p:nvSpPr>
            <p:spPr>
              <a:xfrm>
                <a:off x="4205570" y="1640221"/>
                <a:ext cx="181234" cy="857276"/>
              </a:xfrm>
              <a:custGeom>
                <a:avLst/>
                <a:gdLst>
                  <a:gd name="connsiteX0" fmla="*/ 95087 w 181234"/>
                  <a:gd name="connsiteY0" fmla="*/ 54572 h 857276"/>
                  <a:gd name="connsiteX1" fmla="*/ 138333 w 181234"/>
                  <a:gd name="connsiteY1" fmla="*/ 108045 h 857276"/>
                  <a:gd name="connsiteX2" fmla="*/ 181578 w 181234"/>
                  <a:gd name="connsiteY2" fmla="*/ 54572 h 857276"/>
                  <a:gd name="connsiteX3" fmla="*/ 138333 w 181234"/>
                  <a:gd name="connsiteY3" fmla="*/ 109 h 857276"/>
                  <a:gd name="connsiteX4" fmla="*/ 95087 w 181234"/>
                  <a:gd name="connsiteY4" fmla="*/ 54572 h 857276"/>
                  <a:gd name="connsiteX5" fmla="*/ 24018 w 181234"/>
                  <a:gd name="connsiteY5" fmla="*/ 266303 h 857276"/>
                  <a:gd name="connsiteX6" fmla="*/ 101265 w 181234"/>
                  <a:gd name="connsiteY6" fmla="*/ 322837 h 857276"/>
                  <a:gd name="connsiteX7" fmla="*/ 101265 w 181234"/>
                  <a:gd name="connsiteY7" fmla="*/ 766914 h 857276"/>
                  <a:gd name="connsiteX8" fmla="*/ 80657 w 181234"/>
                  <a:gd name="connsiteY8" fmla="*/ 816246 h 857276"/>
                  <a:gd name="connsiteX9" fmla="*/ 20907 w 181234"/>
                  <a:gd name="connsiteY9" fmla="*/ 774116 h 857276"/>
                  <a:gd name="connsiteX10" fmla="*/ 344 w 181234"/>
                  <a:gd name="connsiteY10" fmla="*/ 815211 h 857276"/>
                  <a:gd name="connsiteX11" fmla="*/ 41515 w 181234"/>
                  <a:gd name="connsiteY11" fmla="*/ 857386 h 857276"/>
                  <a:gd name="connsiteX12" fmla="*/ 176437 w 181234"/>
                  <a:gd name="connsiteY12" fmla="*/ 650741 h 857276"/>
                  <a:gd name="connsiteX13" fmla="*/ 176437 w 181234"/>
                  <a:gd name="connsiteY13" fmla="*/ 219042 h 857276"/>
                  <a:gd name="connsiteX14" fmla="*/ 164082 w 181234"/>
                  <a:gd name="connsiteY14" fmla="*/ 203603 h 857276"/>
                  <a:gd name="connsiteX15" fmla="*/ 48730 w 181234"/>
                  <a:gd name="connsiteY15" fmla="*/ 252935 h 857276"/>
                  <a:gd name="connsiteX16" fmla="*/ 24018 w 181234"/>
                  <a:gd name="connsiteY16" fmla="*/ 266303 h 857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1234" h="857276">
                    <a:moveTo>
                      <a:pt x="95087" y="54572"/>
                    </a:moveTo>
                    <a:cubicBezTo>
                      <a:pt x="95087" y="65870"/>
                      <a:pt x="125977" y="108045"/>
                      <a:pt x="138333" y="108045"/>
                    </a:cubicBezTo>
                    <a:cubicBezTo>
                      <a:pt x="151726" y="108045"/>
                      <a:pt x="181578" y="66905"/>
                      <a:pt x="181578" y="54572"/>
                    </a:cubicBezTo>
                    <a:cubicBezTo>
                      <a:pt x="181578" y="42239"/>
                      <a:pt x="151726" y="109"/>
                      <a:pt x="138333" y="109"/>
                    </a:cubicBezTo>
                    <a:cubicBezTo>
                      <a:pt x="125977" y="109"/>
                      <a:pt x="95087" y="43275"/>
                      <a:pt x="95087" y="54572"/>
                    </a:cubicBezTo>
                    <a:close/>
                    <a:moveTo>
                      <a:pt x="24018" y="266303"/>
                    </a:moveTo>
                    <a:cubicBezTo>
                      <a:pt x="24018" y="287909"/>
                      <a:pt x="101265" y="261172"/>
                      <a:pt x="101265" y="322837"/>
                    </a:cubicBezTo>
                    <a:lnTo>
                      <a:pt x="101265" y="766914"/>
                    </a:lnTo>
                    <a:cubicBezTo>
                      <a:pt x="101265" y="794641"/>
                      <a:pt x="89901" y="816246"/>
                      <a:pt x="80657" y="816246"/>
                    </a:cubicBezTo>
                    <a:cubicBezTo>
                      <a:pt x="54908" y="816246"/>
                      <a:pt x="44627" y="774116"/>
                      <a:pt x="20907" y="774116"/>
                    </a:cubicBezTo>
                    <a:cubicBezTo>
                      <a:pt x="2373" y="774116"/>
                      <a:pt x="344" y="799817"/>
                      <a:pt x="344" y="815211"/>
                    </a:cubicBezTo>
                    <a:cubicBezTo>
                      <a:pt x="344" y="841947"/>
                      <a:pt x="9588" y="857386"/>
                      <a:pt x="41515" y="857386"/>
                    </a:cubicBezTo>
                    <a:cubicBezTo>
                      <a:pt x="143473" y="857386"/>
                      <a:pt x="176437" y="718618"/>
                      <a:pt x="176437" y="650741"/>
                    </a:cubicBezTo>
                    <a:lnTo>
                      <a:pt x="176437" y="219042"/>
                    </a:lnTo>
                    <a:cubicBezTo>
                      <a:pt x="176437" y="212876"/>
                      <a:pt x="172289" y="203603"/>
                      <a:pt x="164082" y="203603"/>
                    </a:cubicBezTo>
                    <a:cubicBezTo>
                      <a:pt x="142436" y="203603"/>
                      <a:pt x="119799" y="234436"/>
                      <a:pt x="48730" y="252935"/>
                    </a:cubicBezTo>
                    <a:cubicBezTo>
                      <a:pt x="29159" y="258111"/>
                      <a:pt x="24018" y="259147"/>
                      <a:pt x="24018" y="266303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27" name="Gráfico 12">
                <a:extLst>
                  <a:ext uri="{FF2B5EF4-FFF2-40B4-BE49-F238E27FC236}">
                    <a16:creationId xmlns:a16="http://schemas.microsoft.com/office/drawing/2014/main" id="{ECC651A9-3A15-425A-8627-3C9835896BA1}"/>
                  </a:ext>
                </a:extLst>
              </p:cNvPr>
              <p:cNvSpPr/>
              <p:nvPr/>
            </p:nvSpPr>
            <p:spPr>
              <a:xfrm>
                <a:off x="4517590" y="1851952"/>
                <a:ext cx="390291" cy="452269"/>
              </a:xfrm>
              <a:custGeom>
                <a:avLst/>
                <a:gdLst>
                  <a:gd name="connsiteX0" fmla="*/ 369 w 390291"/>
                  <a:gd name="connsiteY0" fmla="*/ 240647 h 452269"/>
                  <a:gd name="connsiteX1" fmla="*/ 208389 w 390291"/>
                  <a:gd name="connsiteY1" fmla="*/ 452378 h 452269"/>
                  <a:gd name="connsiteX2" fmla="*/ 390660 w 390291"/>
                  <a:gd name="connsiteY2" fmla="*/ 353715 h 452269"/>
                  <a:gd name="connsiteX3" fmla="*/ 386512 w 390291"/>
                  <a:gd name="connsiteY3" fmla="*/ 347548 h 452269"/>
                  <a:gd name="connsiteX4" fmla="*/ 241308 w 390291"/>
                  <a:gd name="connsiteY4" fmla="*/ 400976 h 452269"/>
                  <a:gd name="connsiteX5" fmla="*/ 75541 w 390291"/>
                  <a:gd name="connsiteY5" fmla="*/ 181008 h 452269"/>
                  <a:gd name="connsiteX6" fmla="*/ 361800 w 390291"/>
                  <a:gd name="connsiteY6" fmla="*/ 181008 h 452269"/>
                  <a:gd name="connsiteX7" fmla="*/ 384482 w 390291"/>
                  <a:gd name="connsiteY7" fmla="*/ 163544 h 452269"/>
                  <a:gd name="connsiteX8" fmla="*/ 202211 w 390291"/>
                  <a:gd name="connsiteY8" fmla="*/ 109 h 452269"/>
                  <a:gd name="connsiteX9" fmla="*/ 369 w 390291"/>
                  <a:gd name="connsiteY9" fmla="*/ 240647 h 452269"/>
                  <a:gd name="connsiteX10" fmla="*/ 75541 w 390291"/>
                  <a:gd name="connsiteY10" fmla="*/ 153281 h 452269"/>
                  <a:gd name="connsiteX11" fmla="*/ 184669 w 390291"/>
                  <a:gd name="connsiteY11" fmla="*/ 23740 h 452269"/>
                  <a:gd name="connsiteX12" fmla="*/ 298984 w 390291"/>
                  <a:gd name="connsiteY12" fmla="*/ 132711 h 452269"/>
                  <a:gd name="connsiteX13" fmla="*/ 280450 w 390291"/>
                  <a:gd name="connsiteY13" fmla="*/ 153281 h 452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0291" h="452269">
                    <a:moveTo>
                      <a:pt x="369" y="240647"/>
                    </a:moveTo>
                    <a:cubicBezTo>
                      <a:pt x="369" y="309514"/>
                      <a:pt x="53896" y="452378"/>
                      <a:pt x="208389" y="452378"/>
                    </a:cubicBezTo>
                    <a:cubicBezTo>
                      <a:pt x="301058" y="452378"/>
                      <a:pt x="390660" y="379416"/>
                      <a:pt x="390660" y="353715"/>
                    </a:cubicBezTo>
                    <a:cubicBezTo>
                      <a:pt x="390660" y="349619"/>
                      <a:pt x="389623" y="347548"/>
                      <a:pt x="386512" y="347548"/>
                    </a:cubicBezTo>
                    <a:cubicBezTo>
                      <a:pt x="362837" y="347548"/>
                      <a:pt x="331948" y="400976"/>
                      <a:pt x="241308" y="400976"/>
                    </a:cubicBezTo>
                    <a:cubicBezTo>
                      <a:pt x="175425" y="400976"/>
                      <a:pt x="75541" y="346513"/>
                      <a:pt x="75541" y="181008"/>
                    </a:cubicBezTo>
                    <a:lnTo>
                      <a:pt x="361800" y="181008"/>
                    </a:lnTo>
                    <a:cubicBezTo>
                      <a:pt x="380334" y="181008"/>
                      <a:pt x="384482" y="175877"/>
                      <a:pt x="384482" y="163544"/>
                    </a:cubicBezTo>
                    <a:cubicBezTo>
                      <a:pt x="384482" y="121414"/>
                      <a:pt x="327844" y="109"/>
                      <a:pt x="202211" y="109"/>
                    </a:cubicBezTo>
                    <a:cubicBezTo>
                      <a:pt x="72429" y="109"/>
                      <a:pt x="369" y="112141"/>
                      <a:pt x="369" y="240647"/>
                    </a:cubicBezTo>
                    <a:close/>
                    <a:moveTo>
                      <a:pt x="75541" y="153281"/>
                    </a:moveTo>
                    <a:cubicBezTo>
                      <a:pt x="75541" y="94677"/>
                      <a:pt x="122890" y="23740"/>
                      <a:pt x="184669" y="23740"/>
                    </a:cubicBezTo>
                    <a:cubicBezTo>
                      <a:pt x="242345" y="23740"/>
                      <a:pt x="298984" y="76178"/>
                      <a:pt x="298984" y="132711"/>
                    </a:cubicBezTo>
                    <a:cubicBezTo>
                      <a:pt x="298984" y="146079"/>
                      <a:pt x="293843" y="153281"/>
                      <a:pt x="280450" y="153281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</p:grpSp>
        <p:grpSp>
          <p:nvGrpSpPr>
            <p:cNvPr id="28" name="Gráfico 12">
              <a:extLst>
                <a:ext uri="{FF2B5EF4-FFF2-40B4-BE49-F238E27FC236}">
                  <a16:creationId xmlns:a16="http://schemas.microsoft.com/office/drawing/2014/main" id="{93043A15-0268-42B2-A2A0-E29F35AD40A3}"/>
                </a:ext>
              </a:extLst>
            </p:cNvPr>
            <p:cNvGrpSpPr/>
            <p:nvPr/>
          </p:nvGrpSpPr>
          <p:grpSpPr>
            <a:xfrm>
              <a:off x="408717" y="1464291"/>
              <a:ext cx="373598" cy="420176"/>
              <a:chOff x="408747" y="1875368"/>
              <a:chExt cx="373598" cy="420176"/>
            </a:xfrm>
            <a:grpFill/>
          </p:grpSpPr>
          <p:sp>
            <p:nvSpPr>
              <p:cNvPr id="29" name="Gráfico 12">
                <a:extLst>
                  <a:ext uri="{FF2B5EF4-FFF2-40B4-BE49-F238E27FC236}">
                    <a16:creationId xmlns:a16="http://schemas.microsoft.com/office/drawing/2014/main" id="{0D2ADBE4-5FB2-4411-B00D-B429EB8BE9D8}"/>
                  </a:ext>
                </a:extLst>
              </p:cNvPr>
              <p:cNvSpPr/>
              <p:nvPr/>
            </p:nvSpPr>
            <p:spPr>
              <a:xfrm>
                <a:off x="408747" y="2051000"/>
                <a:ext cx="211041" cy="244543"/>
              </a:xfrm>
              <a:custGeom>
                <a:avLst/>
                <a:gdLst>
                  <a:gd name="connsiteX0" fmla="*/ 14 w 211041"/>
                  <a:gd name="connsiteY0" fmla="*/ 130145 h 244543"/>
                  <a:gd name="connsiteX1" fmla="*/ 112525 w 211041"/>
                  <a:gd name="connsiteY1" fmla="*/ 244653 h 244543"/>
                  <a:gd name="connsiteX2" fmla="*/ 211056 w 211041"/>
                  <a:gd name="connsiteY2" fmla="*/ 191270 h 244543"/>
                  <a:gd name="connsiteX3" fmla="*/ 208846 w 211041"/>
                  <a:gd name="connsiteY3" fmla="*/ 187939 h 244543"/>
                  <a:gd name="connsiteX4" fmla="*/ 130337 w 211041"/>
                  <a:gd name="connsiteY4" fmla="*/ 216836 h 244543"/>
                  <a:gd name="connsiteX5" fmla="*/ 40689 w 211041"/>
                  <a:gd name="connsiteY5" fmla="*/ 97918 h 244543"/>
                  <a:gd name="connsiteX6" fmla="*/ 195453 w 211041"/>
                  <a:gd name="connsiteY6" fmla="*/ 97918 h 244543"/>
                  <a:gd name="connsiteX7" fmla="*/ 207719 w 211041"/>
                  <a:gd name="connsiteY7" fmla="*/ 88465 h 244543"/>
                  <a:gd name="connsiteX8" fmla="*/ 109142 w 211041"/>
                  <a:gd name="connsiteY8" fmla="*/ 109 h 244543"/>
                  <a:gd name="connsiteX9" fmla="*/ 14 w 211041"/>
                  <a:gd name="connsiteY9" fmla="*/ 130145 h 244543"/>
                  <a:gd name="connsiteX10" fmla="*/ 40689 w 211041"/>
                  <a:gd name="connsiteY10" fmla="*/ 82929 h 244543"/>
                  <a:gd name="connsiteX11" fmla="*/ 99718 w 211041"/>
                  <a:gd name="connsiteY11" fmla="*/ 12892 h 244543"/>
                  <a:gd name="connsiteX12" fmla="*/ 161497 w 211041"/>
                  <a:gd name="connsiteY12" fmla="*/ 71811 h 244543"/>
                  <a:gd name="connsiteX13" fmla="*/ 151486 w 211041"/>
                  <a:gd name="connsiteY13" fmla="*/ 82929 h 244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1041" h="244543">
                    <a:moveTo>
                      <a:pt x="14" y="130145"/>
                    </a:moveTo>
                    <a:cubicBezTo>
                      <a:pt x="14" y="167414"/>
                      <a:pt x="29010" y="244653"/>
                      <a:pt x="112525" y="244653"/>
                    </a:cubicBezTo>
                    <a:cubicBezTo>
                      <a:pt x="162624" y="244653"/>
                      <a:pt x="211056" y="205178"/>
                      <a:pt x="211056" y="191270"/>
                    </a:cubicBezTo>
                    <a:cubicBezTo>
                      <a:pt x="211056" y="189065"/>
                      <a:pt x="210515" y="187939"/>
                      <a:pt x="208846" y="187939"/>
                    </a:cubicBezTo>
                    <a:cubicBezTo>
                      <a:pt x="196039" y="187939"/>
                      <a:pt x="179309" y="216836"/>
                      <a:pt x="130337" y="216836"/>
                    </a:cubicBezTo>
                    <a:cubicBezTo>
                      <a:pt x="94667" y="216836"/>
                      <a:pt x="40689" y="187399"/>
                      <a:pt x="40689" y="97918"/>
                    </a:cubicBezTo>
                    <a:lnTo>
                      <a:pt x="195453" y="97918"/>
                    </a:lnTo>
                    <a:cubicBezTo>
                      <a:pt x="205509" y="97918"/>
                      <a:pt x="207719" y="95127"/>
                      <a:pt x="207719" y="88465"/>
                    </a:cubicBezTo>
                    <a:cubicBezTo>
                      <a:pt x="207719" y="65690"/>
                      <a:pt x="177100" y="109"/>
                      <a:pt x="109142" y="109"/>
                    </a:cubicBezTo>
                    <a:cubicBezTo>
                      <a:pt x="39021" y="109"/>
                      <a:pt x="14" y="60694"/>
                      <a:pt x="14" y="130145"/>
                    </a:cubicBezTo>
                    <a:close/>
                    <a:moveTo>
                      <a:pt x="40689" y="82929"/>
                    </a:moveTo>
                    <a:cubicBezTo>
                      <a:pt x="40689" y="51241"/>
                      <a:pt x="66303" y="12892"/>
                      <a:pt x="99718" y="12892"/>
                    </a:cubicBezTo>
                    <a:cubicBezTo>
                      <a:pt x="130878" y="12892"/>
                      <a:pt x="161497" y="41249"/>
                      <a:pt x="161497" y="71811"/>
                    </a:cubicBezTo>
                    <a:cubicBezTo>
                      <a:pt x="161497" y="79013"/>
                      <a:pt x="158701" y="82929"/>
                      <a:pt x="151486" y="82929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30" name="Gráfico 12">
                <a:extLst>
                  <a:ext uri="{FF2B5EF4-FFF2-40B4-BE49-F238E27FC236}">
                    <a16:creationId xmlns:a16="http://schemas.microsoft.com/office/drawing/2014/main" id="{BAAAF63E-55BD-4789-BA5D-0A4812881FCC}"/>
                  </a:ext>
                </a:extLst>
              </p:cNvPr>
              <p:cNvSpPr/>
              <p:nvPr/>
            </p:nvSpPr>
            <p:spPr>
              <a:xfrm>
                <a:off x="657615" y="1875368"/>
                <a:ext cx="124731" cy="416260"/>
              </a:xfrm>
              <a:custGeom>
                <a:avLst/>
                <a:gdLst>
                  <a:gd name="connsiteX0" fmla="*/ 35 w 124731"/>
                  <a:gd name="connsiteY0" fmla="*/ 34047 h 416260"/>
                  <a:gd name="connsiteX1" fmla="*/ 37915 w 124731"/>
                  <a:gd name="connsiteY1" fmla="*/ 64024 h 416260"/>
                  <a:gd name="connsiteX2" fmla="*/ 37915 w 124731"/>
                  <a:gd name="connsiteY2" fmla="*/ 377480 h 416260"/>
                  <a:gd name="connsiteX3" fmla="*/ 10633 w 124731"/>
                  <a:gd name="connsiteY3" fmla="*/ 409168 h 416260"/>
                  <a:gd name="connsiteX4" fmla="*/ 17307 w 124731"/>
                  <a:gd name="connsiteY4" fmla="*/ 416369 h 416260"/>
                  <a:gd name="connsiteX5" fmla="*/ 60733 w 124731"/>
                  <a:gd name="connsiteY5" fmla="*/ 414164 h 416260"/>
                  <a:gd name="connsiteX6" fmla="*/ 112546 w 124731"/>
                  <a:gd name="connsiteY6" fmla="*/ 416369 h 416260"/>
                  <a:gd name="connsiteX7" fmla="*/ 124767 w 124731"/>
                  <a:gd name="connsiteY7" fmla="*/ 408627 h 416260"/>
                  <a:gd name="connsiteX8" fmla="*/ 78545 w 124731"/>
                  <a:gd name="connsiteY8" fmla="*/ 371944 h 416260"/>
                  <a:gd name="connsiteX9" fmla="*/ 78545 w 124731"/>
                  <a:gd name="connsiteY9" fmla="*/ 8481 h 416260"/>
                  <a:gd name="connsiteX10" fmla="*/ 71871 w 124731"/>
                  <a:gd name="connsiteY10" fmla="*/ 109 h 416260"/>
                  <a:gd name="connsiteX11" fmla="*/ 9505 w 124731"/>
                  <a:gd name="connsiteY11" fmla="*/ 26800 h 416260"/>
                  <a:gd name="connsiteX12" fmla="*/ 35 w 124731"/>
                  <a:gd name="connsiteY12" fmla="*/ 34047 h 416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4731" h="416260">
                    <a:moveTo>
                      <a:pt x="35" y="34047"/>
                    </a:moveTo>
                    <a:cubicBezTo>
                      <a:pt x="35" y="45705"/>
                      <a:pt x="37915" y="31256"/>
                      <a:pt x="37915" y="64024"/>
                    </a:cubicBezTo>
                    <a:lnTo>
                      <a:pt x="37915" y="377480"/>
                    </a:lnTo>
                    <a:cubicBezTo>
                      <a:pt x="37915" y="403586"/>
                      <a:pt x="10633" y="400255"/>
                      <a:pt x="10633" y="409168"/>
                    </a:cubicBezTo>
                    <a:cubicBezTo>
                      <a:pt x="10633" y="414164"/>
                      <a:pt x="12842" y="416369"/>
                      <a:pt x="17307" y="416369"/>
                    </a:cubicBezTo>
                    <a:cubicBezTo>
                      <a:pt x="23439" y="416369"/>
                      <a:pt x="32909" y="414164"/>
                      <a:pt x="60733" y="414164"/>
                    </a:cubicBezTo>
                    <a:cubicBezTo>
                      <a:pt x="87473" y="414164"/>
                      <a:pt x="102490" y="416369"/>
                      <a:pt x="112546" y="416369"/>
                    </a:cubicBezTo>
                    <a:cubicBezTo>
                      <a:pt x="120302" y="416369"/>
                      <a:pt x="124767" y="415289"/>
                      <a:pt x="124767" y="408627"/>
                    </a:cubicBezTo>
                    <a:cubicBezTo>
                      <a:pt x="124767" y="393594"/>
                      <a:pt x="78545" y="409168"/>
                      <a:pt x="78545" y="371944"/>
                    </a:cubicBezTo>
                    <a:lnTo>
                      <a:pt x="78545" y="8481"/>
                    </a:lnTo>
                    <a:cubicBezTo>
                      <a:pt x="78545" y="5150"/>
                      <a:pt x="76335" y="109"/>
                      <a:pt x="71871" y="109"/>
                    </a:cubicBezTo>
                    <a:cubicBezTo>
                      <a:pt x="60191" y="109"/>
                      <a:pt x="45175" y="18473"/>
                      <a:pt x="9505" y="26800"/>
                    </a:cubicBezTo>
                    <a:cubicBezTo>
                      <a:pt x="2831" y="28466"/>
                      <a:pt x="35" y="29006"/>
                      <a:pt x="35" y="34047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</p:grpSp>
      </p:grpSp>
      <p:sp>
        <p:nvSpPr>
          <p:cNvPr id="31" name="Gráfico 12">
            <a:extLst>
              <a:ext uri="{FF2B5EF4-FFF2-40B4-BE49-F238E27FC236}">
                <a16:creationId xmlns:a16="http://schemas.microsoft.com/office/drawing/2014/main" id="{877EC915-CCBE-4E6E-9B9B-3FD79D15BE65}"/>
              </a:ext>
            </a:extLst>
          </p:cNvPr>
          <p:cNvSpPr/>
          <p:nvPr/>
        </p:nvSpPr>
        <p:spPr>
          <a:xfrm>
            <a:off x="432864" y="2143954"/>
            <a:ext cx="3710317" cy="11522"/>
          </a:xfrm>
          <a:custGeom>
            <a:avLst/>
            <a:gdLst>
              <a:gd name="connsiteX0" fmla="*/ -34 w 3710317"/>
              <a:gd name="connsiteY0" fmla="*/ 118 h 11522"/>
              <a:gd name="connsiteX1" fmla="*/ 3710284 w 3710317"/>
              <a:gd name="connsiteY1" fmla="*/ 118 h 1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0317" h="11522">
                <a:moveTo>
                  <a:pt x="-34" y="118"/>
                </a:moveTo>
                <a:lnTo>
                  <a:pt x="3710284" y="118"/>
                </a:lnTo>
              </a:path>
            </a:pathLst>
          </a:custGeom>
          <a:solidFill>
            <a:schemeClr val="tx2"/>
          </a:solidFill>
          <a:ln w="34492" cap="flat">
            <a:solidFill>
              <a:srgbClr val="042E40"/>
            </a:solidFill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32" name="Gráfico 12">
            <a:extLst>
              <a:ext uri="{FF2B5EF4-FFF2-40B4-BE49-F238E27FC236}">
                <a16:creationId xmlns:a16="http://schemas.microsoft.com/office/drawing/2014/main" id="{1390171C-5506-4746-9DB5-465ABFC85E52}"/>
              </a:ext>
            </a:extLst>
          </p:cNvPr>
          <p:cNvSpPr/>
          <p:nvPr/>
        </p:nvSpPr>
        <p:spPr>
          <a:xfrm>
            <a:off x="4376050" y="2143954"/>
            <a:ext cx="534999" cy="11522"/>
          </a:xfrm>
          <a:custGeom>
            <a:avLst/>
            <a:gdLst>
              <a:gd name="connsiteX0" fmla="*/ 354 w 534999"/>
              <a:gd name="connsiteY0" fmla="*/ 118 h 11522"/>
              <a:gd name="connsiteX1" fmla="*/ 535353 w 534999"/>
              <a:gd name="connsiteY1" fmla="*/ 118 h 1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4999" h="11522">
                <a:moveTo>
                  <a:pt x="354" y="118"/>
                </a:moveTo>
                <a:lnTo>
                  <a:pt x="535353" y="118"/>
                </a:lnTo>
              </a:path>
            </a:pathLst>
          </a:custGeom>
          <a:solidFill>
            <a:schemeClr val="tx2"/>
          </a:solidFill>
          <a:ln w="34492" cap="flat">
            <a:solidFill>
              <a:srgbClr val="042E40"/>
            </a:solidFill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BD75C48D-DC0C-4696-9C28-2EECF20B7D51}"/>
              </a:ext>
            </a:extLst>
          </p:cNvPr>
          <p:cNvGrpSpPr/>
          <p:nvPr/>
        </p:nvGrpSpPr>
        <p:grpSpPr>
          <a:xfrm>
            <a:off x="321136" y="2397328"/>
            <a:ext cx="4536777" cy="220238"/>
            <a:chOff x="351364" y="2261301"/>
            <a:chExt cx="4536777" cy="220238"/>
          </a:xfrm>
          <a:solidFill>
            <a:srgbClr val="042E40"/>
          </a:solidFill>
        </p:grpSpPr>
        <p:grpSp>
          <p:nvGrpSpPr>
            <p:cNvPr id="33" name="Gráfico 12">
              <a:extLst>
                <a:ext uri="{FF2B5EF4-FFF2-40B4-BE49-F238E27FC236}">
                  <a16:creationId xmlns:a16="http://schemas.microsoft.com/office/drawing/2014/main" id="{21046B00-B889-4E69-A9BD-A0A6324CE0C6}"/>
                </a:ext>
              </a:extLst>
            </p:cNvPr>
            <p:cNvGrpSpPr/>
            <p:nvPr/>
          </p:nvGrpSpPr>
          <p:grpSpPr>
            <a:xfrm>
              <a:off x="351364" y="2261301"/>
              <a:ext cx="2669410" cy="220238"/>
              <a:chOff x="351394" y="2672378"/>
              <a:chExt cx="2669410" cy="220238"/>
            </a:xfrm>
            <a:grpFill/>
          </p:grpSpPr>
          <p:sp>
            <p:nvSpPr>
              <p:cNvPr id="35" name="Gráfico 12">
                <a:extLst>
                  <a:ext uri="{FF2B5EF4-FFF2-40B4-BE49-F238E27FC236}">
                    <a16:creationId xmlns:a16="http://schemas.microsoft.com/office/drawing/2014/main" id="{7FA1663F-A2E7-4A9A-A9D8-CC5AD6797B27}"/>
                  </a:ext>
                </a:extLst>
              </p:cNvPr>
              <p:cNvSpPr/>
              <p:nvPr/>
            </p:nvSpPr>
            <p:spPr>
              <a:xfrm>
                <a:off x="351394" y="2679759"/>
                <a:ext cx="155755" cy="167530"/>
              </a:xfrm>
              <a:custGeom>
                <a:avLst/>
                <a:gdLst>
                  <a:gd name="connsiteX0" fmla="*/ 10 w 155755"/>
                  <a:gd name="connsiteY0" fmla="*/ 87163 h 167530"/>
                  <a:gd name="connsiteX1" fmla="*/ 81811 w 155755"/>
                  <a:gd name="connsiteY1" fmla="*/ 167688 h 167530"/>
                  <a:gd name="connsiteX2" fmla="*/ 150400 w 155755"/>
                  <a:gd name="connsiteY2" fmla="*/ 149368 h 167530"/>
                  <a:gd name="connsiteX3" fmla="*/ 155766 w 155755"/>
                  <a:gd name="connsiteY3" fmla="*/ 126008 h 167530"/>
                  <a:gd name="connsiteX4" fmla="*/ 153647 w 155755"/>
                  <a:gd name="connsiteY4" fmla="*/ 123712 h 167530"/>
                  <a:gd name="connsiteX5" fmla="*/ 150670 w 155755"/>
                  <a:gd name="connsiteY5" fmla="*/ 126008 h 167530"/>
                  <a:gd name="connsiteX6" fmla="*/ 149724 w 155755"/>
                  <a:gd name="connsiteY6" fmla="*/ 128573 h 167530"/>
                  <a:gd name="connsiteX7" fmla="*/ 87854 w 155755"/>
                  <a:gd name="connsiteY7" fmla="*/ 160486 h 167530"/>
                  <a:gd name="connsiteX8" fmla="*/ 20167 w 155755"/>
                  <a:gd name="connsiteY8" fmla="*/ 79961 h 167530"/>
                  <a:gd name="connsiteX9" fmla="*/ 87133 w 155755"/>
                  <a:gd name="connsiteY9" fmla="*/ 6864 h 167530"/>
                  <a:gd name="connsiteX10" fmla="*/ 140209 w 155755"/>
                  <a:gd name="connsiteY10" fmla="*/ 34861 h 167530"/>
                  <a:gd name="connsiteX11" fmla="*/ 149047 w 155755"/>
                  <a:gd name="connsiteY11" fmla="*/ 49219 h 167530"/>
                  <a:gd name="connsiteX12" fmla="*/ 153196 w 155755"/>
                  <a:gd name="connsiteY12" fmla="*/ 54305 h 167530"/>
                  <a:gd name="connsiteX13" fmla="*/ 155541 w 155755"/>
                  <a:gd name="connsiteY13" fmla="*/ 49669 h 167530"/>
                  <a:gd name="connsiteX14" fmla="*/ 154143 w 155755"/>
                  <a:gd name="connsiteY14" fmla="*/ 24913 h 167530"/>
                  <a:gd name="connsiteX15" fmla="*/ 151347 w 155755"/>
                  <a:gd name="connsiteY15" fmla="*/ 15641 h 167530"/>
                  <a:gd name="connsiteX16" fmla="*/ 145800 w 155755"/>
                  <a:gd name="connsiteY16" fmla="*/ 17981 h 167530"/>
                  <a:gd name="connsiteX17" fmla="*/ 83660 w 155755"/>
                  <a:gd name="connsiteY17" fmla="*/ 157 h 167530"/>
                  <a:gd name="connsiteX18" fmla="*/ 10 w 155755"/>
                  <a:gd name="connsiteY18" fmla="*/ 87163 h 167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5755" h="167530">
                    <a:moveTo>
                      <a:pt x="10" y="87163"/>
                    </a:moveTo>
                    <a:cubicBezTo>
                      <a:pt x="10" y="134335"/>
                      <a:pt x="33155" y="167688"/>
                      <a:pt x="81811" y="167688"/>
                    </a:cubicBezTo>
                    <a:cubicBezTo>
                      <a:pt x="133490" y="167688"/>
                      <a:pt x="150174" y="150313"/>
                      <a:pt x="150400" y="149368"/>
                    </a:cubicBezTo>
                    <a:lnTo>
                      <a:pt x="155766" y="126008"/>
                    </a:lnTo>
                    <a:cubicBezTo>
                      <a:pt x="155766" y="124882"/>
                      <a:pt x="154819" y="123712"/>
                      <a:pt x="153647" y="123712"/>
                    </a:cubicBezTo>
                    <a:cubicBezTo>
                      <a:pt x="152023" y="123937"/>
                      <a:pt x="151347" y="124612"/>
                      <a:pt x="150670" y="126008"/>
                    </a:cubicBezTo>
                    <a:cubicBezTo>
                      <a:pt x="150400" y="126728"/>
                      <a:pt x="150174" y="127628"/>
                      <a:pt x="149724" y="128573"/>
                    </a:cubicBezTo>
                    <a:cubicBezTo>
                      <a:pt x="146026" y="136675"/>
                      <a:pt x="125373" y="160486"/>
                      <a:pt x="87854" y="160486"/>
                    </a:cubicBezTo>
                    <a:cubicBezTo>
                      <a:pt x="43120" y="160486"/>
                      <a:pt x="20167" y="120021"/>
                      <a:pt x="20167" y="79961"/>
                    </a:cubicBezTo>
                    <a:cubicBezTo>
                      <a:pt x="20167" y="36706"/>
                      <a:pt x="42173" y="6864"/>
                      <a:pt x="87133" y="6864"/>
                    </a:cubicBezTo>
                    <a:cubicBezTo>
                      <a:pt x="116354" y="6864"/>
                      <a:pt x="131190" y="22122"/>
                      <a:pt x="140209" y="34861"/>
                    </a:cubicBezTo>
                    <a:cubicBezTo>
                      <a:pt x="144177" y="40397"/>
                      <a:pt x="147649" y="45528"/>
                      <a:pt x="149047" y="49219"/>
                    </a:cubicBezTo>
                    <a:cubicBezTo>
                      <a:pt x="150174" y="52460"/>
                      <a:pt x="151798" y="54305"/>
                      <a:pt x="153196" y="54305"/>
                    </a:cubicBezTo>
                    <a:cubicBezTo>
                      <a:pt x="155270" y="54305"/>
                      <a:pt x="155541" y="51740"/>
                      <a:pt x="155541" y="49669"/>
                    </a:cubicBezTo>
                    <a:cubicBezTo>
                      <a:pt x="155541" y="49219"/>
                      <a:pt x="154594" y="35311"/>
                      <a:pt x="154143" y="24913"/>
                    </a:cubicBezTo>
                    <a:cubicBezTo>
                      <a:pt x="153917" y="20052"/>
                      <a:pt x="153647" y="15641"/>
                      <a:pt x="151347" y="15641"/>
                    </a:cubicBezTo>
                    <a:cubicBezTo>
                      <a:pt x="149047" y="15641"/>
                      <a:pt x="147649" y="17981"/>
                      <a:pt x="145800" y="17981"/>
                    </a:cubicBezTo>
                    <a:cubicBezTo>
                      <a:pt x="138811" y="17981"/>
                      <a:pt x="127221" y="157"/>
                      <a:pt x="83660" y="157"/>
                    </a:cubicBezTo>
                    <a:cubicBezTo>
                      <a:pt x="33831" y="157"/>
                      <a:pt x="10" y="39947"/>
                      <a:pt x="10" y="87163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36" name="Gráfico 12">
                <a:extLst>
                  <a:ext uri="{FF2B5EF4-FFF2-40B4-BE49-F238E27FC236}">
                    <a16:creationId xmlns:a16="http://schemas.microsoft.com/office/drawing/2014/main" id="{5734F64C-7E8A-48B1-8E9B-FBF39DE89ECF}"/>
                  </a:ext>
                </a:extLst>
              </p:cNvPr>
              <p:cNvSpPr/>
              <p:nvPr/>
            </p:nvSpPr>
            <p:spPr>
              <a:xfrm>
                <a:off x="520573" y="2745475"/>
                <a:ext cx="87843" cy="101814"/>
              </a:xfrm>
              <a:custGeom>
                <a:avLst/>
                <a:gdLst>
                  <a:gd name="connsiteX0" fmla="*/ 25 w 87843"/>
                  <a:gd name="connsiteY0" fmla="*/ 54305 h 101814"/>
                  <a:gd name="connsiteX1" fmla="*/ 46833 w 87843"/>
                  <a:gd name="connsiteY1" fmla="*/ 101972 h 101814"/>
                  <a:gd name="connsiteX2" fmla="*/ 87869 w 87843"/>
                  <a:gd name="connsiteY2" fmla="*/ 79736 h 101814"/>
                  <a:gd name="connsiteX3" fmla="*/ 86922 w 87843"/>
                  <a:gd name="connsiteY3" fmla="*/ 78341 h 101814"/>
                  <a:gd name="connsiteX4" fmla="*/ 54228 w 87843"/>
                  <a:gd name="connsiteY4" fmla="*/ 90404 h 101814"/>
                  <a:gd name="connsiteX5" fmla="*/ 16935 w 87843"/>
                  <a:gd name="connsiteY5" fmla="*/ 40892 h 101814"/>
                  <a:gd name="connsiteX6" fmla="*/ 81375 w 87843"/>
                  <a:gd name="connsiteY6" fmla="*/ 40892 h 101814"/>
                  <a:gd name="connsiteX7" fmla="*/ 86471 w 87843"/>
                  <a:gd name="connsiteY7" fmla="*/ 36931 h 101814"/>
                  <a:gd name="connsiteX8" fmla="*/ 45435 w 87843"/>
                  <a:gd name="connsiteY8" fmla="*/ 157 h 101814"/>
                  <a:gd name="connsiteX9" fmla="*/ 25 w 87843"/>
                  <a:gd name="connsiteY9" fmla="*/ 54305 h 101814"/>
                  <a:gd name="connsiteX10" fmla="*/ 16935 w 87843"/>
                  <a:gd name="connsiteY10" fmla="*/ 34635 h 101814"/>
                  <a:gd name="connsiteX11" fmla="*/ 41512 w 87843"/>
                  <a:gd name="connsiteY11" fmla="*/ 5468 h 101814"/>
                  <a:gd name="connsiteX12" fmla="*/ 67215 w 87843"/>
                  <a:gd name="connsiteY12" fmla="*/ 29999 h 101814"/>
                  <a:gd name="connsiteX13" fmla="*/ 63067 w 87843"/>
                  <a:gd name="connsiteY13" fmla="*/ 34635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7843" h="101814">
                    <a:moveTo>
                      <a:pt x="25" y="54305"/>
                    </a:moveTo>
                    <a:cubicBezTo>
                      <a:pt x="25" y="69789"/>
                      <a:pt x="12065" y="101972"/>
                      <a:pt x="46833" y="101972"/>
                    </a:cubicBezTo>
                    <a:cubicBezTo>
                      <a:pt x="67711" y="101972"/>
                      <a:pt x="87869" y="85543"/>
                      <a:pt x="87869" y="79736"/>
                    </a:cubicBezTo>
                    <a:cubicBezTo>
                      <a:pt x="87869" y="78836"/>
                      <a:pt x="87643" y="78341"/>
                      <a:pt x="86922" y="78341"/>
                    </a:cubicBezTo>
                    <a:cubicBezTo>
                      <a:pt x="81600" y="78341"/>
                      <a:pt x="74656" y="90404"/>
                      <a:pt x="54228" y="90404"/>
                    </a:cubicBezTo>
                    <a:cubicBezTo>
                      <a:pt x="39392" y="90404"/>
                      <a:pt x="16935" y="78116"/>
                      <a:pt x="16935" y="40892"/>
                    </a:cubicBezTo>
                    <a:lnTo>
                      <a:pt x="81375" y="40892"/>
                    </a:lnTo>
                    <a:cubicBezTo>
                      <a:pt x="85524" y="40892"/>
                      <a:pt x="86471" y="39722"/>
                      <a:pt x="86471" y="36931"/>
                    </a:cubicBezTo>
                    <a:cubicBezTo>
                      <a:pt x="86471" y="27434"/>
                      <a:pt x="73709" y="157"/>
                      <a:pt x="45435" y="157"/>
                    </a:cubicBezTo>
                    <a:cubicBezTo>
                      <a:pt x="16214" y="157"/>
                      <a:pt x="25" y="25363"/>
                      <a:pt x="25" y="54305"/>
                    </a:cubicBezTo>
                    <a:close/>
                    <a:moveTo>
                      <a:pt x="16935" y="34635"/>
                    </a:moveTo>
                    <a:cubicBezTo>
                      <a:pt x="16935" y="21447"/>
                      <a:pt x="27577" y="5468"/>
                      <a:pt x="41512" y="5468"/>
                    </a:cubicBezTo>
                    <a:cubicBezTo>
                      <a:pt x="54499" y="5468"/>
                      <a:pt x="67215" y="17261"/>
                      <a:pt x="67215" y="29999"/>
                    </a:cubicBezTo>
                    <a:cubicBezTo>
                      <a:pt x="67215" y="33015"/>
                      <a:pt x="66088" y="34635"/>
                      <a:pt x="63067" y="34635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37" name="Gráfico 12">
                <a:extLst>
                  <a:ext uri="{FF2B5EF4-FFF2-40B4-BE49-F238E27FC236}">
                    <a16:creationId xmlns:a16="http://schemas.microsoft.com/office/drawing/2014/main" id="{79D13601-463A-4B60-84C9-11C2C94D2D73}"/>
                  </a:ext>
                </a:extLst>
              </p:cNvPr>
              <p:cNvSpPr/>
              <p:nvPr/>
            </p:nvSpPr>
            <p:spPr>
              <a:xfrm>
                <a:off x="624150" y="2672378"/>
                <a:ext cx="51903" cy="173291"/>
              </a:xfrm>
              <a:custGeom>
                <a:avLst/>
                <a:gdLst>
                  <a:gd name="connsiteX0" fmla="*/ 34 w 51903"/>
                  <a:gd name="connsiteY0" fmla="*/ 14246 h 173291"/>
                  <a:gd name="connsiteX1" fmla="*/ 15817 w 51903"/>
                  <a:gd name="connsiteY1" fmla="*/ 26759 h 173291"/>
                  <a:gd name="connsiteX2" fmla="*/ 15817 w 51903"/>
                  <a:gd name="connsiteY2" fmla="*/ 157245 h 173291"/>
                  <a:gd name="connsiteX3" fmla="*/ 4453 w 51903"/>
                  <a:gd name="connsiteY3" fmla="*/ 170433 h 173291"/>
                  <a:gd name="connsiteX4" fmla="*/ 7204 w 51903"/>
                  <a:gd name="connsiteY4" fmla="*/ 173449 h 173291"/>
                  <a:gd name="connsiteX5" fmla="*/ 25286 w 51903"/>
                  <a:gd name="connsiteY5" fmla="*/ 172504 h 173291"/>
                  <a:gd name="connsiteX6" fmla="*/ 46842 w 51903"/>
                  <a:gd name="connsiteY6" fmla="*/ 173449 h 173291"/>
                  <a:gd name="connsiteX7" fmla="*/ 51937 w 51903"/>
                  <a:gd name="connsiteY7" fmla="*/ 170208 h 173291"/>
                  <a:gd name="connsiteX8" fmla="*/ 32727 w 51903"/>
                  <a:gd name="connsiteY8" fmla="*/ 154904 h 173291"/>
                  <a:gd name="connsiteX9" fmla="*/ 32727 w 51903"/>
                  <a:gd name="connsiteY9" fmla="*/ 3623 h 173291"/>
                  <a:gd name="connsiteX10" fmla="*/ 29931 w 51903"/>
                  <a:gd name="connsiteY10" fmla="*/ 157 h 173291"/>
                  <a:gd name="connsiteX11" fmla="*/ 3957 w 51903"/>
                  <a:gd name="connsiteY11" fmla="*/ 11230 h 173291"/>
                  <a:gd name="connsiteX12" fmla="*/ 34 w 51903"/>
                  <a:gd name="connsiteY12" fmla="*/ 14246 h 173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1903" h="173291">
                    <a:moveTo>
                      <a:pt x="34" y="14246"/>
                    </a:moveTo>
                    <a:cubicBezTo>
                      <a:pt x="34" y="19107"/>
                      <a:pt x="15817" y="13075"/>
                      <a:pt x="15817" y="26759"/>
                    </a:cubicBezTo>
                    <a:lnTo>
                      <a:pt x="15817" y="157245"/>
                    </a:lnTo>
                    <a:cubicBezTo>
                      <a:pt x="15817" y="168093"/>
                      <a:pt x="4453" y="166697"/>
                      <a:pt x="4453" y="170433"/>
                    </a:cubicBezTo>
                    <a:cubicBezTo>
                      <a:pt x="4453" y="172504"/>
                      <a:pt x="5355" y="173449"/>
                      <a:pt x="7204" y="173449"/>
                    </a:cubicBezTo>
                    <a:cubicBezTo>
                      <a:pt x="9774" y="173449"/>
                      <a:pt x="13697" y="172504"/>
                      <a:pt x="25286" y="172504"/>
                    </a:cubicBezTo>
                    <a:cubicBezTo>
                      <a:pt x="36425" y="172504"/>
                      <a:pt x="42693" y="173449"/>
                      <a:pt x="46842" y="173449"/>
                    </a:cubicBezTo>
                    <a:cubicBezTo>
                      <a:pt x="50088" y="173449"/>
                      <a:pt x="51937" y="172954"/>
                      <a:pt x="51937" y="170208"/>
                    </a:cubicBezTo>
                    <a:cubicBezTo>
                      <a:pt x="51937" y="163952"/>
                      <a:pt x="32727" y="170433"/>
                      <a:pt x="32727" y="154904"/>
                    </a:cubicBezTo>
                    <a:lnTo>
                      <a:pt x="32727" y="3623"/>
                    </a:lnTo>
                    <a:cubicBezTo>
                      <a:pt x="32727" y="2228"/>
                      <a:pt x="31780" y="157"/>
                      <a:pt x="29931" y="157"/>
                    </a:cubicBezTo>
                    <a:cubicBezTo>
                      <a:pt x="25061" y="157"/>
                      <a:pt x="18793" y="7764"/>
                      <a:pt x="3957" y="11230"/>
                    </a:cubicBezTo>
                    <a:cubicBezTo>
                      <a:pt x="1206" y="11950"/>
                      <a:pt x="34" y="12175"/>
                      <a:pt x="34" y="14246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38" name="Gráfico 12">
                <a:extLst>
                  <a:ext uri="{FF2B5EF4-FFF2-40B4-BE49-F238E27FC236}">
                    <a16:creationId xmlns:a16="http://schemas.microsoft.com/office/drawing/2014/main" id="{82DA7403-EDDF-4444-9702-DF2224470AF6}"/>
                  </a:ext>
                </a:extLst>
              </p:cNvPr>
              <p:cNvSpPr/>
              <p:nvPr/>
            </p:nvSpPr>
            <p:spPr>
              <a:xfrm>
                <a:off x="687903" y="2745475"/>
                <a:ext cx="87843" cy="101814"/>
              </a:xfrm>
              <a:custGeom>
                <a:avLst/>
                <a:gdLst>
                  <a:gd name="connsiteX0" fmla="*/ 39 w 87843"/>
                  <a:gd name="connsiteY0" fmla="*/ 54305 h 101814"/>
                  <a:gd name="connsiteX1" fmla="*/ 46847 w 87843"/>
                  <a:gd name="connsiteY1" fmla="*/ 101972 h 101814"/>
                  <a:gd name="connsiteX2" fmla="*/ 87883 w 87843"/>
                  <a:gd name="connsiteY2" fmla="*/ 79736 h 101814"/>
                  <a:gd name="connsiteX3" fmla="*/ 86936 w 87843"/>
                  <a:gd name="connsiteY3" fmla="*/ 78341 h 101814"/>
                  <a:gd name="connsiteX4" fmla="*/ 54243 w 87843"/>
                  <a:gd name="connsiteY4" fmla="*/ 90404 h 101814"/>
                  <a:gd name="connsiteX5" fmla="*/ 16950 w 87843"/>
                  <a:gd name="connsiteY5" fmla="*/ 40892 h 101814"/>
                  <a:gd name="connsiteX6" fmla="*/ 81389 w 87843"/>
                  <a:gd name="connsiteY6" fmla="*/ 40892 h 101814"/>
                  <a:gd name="connsiteX7" fmla="*/ 86485 w 87843"/>
                  <a:gd name="connsiteY7" fmla="*/ 36931 h 101814"/>
                  <a:gd name="connsiteX8" fmla="*/ 45449 w 87843"/>
                  <a:gd name="connsiteY8" fmla="*/ 157 h 101814"/>
                  <a:gd name="connsiteX9" fmla="*/ 39 w 87843"/>
                  <a:gd name="connsiteY9" fmla="*/ 54305 h 101814"/>
                  <a:gd name="connsiteX10" fmla="*/ 16950 w 87843"/>
                  <a:gd name="connsiteY10" fmla="*/ 34635 h 101814"/>
                  <a:gd name="connsiteX11" fmla="*/ 41526 w 87843"/>
                  <a:gd name="connsiteY11" fmla="*/ 5468 h 101814"/>
                  <a:gd name="connsiteX12" fmla="*/ 67230 w 87843"/>
                  <a:gd name="connsiteY12" fmla="*/ 29999 h 101814"/>
                  <a:gd name="connsiteX13" fmla="*/ 63081 w 87843"/>
                  <a:gd name="connsiteY13" fmla="*/ 34635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7843" h="101814">
                    <a:moveTo>
                      <a:pt x="39" y="54305"/>
                    </a:moveTo>
                    <a:cubicBezTo>
                      <a:pt x="39" y="69789"/>
                      <a:pt x="12079" y="101972"/>
                      <a:pt x="46847" y="101972"/>
                    </a:cubicBezTo>
                    <a:cubicBezTo>
                      <a:pt x="67726" y="101972"/>
                      <a:pt x="87883" y="85543"/>
                      <a:pt x="87883" y="79736"/>
                    </a:cubicBezTo>
                    <a:cubicBezTo>
                      <a:pt x="87883" y="78836"/>
                      <a:pt x="87658" y="78341"/>
                      <a:pt x="86936" y="78341"/>
                    </a:cubicBezTo>
                    <a:cubicBezTo>
                      <a:pt x="81615" y="78341"/>
                      <a:pt x="74670" y="90404"/>
                      <a:pt x="54243" y="90404"/>
                    </a:cubicBezTo>
                    <a:cubicBezTo>
                      <a:pt x="39407" y="90404"/>
                      <a:pt x="16950" y="78116"/>
                      <a:pt x="16950" y="40892"/>
                    </a:cubicBezTo>
                    <a:lnTo>
                      <a:pt x="81389" y="40892"/>
                    </a:lnTo>
                    <a:cubicBezTo>
                      <a:pt x="85538" y="40892"/>
                      <a:pt x="86485" y="39722"/>
                      <a:pt x="86485" y="36931"/>
                    </a:cubicBezTo>
                    <a:cubicBezTo>
                      <a:pt x="86485" y="27434"/>
                      <a:pt x="73723" y="157"/>
                      <a:pt x="45449" y="157"/>
                    </a:cubicBezTo>
                    <a:cubicBezTo>
                      <a:pt x="16228" y="157"/>
                      <a:pt x="39" y="25363"/>
                      <a:pt x="39" y="54305"/>
                    </a:cubicBezTo>
                    <a:close/>
                    <a:moveTo>
                      <a:pt x="16950" y="34635"/>
                    </a:moveTo>
                    <a:cubicBezTo>
                      <a:pt x="16950" y="21447"/>
                      <a:pt x="27592" y="5468"/>
                      <a:pt x="41526" y="5468"/>
                    </a:cubicBezTo>
                    <a:cubicBezTo>
                      <a:pt x="54513" y="5468"/>
                      <a:pt x="67230" y="17261"/>
                      <a:pt x="67230" y="29999"/>
                    </a:cubicBezTo>
                    <a:cubicBezTo>
                      <a:pt x="67230" y="33015"/>
                      <a:pt x="66102" y="34635"/>
                      <a:pt x="63081" y="34635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39" name="Gráfico 12">
                <a:extLst>
                  <a:ext uri="{FF2B5EF4-FFF2-40B4-BE49-F238E27FC236}">
                    <a16:creationId xmlns:a16="http://schemas.microsoft.com/office/drawing/2014/main" id="{B5B89A08-335A-44D5-82B0-5E3E04A680D2}"/>
                  </a:ext>
                </a:extLst>
              </p:cNvPr>
              <p:cNvSpPr/>
              <p:nvPr/>
            </p:nvSpPr>
            <p:spPr>
              <a:xfrm>
                <a:off x="785934" y="2672378"/>
                <a:ext cx="105430" cy="174912"/>
              </a:xfrm>
              <a:custGeom>
                <a:avLst/>
                <a:gdLst>
                  <a:gd name="connsiteX0" fmla="*/ 48 w 105430"/>
                  <a:gd name="connsiteY0" fmla="*/ 14246 h 174912"/>
                  <a:gd name="connsiteX1" fmla="*/ 15786 w 105430"/>
                  <a:gd name="connsiteY1" fmla="*/ 26759 h 174912"/>
                  <a:gd name="connsiteX2" fmla="*/ 15786 w 105430"/>
                  <a:gd name="connsiteY2" fmla="*/ 160711 h 174912"/>
                  <a:gd name="connsiteX3" fmla="*/ 15110 w 105430"/>
                  <a:gd name="connsiteY3" fmla="*/ 172279 h 174912"/>
                  <a:gd name="connsiteX4" fmla="*/ 17184 w 105430"/>
                  <a:gd name="connsiteY4" fmla="*/ 175069 h 174912"/>
                  <a:gd name="connsiteX5" fmla="*/ 25752 w 105430"/>
                  <a:gd name="connsiteY5" fmla="*/ 162331 h 174912"/>
                  <a:gd name="connsiteX6" fmla="*/ 57498 w 105430"/>
                  <a:gd name="connsiteY6" fmla="*/ 175069 h 174912"/>
                  <a:gd name="connsiteX7" fmla="*/ 105479 w 105430"/>
                  <a:gd name="connsiteY7" fmla="*/ 119751 h 174912"/>
                  <a:gd name="connsiteX8" fmla="*/ 66111 w 105430"/>
                  <a:gd name="connsiteY8" fmla="*/ 73255 h 174912"/>
                  <a:gd name="connsiteX9" fmla="*/ 32696 w 105430"/>
                  <a:gd name="connsiteY9" fmla="*/ 88513 h 174912"/>
                  <a:gd name="connsiteX10" fmla="*/ 32696 w 105430"/>
                  <a:gd name="connsiteY10" fmla="*/ 3623 h 174912"/>
                  <a:gd name="connsiteX11" fmla="*/ 29946 w 105430"/>
                  <a:gd name="connsiteY11" fmla="*/ 157 h 174912"/>
                  <a:gd name="connsiteX12" fmla="*/ 3971 w 105430"/>
                  <a:gd name="connsiteY12" fmla="*/ 11230 h 174912"/>
                  <a:gd name="connsiteX13" fmla="*/ 48 w 105430"/>
                  <a:gd name="connsiteY13" fmla="*/ 14246 h 174912"/>
                  <a:gd name="connsiteX14" fmla="*/ 32696 w 105430"/>
                  <a:gd name="connsiteY14" fmla="*/ 102647 h 174912"/>
                  <a:gd name="connsiteX15" fmla="*/ 33192 w 105430"/>
                  <a:gd name="connsiteY15" fmla="*/ 95940 h 174912"/>
                  <a:gd name="connsiteX16" fmla="*/ 55424 w 105430"/>
                  <a:gd name="connsiteY16" fmla="*/ 83877 h 174912"/>
                  <a:gd name="connsiteX17" fmla="*/ 93889 w 105430"/>
                  <a:gd name="connsiteY17" fmla="*/ 132264 h 174912"/>
                  <a:gd name="connsiteX18" fmla="*/ 61016 w 105430"/>
                  <a:gd name="connsiteY18" fmla="*/ 169938 h 174912"/>
                  <a:gd name="connsiteX19" fmla="*/ 32696 w 105430"/>
                  <a:gd name="connsiteY19" fmla="*/ 148423 h 174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05430" h="174912">
                    <a:moveTo>
                      <a:pt x="48" y="14246"/>
                    </a:moveTo>
                    <a:cubicBezTo>
                      <a:pt x="48" y="19107"/>
                      <a:pt x="15786" y="13075"/>
                      <a:pt x="15786" y="26759"/>
                    </a:cubicBezTo>
                    <a:lnTo>
                      <a:pt x="15786" y="160711"/>
                    </a:lnTo>
                    <a:cubicBezTo>
                      <a:pt x="15786" y="164402"/>
                      <a:pt x="15110" y="170433"/>
                      <a:pt x="15110" y="172279"/>
                    </a:cubicBezTo>
                    <a:cubicBezTo>
                      <a:pt x="15110" y="174574"/>
                      <a:pt x="16237" y="175069"/>
                      <a:pt x="17184" y="175069"/>
                    </a:cubicBezTo>
                    <a:cubicBezTo>
                      <a:pt x="20656" y="175069"/>
                      <a:pt x="23678" y="162556"/>
                      <a:pt x="25752" y="162331"/>
                    </a:cubicBezTo>
                    <a:cubicBezTo>
                      <a:pt x="27871" y="162106"/>
                      <a:pt x="40137" y="175069"/>
                      <a:pt x="57498" y="175069"/>
                    </a:cubicBezTo>
                    <a:cubicBezTo>
                      <a:pt x="91139" y="175069"/>
                      <a:pt x="105479" y="147973"/>
                      <a:pt x="105479" y="119751"/>
                    </a:cubicBezTo>
                    <a:cubicBezTo>
                      <a:pt x="105479" y="85273"/>
                      <a:pt x="82300" y="73255"/>
                      <a:pt x="66111" y="73255"/>
                    </a:cubicBezTo>
                    <a:cubicBezTo>
                      <a:pt x="56371" y="73255"/>
                      <a:pt x="45007" y="76946"/>
                      <a:pt x="32696" y="88513"/>
                    </a:cubicBezTo>
                    <a:lnTo>
                      <a:pt x="32696" y="3623"/>
                    </a:lnTo>
                    <a:cubicBezTo>
                      <a:pt x="32696" y="2228"/>
                      <a:pt x="31795" y="157"/>
                      <a:pt x="29946" y="157"/>
                    </a:cubicBezTo>
                    <a:cubicBezTo>
                      <a:pt x="24850" y="157"/>
                      <a:pt x="19484" y="7539"/>
                      <a:pt x="3971" y="11230"/>
                    </a:cubicBezTo>
                    <a:cubicBezTo>
                      <a:pt x="2122" y="11725"/>
                      <a:pt x="48" y="11950"/>
                      <a:pt x="48" y="14246"/>
                    </a:cubicBezTo>
                    <a:close/>
                    <a:moveTo>
                      <a:pt x="32696" y="102647"/>
                    </a:moveTo>
                    <a:cubicBezTo>
                      <a:pt x="32696" y="100081"/>
                      <a:pt x="32696" y="97786"/>
                      <a:pt x="33192" y="95940"/>
                    </a:cubicBezTo>
                    <a:cubicBezTo>
                      <a:pt x="33643" y="93600"/>
                      <a:pt x="46180" y="83877"/>
                      <a:pt x="55424" y="83877"/>
                    </a:cubicBezTo>
                    <a:cubicBezTo>
                      <a:pt x="80226" y="83877"/>
                      <a:pt x="93889" y="110254"/>
                      <a:pt x="93889" y="132264"/>
                    </a:cubicBezTo>
                    <a:cubicBezTo>
                      <a:pt x="93889" y="152609"/>
                      <a:pt x="82075" y="169938"/>
                      <a:pt x="61016" y="169938"/>
                    </a:cubicBezTo>
                    <a:cubicBezTo>
                      <a:pt x="50328" y="169938"/>
                      <a:pt x="32696" y="160486"/>
                      <a:pt x="32696" y="148423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40" name="Gráfico 12">
                <a:extLst>
                  <a:ext uri="{FF2B5EF4-FFF2-40B4-BE49-F238E27FC236}">
                    <a16:creationId xmlns:a16="http://schemas.microsoft.com/office/drawing/2014/main" id="{AEA44A0A-357E-48FC-AE90-2AD2EEE75B1F}"/>
                  </a:ext>
                </a:extLst>
              </p:cNvPr>
              <p:cNvSpPr/>
              <p:nvPr/>
            </p:nvSpPr>
            <p:spPr>
              <a:xfrm>
                <a:off x="902941" y="2743630"/>
                <a:ext cx="72331" cy="102039"/>
              </a:xfrm>
              <a:custGeom>
                <a:avLst/>
                <a:gdLst>
                  <a:gd name="connsiteX0" fmla="*/ 58 w 72331"/>
                  <a:gd name="connsiteY0" fmla="*/ 14246 h 102039"/>
                  <a:gd name="connsiteX1" fmla="*/ 16743 w 72331"/>
                  <a:gd name="connsiteY1" fmla="*/ 26759 h 102039"/>
                  <a:gd name="connsiteX2" fmla="*/ 16743 w 72331"/>
                  <a:gd name="connsiteY2" fmla="*/ 86893 h 102039"/>
                  <a:gd name="connsiteX3" fmla="*/ 4928 w 72331"/>
                  <a:gd name="connsiteY3" fmla="*/ 100081 h 102039"/>
                  <a:gd name="connsiteX4" fmla="*/ 7499 w 72331"/>
                  <a:gd name="connsiteY4" fmla="*/ 102197 h 102039"/>
                  <a:gd name="connsiteX5" fmla="*/ 28603 w 72331"/>
                  <a:gd name="connsiteY5" fmla="*/ 101252 h 102039"/>
                  <a:gd name="connsiteX6" fmla="*/ 50609 w 72331"/>
                  <a:gd name="connsiteY6" fmla="*/ 102197 h 102039"/>
                  <a:gd name="connsiteX7" fmla="*/ 54307 w 72331"/>
                  <a:gd name="connsiteY7" fmla="*/ 99631 h 102039"/>
                  <a:gd name="connsiteX8" fmla="*/ 33699 w 72331"/>
                  <a:gd name="connsiteY8" fmla="*/ 82032 h 102039"/>
                  <a:gd name="connsiteX9" fmla="*/ 33699 w 72331"/>
                  <a:gd name="connsiteY9" fmla="*/ 30900 h 102039"/>
                  <a:gd name="connsiteX10" fmla="*/ 48760 w 72331"/>
                  <a:gd name="connsiteY10" fmla="*/ 17486 h 102039"/>
                  <a:gd name="connsiteX11" fmla="*/ 64047 w 72331"/>
                  <a:gd name="connsiteY11" fmla="*/ 22798 h 102039"/>
                  <a:gd name="connsiteX12" fmla="*/ 72390 w 72331"/>
                  <a:gd name="connsiteY12" fmla="*/ 12400 h 102039"/>
                  <a:gd name="connsiteX13" fmla="*/ 57103 w 72331"/>
                  <a:gd name="connsiteY13" fmla="*/ 2003 h 102039"/>
                  <a:gd name="connsiteX14" fmla="*/ 34149 w 72331"/>
                  <a:gd name="connsiteY14" fmla="*/ 21222 h 102039"/>
                  <a:gd name="connsiteX15" fmla="*/ 33699 w 72331"/>
                  <a:gd name="connsiteY15" fmla="*/ 21222 h 102039"/>
                  <a:gd name="connsiteX16" fmla="*/ 33699 w 72331"/>
                  <a:gd name="connsiteY16" fmla="*/ 3623 h 102039"/>
                  <a:gd name="connsiteX17" fmla="*/ 30903 w 72331"/>
                  <a:gd name="connsiteY17" fmla="*/ 157 h 102039"/>
                  <a:gd name="connsiteX18" fmla="*/ 14669 w 72331"/>
                  <a:gd name="connsiteY18" fmla="*/ 8034 h 102039"/>
                  <a:gd name="connsiteX19" fmla="*/ 4252 w 72331"/>
                  <a:gd name="connsiteY19" fmla="*/ 11500 h 102039"/>
                  <a:gd name="connsiteX20" fmla="*/ 58 w 72331"/>
                  <a:gd name="connsiteY20" fmla="*/ 14246 h 10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2331" h="102039">
                    <a:moveTo>
                      <a:pt x="58" y="14246"/>
                    </a:moveTo>
                    <a:cubicBezTo>
                      <a:pt x="58" y="19107"/>
                      <a:pt x="16743" y="13345"/>
                      <a:pt x="16743" y="26759"/>
                    </a:cubicBezTo>
                    <a:lnTo>
                      <a:pt x="16743" y="86893"/>
                    </a:lnTo>
                    <a:cubicBezTo>
                      <a:pt x="16743" y="96165"/>
                      <a:pt x="4928" y="95220"/>
                      <a:pt x="4928" y="100081"/>
                    </a:cubicBezTo>
                    <a:cubicBezTo>
                      <a:pt x="4928" y="101477"/>
                      <a:pt x="5650" y="102197"/>
                      <a:pt x="7499" y="102197"/>
                    </a:cubicBezTo>
                    <a:cubicBezTo>
                      <a:pt x="9573" y="102197"/>
                      <a:pt x="13045" y="101252"/>
                      <a:pt x="28603" y="101252"/>
                    </a:cubicBezTo>
                    <a:cubicBezTo>
                      <a:pt x="42266" y="101252"/>
                      <a:pt x="46911" y="102197"/>
                      <a:pt x="50609" y="102197"/>
                    </a:cubicBezTo>
                    <a:cubicBezTo>
                      <a:pt x="53134" y="102197"/>
                      <a:pt x="54307" y="101702"/>
                      <a:pt x="54307" y="99631"/>
                    </a:cubicBezTo>
                    <a:cubicBezTo>
                      <a:pt x="54307" y="92249"/>
                      <a:pt x="33699" y="103097"/>
                      <a:pt x="33699" y="82032"/>
                    </a:cubicBezTo>
                    <a:lnTo>
                      <a:pt x="33699" y="30900"/>
                    </a:lnTo>
                    <a:cubicBezTo>
                      <a:pt x="33699" y="28154"/>
                      <a:pt x="39471" y="17486"/>
                      <a:pt x="48760" y="17486"/>
                    </a:cubicBezTo>
                    <a:cubicBezTo>
                      <a:pt x="57103" y="17486"/>
                      <a:pt x="59402" y="22798"/>
                      <a:pt x="64047" y="22798"/>
                    </a:cubicBezTo>
                    <a:cubicBezTo>
                      <a:pt x="66843" y="22798"/>
                      <a:pt x="72390" y="15866"/>
                      <a:pt x="72390" y="12400"/>
                    </a:cubicBezTo>
                    <a:cubicBezTo>
                      <a:pt x="72390" y="8034"/>
                      <a:pt x="61973" y="2003"/>
                      <a:pt x="57103" y="2003"/>
                    </a:cubicBezTo>
                    <a:cubicBezTo>
                      <a:pt x="47137" y="2003"/>
                      <a:pt x="38569" y="15191"/>
                      <a:pt x="34149" y="21222"/>
                    </a:cubicBezTo>
                    <a:lnTo>
                      <a:pt x="33699" y="21222"/>
                    </a:lnTo>
                    <a:lnTo>
                      <a:pt x="33699" y="3623"/>
                    </a:lnTo>
                    <a:cubicBezTo>
                      <a:pt x="33699" y="2228"/>
                      <a:pt x="32526" y="157"/>
                      <a:pt x="30903" y="157"/>
                    </a:cubicBezTo>
                    <a:cubicBezTo>
                      <a:pt x="27205" y="157"/>
                      <a:pt x="22335" y="4523"/>
                      <a:pt x="14669" y="8034"/>
                    </a:cubicBezTo>
                    <a:cubicBezTo>
                      <a:pt x="10746" y="9609"/>
                      <a:pt x="7048" y="10780"/>
                      <a:pt x="4252" y="11500"/>
                    </a:cubicBezTo>
                    <a:cubicBezTo>
                      <a:pt x="2178" y="11950"/>
                      <a:pt x="58" y="12400"/>
                      <a:pt x="58" y="14246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41" name="Gráfico 12">
                <a:extLst>
                  <a:ext uri="{FF2B5EF4-FFF2-40B4-BE49-F238E27FC236}">
                    <a16:creationId xmlns:a16="http://schemas.microsoft.com/office/drawing/2014/main" id="{6A415B9A-CB78-47FC-99FB-5621A9DDFE53}"/>
                  </a:ext>
                </a:extLst>
              </p:cNvPr>
              <p:cNvSpPr/>
              <p:nvPr/>
            </p:nvSpPr>
            <p:spPr>
              <a:xfrm>
                <a:off x="983859" y="2745475"/>
                <a:ext cx="87843" cy="101814"/>
              </a:xfrm>
              <a:custGeom>
                <a:avLst/>
                <a:gdLst>
                  <a:gd name="connsiteX0" fmla="*/ 65 w 87843"/>
                  <a:gd name="connsiteY0" fmla="*/ 54305 h 101814"/>
                  <a:gd name="connsiteX1" fmla="*/ 46873 w 87843"/>
                  <a:gd name="connsiteY1" fmla="*/ 101972 h 101814"/>
                  <a:gd name="connsiteX2" fmla="*/ 87909 w 87843"/>
                  <a:gd name="connsiteY2" fmla="*/ 79736 h 101814"/>
                  <a:gd name="connsiteX3" fmla="*/ 86962 w 87843"/>
                  <a:gd name="connsiteY3" fmla="*/ 78341 h 101814"/>
                  <a:gd name="connsiteX4" fmla="*/ 54268 w 87843"/>
                  <a:gd name="connsiteY4" fmla="*/ 90404 h 101814"/>
                  <a:gd name="connsiteX5" fmla="*/ 16975 w 87843"/>
                  <a:gd name="connsiteY5" fmla="*/ 40892 h 101814"/>
                  <a:gd name="connsiteX6" fmla="*/ 81415 w 87843"/>
                  <a:gd name="connsiteY6" fmla="*/ 40892 h 101814"/>
                  <a:gd name="connsiteX7" fmla="*/ 86511 w 87843"/>
                  <a:gd name="connsiteY7" fmla="*/ 36931 h 101814"/>
                  <a:gd name="connsiteX8" fmla="*/ 45475 w 87843"/>
                  <a:gd name="connsiteY8" fmla="*/ 157 h 101814"/>
                  <a:gd name="connsiteX9" fmla="*/ 65 w 87843"/>
                  <a:gd name="connsiteY9" fmla="*/ 54305 h 101814"/>
                  <a:gd name="connsiteX10" fmla="*/ 16975 w 87843"/>
                  <a:gd name="connsiteY10" fmla="*/ 34635 h 101814"/>
                  <a:gd name="connsiteX11" fmla="*/ 41552 w 87843"/>
                  <a:gd name="connsiteY11" fmla="*/ 5468 h 101814"/>
                  <a:gd name="connsiteX12" fmla="*/ 67255 w 87843"/>
                  <a:gd name="connsiteY12" fmla="*/ 29999 h 101814"/>
                  <a:gd name="connsiteX13" fmla="*/ 63107 w 87843"/>
                  <a:gd name="connsiteY13" fmla="*/ 34635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7843" h="101814">
                    <a:moveTo>
                      <a:pt x="65" y="54305"/>
                    </a:moveTo>
                    <a:cubicBezTo>
                      <a:pt x="65" y="69789"/>
                      <a:pt x="12105" y="101972"/>
                      <a:pt x="46873" y="101972"/>
                    </a:cubicBezTo>
                    <a:cubicBezTo>
                      <a:pt x="67751" y="101972"/>
                      <a:pt x="87909" y="85543"/>
                      <a:pt x="87909" y="79736"/>
                    </a:cubicBezTo>
                    <a:cubicBezTo>
                      <a:pt x="87909" y="78836"/>
                      <a:pt x="87683" y="78341"/>
                      <a:pt x="86962" y="78341"/>
                    </a:cubicBezTo>
                    <a:cubicBezTo>
                      <a:pt x="81641" y="78341"/>
                      <a:pt x="74696" y="90404"/>
                      <a:pt x="54268" y="90404"/>
                    </a:cubicBezTo>
                    <a:cubicBezTo>
                      <a:pt x="39432" y="90404"/>
                      <a:pt x="16975" y="78116"/>
                      <a:pt x="16975" y="40892"/>
                    </a:cubicBezTo>
                    <a:lnTo>
                      <a:pt x="81415" y="40892"/>
                    </a:lnTo>
                    <a:cubicBezTo>
                      <a:pt x="85564" y="40892"/>
                      <a:pt x="86511" y="39722"/>
                      <a:pt x="86511" y="36931"/>
                    </a:cubicBezTo>
                    <a:cubicBezTo>
                      <a:pt x="86511" y="27434"/>
                      <a:pt x="73749" y="157"/>
                      <a:pt x="45475" y="157"/>
                    </a:cubicBezTo>
                    <a:cubicBezTo>
                      <a:pt x="16254" y="157"/>
                      <a:pt x="65" y="25363"/>
                      <a:pt x="65" y="54305"/>
                    </a:cubicBezTo>
                    <a:close/>
                    <a:moveTo>
                      <a:pt x="16975" y="34635"/>
                    </a:moveTo>
                    <a:cubicBezTo>
                      <a:pt x="16975" y="21447"/>
                      <a:pt x="27617" y="5468"/>
                      <a:pt x="41552" y="5468"/>
                    </a:cubicBezTo>
                    <a:cubicBezTo>
                      <a:pt x="54539" y="5468"/>
                      <a:pt x="67255" y="17261"/>
                      <a:pt x="67255" y="29999"/>
                    </a:cubicBezTo>
                    <a:cubicBezTo>
                      <a:pt x="67255" y="33015"/>
                      <a:pt x="66128" y="34635"/>
                      <a:pt x="63107" y="34635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42" name="Gráfico 12">
                <a:extLst>
                  <a:ext uri="{FF2B5EF4-FFF2-40B4-BE49-F238E27FC236}">
                    <a16:creationId xmlns:a16="http://schemas.microsoft.com/office/drawing/2014/main" id="{27597603-C501-48CE-98E6-643C57E0B46E}"/>
                  </a:ext>
                </a:extLst>
              </p:cNvPr>
              <p:cNvSpPr/>
              <p:nvPr/>
            </p:nvSpPr>
            <p:spPr>
              <a:xfrm>
                <a:off x="1084911" y="2743630"/>
                <a:ext cx="172215" cy="102039"/>
              </a:xfrm>
              <a:custGeom>
                <a:avLst/>
                <a:gdLst>
                  <a:gd name="connsiteX0" fmla="*/ 74 w 172215"/>
                  <a:gd name="connsiteY0" fmla="*/ 14246 h 102039"/>
                  <a:gd name="connsiteX1" fmla="*/ 14639 w 172215"/>
                  <a:gd name="connsiteY1" fmla="*/ 26534 h 102039"/>
                  <a:gd name="connsiteX2" fmla="*/ 14639 w 172215"/>
                  <a:gd name="connsiteY2" fmla="*/ 86668 h 102039"/>
                  <a:gd name="connsiteX3" fmla="*/ 5169 w 172215"/>
                  <a:gd name="connsiteY3" fmla="*/ 99181 h 102039"/>
                  <a:gd name="connsiteX4" fmla="*/ 7920 w 172215"/>
                  <a:gd name="connsiteY4" fmla="*/ 102197 h 102039"/>
                  <a:gd name="connsiteX5" fmla="*/ 25101 w 172215"/>
                  <a:gd name="connsiteY5" fmla="*/ 101252 h 102039"/>
                  <a:gd name="connsiteX6" fmla="*/ 45484 w 172215"/>
                  <a:gd name="connsiteY6" fmla="*/ 102197 h 102039"/>
                  <a:gd name="connsiteX7" fmla="*/ 49407 w 172215"/>
                  <a:gd name="connsiteY7" fmla="*/ 98956 h 102039"/>
                  <a:gd name="connsiteX8" fmla="*/ 31595 w 172215"/>
                  <a:gd name="connsiteY8" fmla="*/ 82977 h 102039"/>
                  <a:gd name="connsiteX9" fmla="*/ 31595 w 172215"/>
                  <a:gd name="connsiteY9" fmla="*/ 30449 h 102039"/>
                  <a:gd name="connsiteX10" fmla="*/ 53601 w 172215"/>
                  <a:gd name="connsiteY10" fmla="*/ 10555 h 102039"/>
                  <a:gd name="connsiteX11" fmla="*/ 76058 w 172215"/>
                  <a:gd name="connsiteY11" fmla="*/ 36931 h 102039"/>
                  <a:gd name="connsiteX12" fmla="*/ 76058 w 172215"/>
                  <a:gd name="connsiteY12" fmla="*/ 86668 h 102039"/>
                  <a:gd name="connsiteX13" fmla="*/ 66588 w 172215"/>
                  <a:gd name="connsiteY13" fmla="*/ 99181 h 102039"/>
                  <a:gd name="connsiteX14" fmla="*/ 69339 w 172215"/>
                  <a:gd name="connsiteY14" fmla="*/ 102197 h 102039"/>
                  <a:gd name="connsiteX15" fmla="*/ 86520 w 172215"/>
                  <a:gd name="connsiteY15" fmla="*/ 101252 h 102039"/>
                  <a:gd name="connsiteX16" fmla="*/ 106902 w 172215"/>
                  <a:gd name="connsiteY16" fmla="*/ 102197 h 102039"/>
                  <a:gd name="connsiteX17" fmla="*/ 110871 w 172215"/>
                  <a:gd name="connsiteY17" fmla="*/ 98956 h 102039"/>
                  <a:gd name="connsiteX18" fmla="*/ 93013 w 172215"/>
                  <a:gd name="connsiteY18" fmla="*/ 83427 h 102039"/>
                  <a:gd name="connsiteX19" fmla="*/ 93013 w 172215"/>
                  <a:gd name="connsiteY19" fmla="*/ 23293 h 102039"/>
                  <a:gd name="connsiteX20" fmla="*/ 113396 w 172215"/>
                  <a:gd name="connsiteY20" fmla="*/ 10555 h 102039"/>
                  <a:gd name="connsiteX21" fmla="*/ 137521 w 172215"/>
                  <a:gd name="connsiteY21" fmla="*/ 42467 h 102039"/>
                  <a:gd name="connsiteX22" fmla="*/ 137521 w 172215"/>
                  <a:gd name="connsiteY22" fmla="*/ 86668 h 102039"/>
                  <a:gd name="connsiteX23" fmla="*/ 128006 w 172215"/>
                  <a:gd name="connsiteY23" fmla="*/ 99181 h 102039"/>
                  <a:gd name="connsiteX24" fmla="*/ 130802 w 172215"/>
                  <a:gd name="connsiteY24" fmla="*/ 102197 h 102039"/>
                  <a:gd name="connsiteX25" fmla="*/ 147938 w 172215"/>
                  <a:gd name="connsiteY25" fmla="*/ 101252 h 102039"/>
                  <a:gd name="connsiteX26" fmla="*/ 168321 w 172215"/>
                  <a:gd name="connsiteY26" fmla="*/ 102197 h 102039"/>
                  <a:gd name="connsiteX27" fmla="*/ 172289 w 172215"/>
                  <a:gd name="connsiteY27" fmla="*/ 98956 h 102039"/>
                  <a:gd name="connsiteX28" fmla="*/ 154432 w 172215"/>
                  <a:gd name="connsiteY28" fmla="*/ 83652 h 102039"/>
                  <a:gd name="connsiteX29" fmla="*/ 154432 w 172215"/>
                  <a:gd name="connsiteY29" fmla="*/ 40847 h 102039"/>
                  <a:gd name="connsiteX30" fmla="*/ 121287 w 172215"/>
                  <a:gd name="connsiteY30" fmla="*/ 2003 h 102039"/>
                  <a:gd name="connsiteX31" fmla="*/ 89045 w 172215"/>
                  <a:gd name="connsiteY31" fmla="*/ 18882 h 102039"/>
                  <a:gd name="connsiteX32" fmla="*/ 59373 w 172215"/>
                  <a:gd name="connsiteY32" fmla="*/ 2003 h 102039"/>
                  <a:gd name="connsiteX33" fmla="*/ 31595 w 172215"/>
                  <a:gd name="connsiteY33" fmla="*/ 17261 h 102039"/>
                  <a:gd name="connsiteX34" fmla="*/ 31595 w 172215"/>
                  <a:gd name="connsiteY34" fmla="*/ 4793 h 102039"/>
                  <a:gd name="connsiteX35" fmla="*/ 28799 w 172215"/>
                  <a:gd name="connsiteY35" fmla="*/ 157 h 102039"/>
                  <a:gd name="connsiteX36" fmla="*/ 12790 w 172215"/>
                  <a:gd name="connsiteY36" fmla="*/ 8034 h 102039"/>
                  <a:gd name="connsiteX37" fmla="*/ 3771 w 172215"/>
                  <a:gd name="connsiteY37" fmla="*/ 11230 h 102039"/>
                  <a:gd name="connsiteX38" fmla="*/ 74 w 172215"/>
                  <a:gd name="connsiteY38" fmla="*/ 14246 h 10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72215" h="102039">
                    <a:moveTo>
                      <a:pt x="74" y="14246"/>
                    </a:moveTo>
                    <a:cubicBezTo>
                      <a:pt x="74" y="19107"/>
                      <a:pt x="14639" y="13345"/>
                      <a:pt x="14639" y="26534"/>
                    </a:cubicBezTo>
                    <a:lnTo>
                      <a:pt x="14639" y="86668"/>
                    </a:lnTo>
                    <a:cubicBezTo>
                      <a:pt x="14639" y="96390"/>
                      <a:pt x="5169" y="95715"/>
                      <a:pt x="5169" y="99181"/>
                    </a:cubicBezTo>
                    <a:cubicBezTo>
                      <a:pt x="5169" y="101252"/>
                      <a:pt x="6071" y="102197"/>
                      <a:pt x="7920" y="102197"/>
                    </a:cubicBezTo>
                    <a:cubicBezTo>
                      <a:pt x="10716" y="102197"/>
                      <a:pt x="15586" y="101252"/>
                      <a:pt x="25101" y="101252"/>
                    </a:cubicBezTo>
                    <a:cubicBezTo>
                      <a:pt x="35067" y="101252"/>
                      <a:pt x="42012" y="102197"/>
                      <a:pt x="45484" y="102197"/>
                    </a:cubicBezTo>
                    <a:cubicBezTo>
                      <a:pt x="47784" y="102197"/>
                      <a:pt x="49407" y="101702"/>
                      <a:pt x="49407" y="98956"/>
                    </a:cubicBezTo>
                    <a:cubicBezTo>
                      <a:pt x="49407" y="92474"/>
                      <a:pt x="31595" y="99856"/>
                      <a:pt x="31595" y="82977"/>
                    </a:cubicBezTo>
                    <a:lnTo>
                      <a:pt x="31595" y="30449"/>
                    </a:lnTo>
                    <a:cubicBezTo>
                      <a:pt x="31595" y="16361"/>
                      <a:pt x="45033" y="10555"/>
                      <a:pt x="53601" y="10555"/>
                    </a:cubicBezTo>
                    <a:cubicBezTo>
                      <a:pt x="66813" y="10555"/>
                      <a:pt x="76058" y="21447"/>
                      <a:pt x="76058" y="36931"/>
                    </a:cubicBezTo>
                    <a:lnTo>
                      <a:pt x="76058" y="86668"/>
                    </a:lnTo>
                    <a:cubicBezTo>
                      <a:pt x="76058" y="96390"/>
                      <a:pt x="66588" y="95715"/>
                      <a:pt x="66588" y="99181"/>
                    </a:cubicBezTo>
                    <a:cubicBezTo>
                      <a:pt x="66588" y="101252"/>
                      <a:pt x="67490" y="102197"/>
                      <a:pt x="69339" y="102197"/>
                    </a:cubicBezTo>
                    <a:cubicBezTo>
                      <a:pt x="72135" y="102197"/>
                      <a:pt x="77005" y="101252"/>
                      <a:pt x="86520" y="101252"/>
                    </a:cubicBezTo>
                    <a:cubicBezTo>
                      <a:pt x="96486" y="101252"/>
                      <a:pt x="103430" y="102197"/>
                      <a:pt x="106902" y="102197"/>
                    </a:cubicBezTo>
                    <a:cubicBezTo>
                      <a:pt x="109247" y="102197"/>
                      <a:pt x="110871" y="101702"/>
                      <a:pt x="110871" y="98956"/>
                    </a:cubicBezTo>
                    <a:cubicBezTo>
                      <a:pt x="110871" y="92699"/>
                      <a:pt x="93013" y="99406"/>
                      <a:pt x="93013" y="83427"/>
                    </a:cubicBezTo>
                    <a:lnTo>
                      <a:pt x="93013" y="23293"/>
                    </a:lnTo>
                    <a:cubicBezTo>
                      <a:pt x="93013" y="20277"/>
                      <a:pt x="102258" y="10555"/>
                      <a:pt x="113396" y="10555"/>
                    </a:cubicBezTo>
                    <a:cubicBezTo>
                      <a:pt x="128006" y="10555"/>
                      <a:pt x="137521" y="21222"/>
                      <a:pt x="137521" y="42467"/>
                    </a:cubicBezTo>
                    <a:lnTo>
                      <a:pt x="137521" y="86668"/>
                    </a:lnTo>
                    <a:cubicBezTo>
                      <a:pt x="137521" y="96165"/>
                      <a:pt x="128006" y="95715"/>
                      <a:pt x="128006" y="99181"/>
                    </a:cubicBezTo>
                    <a:cubicBezTo>
                      <a:pt x="128006" y="101252"/>
                      <a:pt x="128908" y="102197"/>
                      <a:pt x="130802" y="102197"/>
                    </a:cubicBezTo>
                    <a:cubicBezTo>
                      <a:pt x="133553" y="102197"/>
                      <a:pt x="138423" y="101252"/>
                      <a:pt x="147938" y="101252"/>
                    </a:cubicBezTo>
                    <a:cubicBezTo>
                      <a:pt x="157904" y="101252"/>
                      <a:pt x="164849" y="102197"/>
                      <a:pt x="168321" y="102197"/>
                    </a:cubicBezTo>
                    <a:cubicBezTo>
                      <a:pt x="170666" y="102197"/>
                      <a:pt x="172289" y="101702"/>
                      <a:pt x="172289" y="98956"/>
                    </a:cubicBezTo>
                    <a:cubicBezTo>
                      <a:pt x="172289" y="92699"/>
                      <a:pt x="154432" y="99181"/>
                      <a:pt x="154432" y="83652"/>
                    </a:cubicBezTo>
                    <a:lnTo>
                      <a:pt x="154432" y="40847"/>
                    </a:lnTo>
                    <a:cubicBezTo>
                      <a:pt x="154432" y="16361"/>
                      <a:pt x="143068" y="2003"/>
                      <a:pt x="121287" y="2003"/>
                    </a:cubicBezTo>
                    <a:cubicBezTo>
                      <a:pt x="107128" y="2003"/>
                      <a:pt x="97162" y="6864"/>
                      <a:pt x="89045" y="18882"/>
                    </a:cubicBezTo>
                    <a:cubicBezTo>
                      <a:pt x="82326" y="7314"/>
                      <a:pt x="73983" y="2003"/>
                      <a:pt x="59373" y="2003"/>
                    </a:cubicBezTo>
                    <a:cubicBezTo>
                      <a:pt x="48731" y="2003"/>
                      <a:pt x="39441" y="8484"/>
                      <a:pt x="31595" y="17261"/>
                    </a:cubicBezTo>
                    <a:lnTo>
                      <a:pt x="31595" y="4793"/>
                    </a:lnTo>
                    <a:cubicBezTo>
                      <a:pt x="31595" y="1057"/>
                      <a:pt x="30197" y="157"/>
                      <a:pt x="28799" y="157"/>
                    </a:cubicBezTo>
                    <a:cubicBezTo>
                      <a:pt x="24876" y="157"/>
                      <a:pt x="20005" y="5018"/>
                      <a:pt x="12790" y="8034"/>
                    </a:cubicBezTo>
                    <a:cubicBezTo>
                      <a:pt x="9318" y="9384"/>
                      <a:pt x="8642" y="9879"/>
                      <a:pt x="3771" y="11230"/>
                    </a:cubicBezTo>
                    <a:cubicBezTo>
                      <a:pt x="1427" y="11950"/>
                      <a:pt x="74" y="12175"/>
                      <a:pt x="74" y="14246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43" name="Gráfico 12">
                <a:extLst>
                  <a:ext uri="{FF2B5EF4-FFF2-40B4-BE49-F238E27FC236}">
                    <a16:creationId xmlns:a16="http://schemas.microsoft.com/office/drawing/2014/main" id="{78F7AF49-A1D7-44E4-8DE4-8D763D84A93E}"/>
                  </a:ext>
                </a:extLst>
              </p:cNvPr>
              <p:cNvSpPr/>
              <p:nvPr/>
            </p:nvSpPr>
            <p:spPr>
              <a:xfrm>
                <a:off x="1266347" y="2745475"/>
                <a:ext cx="102003" cy="101814"/>
              </a:xfrm>
              <a:custGeom>
                <a:avLst/>
                <a:gdLst>
                  <a:gd name="connsiteX0" fmla="*/ 89 w 102003"/>
                  <a:gd name="connsiteY0" fmla="*/ 52910 h 101814"/>
                  <a:gd name="connsiteX1" fmla="*/ 52038 w 102003"/>
                  <a:gd name="connsiteY1" fmla="*/ 101972 h 101814"/>
                  <a:gd name="connsiteX2" fmla="*/ 102093 w 102003"/>
                  <a:gd name="connsiteY2" fmla="*/ 51740 h 101814"/>
                  <a:gd name="connsiteX3" fmla="*/ 51768 w 102003"/>
                  <a:gd name="connsiteY3" fmla="*/ 157 h 101814"/>
                  <a:gd name="connsiteX4" fmla="*/ 89 w 102003"/>
                  <a:gd name="connsiteY4" fmla="*/ 52910 h 101814"/>
                  <a:gd name="connsiteX5" fmla="*/ 48070 w 102003"/>
                  <a:gd name="connsiteY5" fmla="*/ 5243 h 101814"/>
                  <a:gd name="connsiteX6" fmla="*/ 85859 w 102003"/>
                  <a:gd name="connsiteY6" fmla="*/ 55205 h 101814"/>
                  <a:gd name="connsiteX7" fmla="*/ 54112 w 102003"/>
                  <a:gd name="connsiteY7" fmla="*/ 97111 h 101814"/>
                  <a:gd name="connsiteX8" fmla="*/ 16323 w 102003"/>
                  <a:gd name="connsiteY8" fmla="*/ 44808 h 101814"/>
                  <a:gd name="connsiteX9" fmla="*/ 48070 w 102003"/>
                  <a:gd name="connsiteY9" fmla="*/ 5243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2003" h="101814">
                    <a:moveTo>
                      <a:pt x="89" y="52910"/>
                    </a:moveTo>
                    <a:cubicBezTo>
                      <a:pt x="89" y="84147"/>
                      <a:pt x="21870" y="101972"/>
                      <a:pt x="52038" y="101972"/>
                    </a:cubicBezTo>
                    <a:cubicBezTo>
                      <a:pt x="80538" y="101972"/>
                      <a:pt x="102093" y="80186"/>
                      <a:pt x="102093" y="51740"/>
                    </a:cubicBezTo>
                    <a:cubicBezTo>
                      <a:pt x="102093" y="11725"/>
                      <a:pt x="73323" y="157"/>
                      <a:pt x="51768" y="157"/>
                    </a:cubicBezTo>
                    <a:cubicBezTo>
                      <a:pt x="22591" y="157"/>
                      <a:pt x="89" y="24463"/>
                      <a:pt x="89" y="52910"/>
                    </a:cubicBezTo>
                    <a:close/>
                    <a:moveTo>
                      <a:pt x="48070" y="5243"/>
                    </a:moveTo>
                    <a:cubicBezTo>
                      <a:pt x="76569" y="5243"/>
                      <a:pt x="85859" y="32295"/>
                      <a:pt x="85859" y="55205"/>
                    </a:cubicBezTo>
                    <a:cubicBezTo>
                      <a:pt x="85859" y="83427"/>
                      <a:pt x="73819" y="97111"/>
                      <a:pt x="54112" y="97111"/>
                    </a:cubicBezTo>
                    <a:cubicBezTo>
                      <a:pt x="26966" y="97111"/>
                      <a:pt x="16323" y="67268"/>
                      <a:pt x="16323" y="44808"/>
                    </a:cubicBezTo>
                    <a:cubicBezTo>
                      <a:pt x="16323" y="23068"/>
                      <a:pt x="27236" y="5243"/>
                      <a:pt x="48070" y="5243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44" name="Gráfico 12">
                <a:extLst>
                  <a:ext uri="{FF2B5EF4-FFF2-40B4-BE49-F238E27FC236}">
                    <a16:creationId xmlns:a16="http://schemas.microsoft.com/office/drawing/2014/main" id="{3F92083E-7769-4E1C-8ADC-E3DD01CDE378}"/>
                  </a:ext>
                </a:extLst>
              </p:cNvPr>
              <p:cNvSpPr/>
              <p:nvPr/>
            </p:nvSpPr>
            <p:spPr>
              <a:xfrm>
                <a:off x="1382678" y="2745475"/>
                <a:ext cx="62365" cy="101814"/>
              </a:xfrm>
              <a:custGeom>
                <a:avLst/>
                <a:gdLst>
                  <a:gd name="connsiteX0" fmla="*/ 1993 w 62365"/>
                  <a:gd name="connsiteY0" fmla="*/ 27929 h 101814"/>
                  <a:gd name="connsiteX1" fmla="*/ 30042 w 62365"/>
                  <a:gd name="connsiteY1" fmla="*/ 56601 h 101814"/>
                  <a:gd name="connsiteX2" fmla="*/ 51101 w 62365"/>
                  <a:gd name="connsiteY2" fmla="*/ 76946 h 101814"/>
                  <a:gd name="connsiteX3" fmla="*/ 30493 w 62365"/>
                  <a:gd name="connsiteY3" fmla="*/ 95940 h 101814"/>
                  <a:gd name="connsiteX4" fmla="*/ 2895 w 62365"/>
                  <a:gd name="connsiteY4" fmla="*/ 65378 h 101814"/>
                  <a:gd name="connsiteX5" fmla="*/ 99 w 62365"/>
                  <a:gd name="connsiteY5" fmla="*/ 72805 h 101814"/>
                  <a:gd name="connsiteX6" fmla="*/ 99 w 62365"/>
                  <a:gd name="connsiteY6" fmla="*/ 84823 h 101814"/>
                  <a:gd name="connsiteX7" fmla="*/ 4970 w 62365"/>
                  <a:gd name="connsiteY7" fmla="*/ 95220 h 101814"/>
                  <a:gd name="connsiteX8" fmla="*/ 30944 w 62365"/>
                  <a:gd name="connsiteY8" fmla="*/ 101972 h 101814"/>
                  <a:gd name="connsiteX9" fmla="*/ 62465 w 62365"/>
                  <a:gd name="connsiteY9" fmla="*/ 70239 h 101814"/>
                  <a:gd name="connsiteX10" fmla="*/ 50199 w 62365"/>
                  <a:gd name="connsiteY10" fmla="*/ 46203 h 101814"/>
                  <a:gd name="connsiteX11" fmla="*/ 24676 w 62365"/>
                  <a:gd name="connsiteY11" fmla="*/ 34410 h 101814"/>
                  <a:gd name="connsiteX12" fmla="*/ 12861 w 62365"/>
                  <a:gd name="connsiteY12" fmla="*/ 20502 h 101814"/>
                  <a:gd name="connsiteX13" fmla="*/ 29095 w 62365"/>
                  <a:gd name="connsiteY13" fmla="*/ 5693 h 101814"/>
                  <a:gd name="connsiteX14" fmla="*/ 54844 w 62365"/>
                  <a:gd name="connsiteY14" fmla="*/ 25813 h 101814"/>
                  <a:gd name="connsiteX15" fmla="*/ 57144 w 62365"/>
                  <a:gd name="connsiteY15" fmla="*/ 22347 h 101814"/>
                  <a:gd name="connsiteX16" fmla="*/ 57144 w 62365"/>
                  <a:gd name="connsiteY16" fmla="*/ 14966 h 101814"/>
                  <a:gd name="connsiteX17" fmla="*/ 56197 w 62365"/>
                  <a:gd name="connsiteY17" fmla="*/ 5919 h 101814"/>
                  <a:gd name="connsiteX18" fmla="*/ 33018 w 62365"/>
                  <a:gd name="connsiteY18" fmla="*/ 157 h 101814"/>
                  <a:gd name="connsiteX19" fmla="*/ 1993 w 62365"/>
                  <a:gd name="connsiteY19" fmla="*/ 27929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2365" h="101814">
                    <a:moveTo>
                      <a:pt x="1993" y="27929"/>
                    </a:moveTo>
                    <a:cubicBezTo>
                      <a:pt x="1993" y="44133"/>
                      <a:pt x="16829" y="50119"/>
                      <a:pt x="30042" y="56601"/>
                    </a:cubicBezTo>
                    <a:cubicBezTo>
                      <a:pt x="41135" y="61912"/>
                      <a:pt x="51101" y="65153"/>
                      <a:pt x="51101" y="76946"/>
                    </a:cubicBezTo>
                    <a:cubicBezTo>
                      <a:pt x="51101" y="89009"/>
                      <a:pt x="41857" y="95940"/>
                      <a:pt x="30493" y="95940"/>
                    </a:cubicBezTo>
                    <a:cubicBezTo>
                      <a:pt x="5240" y="95940"/>
                      <a:pt x="8216" y="65378"/>
                      <a:pt x="2895" y="65378"/>
                    </a:cubicBezTo>
                    <a:cubicBezTo>
                      <a:pt x="370" y="65378"/>
                      <a:pt x="99" y="69339"/>
                      <a:pt x="99" y="72805"/>
                    </a:cubicBezTo>
                    <a:lnTo>
                      <a:pt x="99" y="84823"/>
                    </a:lnTo>
                    <a:cubicBezTo>
                      <a:pt x="99" y="94095"/>
                      <a:pt x="821" y="95220"/>
                      <a:pt x="4970" y="95220"/>
                    </a:cubicBezTo>
                    <a:cubicBezTo>
                      <a:pt x="10561" y="95220"/>
                      <a:pt x="15657" y="101972"/>
                      <a:pt x="30944" y="101972"/>
                    </a:cubicBezTo>
                    <a:cubicBezTo>
                      <a:pt x="48576" y="101972"/>
                      <a:pt x="62465" y="87388"/>
                      <a:pt x="62465" y="70239"/>
                    </a:cubicBezTo>
                    <a:cubicBezTo>
                      <a:pt x="62465" y="58221"/>
                      <a:pt x="58091" y="50839"/>
                      <a:pt x="50199" y="46203"/>
                    </a:cubicBezTo>
                    <a:cubicBezTo>
                      <a:pt x="43480" y="42242"/>
                      <a:pt x="31891" y="38551"/>
                      <a:pt x="24676" y="34410"/>
                    </a:cubicBezTo>
                    <a:cubicBezTo>
                      <a:pt x="17506" y="30224"/>
                      <a:pt x="12861" y="27209"/>
                      <a:pt x="12861" y="20502"/>
                    </a:cubicBezTo>
                    <a:cubicBezTo>
                      <a:pt x="12861" y="11275"/>
                      <a:pt x="19806" y="5693"/>
                      <a:pt x="29095" y="5693"/>
                    </a:cubicBezTo>
                    <a:cubicBezTo>
                      <a:pt x="50876" y="5693"/>
                      <a:pt x="51823" y="25813"/>
                      <a:pt x="54844" y="25813"/>
                    </a:cubicBezTo>
                    <a:cubicBezTo>
                      <a:pt x="56693" y="25813"/>
                      <a:pt x="57144" y="24913"/>
                      <a:pt x="57144" y="22347"/>
                    </a:cubicBezTo>
                    <a:lnTo>
                      <a:pt x="57144" y="14966"/>
                    </a:lnTo>
                    <a:cubicBezTo>
                      <a:pt x="57144" y="11275"/>
                      <a:pt x="57144" y="7764"/>
                      <a:pt x="56197" y="5919"/>
                    </a:cubicBezTo>
                    <a:cubicBezTo>
                      <a:pt x="54348" y="2003"/>
                      <a:pt x="36987" y="157"/>
                      <a:pt x="33018" y="157"/>
                    </a:cubicBezTo>
                    <a:cubicBezTo>
                      <a:pt x="17506" y="157"/>
                      <a:pt x="1993" y="8709"/>
                      <a:pt x="1993" y="27929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45" name="Gráfico 12">
                <a:extLst>
                  <a:ext uri="{FF2B5EF4-FFF2-40B4-BE49-F238E27FC236}">
                    <a16:creationId xmlns:a16="http://schemas.microsoft.com/office/drawing/2014/main" id="{FACBE7A7-78BA-4F79-9F95-5806BA2F5FD9}"/>
                  </a:ext>
                </a:extLst>
              </p:cNvPr>
              <p:cNvSpPr/>
              <p:nvPr/>
            </p:nvSpPr>
            <p:spPr>
              <a:xfrm>
                <a:off x="1518740" y="2672378"/>
                <a:ext cx="51903" cy="173291"/>
              </a:xfrm>
              <a:custGeom>
                <a:avLst/>
                <a:gdLst>
                  <a:gd name="connsiteX0" fmla="*/ 111 w 51903"/>
                  <a:gd name="connsiteY0" fmla="*/ 14246 h 173291"/>
                  <a:gd name="connsiteX1" fmla="*/ 15894 w 51903"/>
                  <a:gd name="connsiteY1" fmla="*/ 26759 h 173291"/>
                  <a:gd name="connsiteX2" fmla="*/ 15894 w 51903"/>
                  <a:gd name="connsiteY2" fmla="*/ 157245 h 173291"/>
                  <a:gd name="connsiteX3" fmla="*/ 4530 w 51903"/>
                  <a:gd name="connsiteY3" fmla="*/ 170433 h 173291"/>
                  <a:gd name="connsiteX4" fmla="*/ 7281 w 51903"/>
                  <a:gd name="connsiteY4" fmla="*/ 173449 h 173291"/>
                  <a:gd name="connsiteX5" fmla="*/ 25364 w 51903"/>
                  <a:gd name="connsiteY5" fmla="*/ 172504 h 173291"/>
                  <a:gd name="connsiteX6" fmla="*/ 46919 w 51903"/>
                  <a:gd name="connsiteY6" fmla="*/ 173449 h 173291"/>
                  <a:gd name="connsiteX7" fmla="*/ 52015 w 51903"/>
                  <a:gd name="connsiteY7" fmla="*/ 170208 h 173291"/>
                  <a:gd name="connsiteX8" fmla="*/ 32805 w 51903"/>
                  <a:gd name="connsiteY8" fmla="*/ 154904 h 173291"/>
                  <a:gd name="connsiteX9" fmla="*/ 32805 w 51903"/>
                  <a:gd name="connsiteY9" fmla="*/ 3623 h 173291"/>
                  <a:gd name="connsiteX10" fmla="*/ 30009 w 51903"/>
                  <a:gd name="connsiteY10" fmla="*/ 157 h 173291"/>
                  <a:gd name="connsiteX11" fmla="*/ 4034 w 51903"/>
                  <a:gd name="connsiteY11" fmla="*/ 11230 h 173291"/>
                  <a:gd name="connsiteX12" fmla="*/ 111 w 51903"/>
                  <a:gd name="connsiteY12" fmla="*/ 14246 h 173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1903" h="173291">
                    <a:moveTo>
                      <a:pt x="111" y="14246"/>
                    </a:moveTo>
                    <a:cubicBezTo>
                      <a:pt x="111" y="19107"/>
                      <a:pt x="15894" y="13075"/>
                      <a:pt x="15894" y="26759"/>
                    </a:cubicBezTo>
                    <a:lnTo>
                      <a:pt x="15894" y="157245"/>
                    </a:lnTo>
                    <a:cubicBezTo>
                      <a:pt x="15894" y="168093"/>
                      <a:pt x="4530" y="166697"/>
                      <a:pt x="4530" y="170433"/>
                    </a:cubicBezTo>
                    <a:cubicBezTo>
                      <a:pt x="4530" y="172504"/>
                      <a:pt x="5432" y="173449"/>
                      <a:pt x="7281" y="173449"/>
                    </a:cubicBezTo>
                    <a:cubicBezTo>
                      <a:pt x="9851" y="173449"/>
                      <a:pt x="13775" y="172504"/>
                      <a:pt x="25364" y="172504"/>
                    </a:cubicBezTo>
                    <a:cubicBezTo>
                      <a:pt x="36502" y="172504"/>
                      <a:pt x="42770" y="173449"/>
                      <a:pt x="46919" y="173449"/>
                    </a:cubicBezTo>
                    <a:cubicBezTo>
                      <a:pt x="50166" y="173449"/>
                      <a:pt x="52015" y="172954"/>
                      <a:pt x="52015" y="170208"/>
                    </a:cubicBezTo>
                    <a:cubicBezTo>
                      <a:pt x="52015" y="163952"/>
                      <a:pt x="32805" y="170433"/>
                      <a:pt x="32805" y="154904"/>
                    </a:cubicBezTo>
                    <a:lnTo>
                      <a:pt x="32805" y="3623"/>
                    </a:lnTo>
                    <a:cubicBezTo>
                      <a:pt x="32805" y="2228"/>
                      <a:pt x="31858" y="157"/>
                      <a:pt x="30009" y="157"/>
                    </a:cubicBezTo>
                    <a:cubicBezTo>
                      <a:pt x="25138" y="157"/>
                      <a:pt x="18870" y="7764"/>
                      <a:pt x="4034" y="11230"/>
                    </a:cubicBezTo>
                    <a:cubicBezTo>
                      <a:pt x="1284" y="11950"/>
                      <a:pt x="111" y="12175"/>
                      <a:pt x="111" y="14246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46" name="Gráfico 12">
                <a:extLst>
                  <a:ext uri="{FF2B5EF4-FFF2-40B4-BE49-F238E27FC236}">
                    <a16:creationId xmlns:a16="http://schemas.microsoft.com/office/drawing/2014/main" id="{220A1CB7-15A1-4BCC-B8DD-737D46E21DA0}"/>
                  </a:ext>
                </a:extLst>
              </p:cNvPr>
              <p:cNvSpPr/>
              <p:nvPr/>
            </p:nvSpPr>
            <p:spPr>
              <a:xfrm>
                <a:off x="1583846" y="2745475"/>
                <a:ext cx="92488" cy="101814"/>
              </a:xfrm>
              <a:custGeom>
                <a:avLst/>
                <a:gdLst>
                  <a:gd name="connsiteX0" fmla="*/ 117 w 92488"/>
                  <a:gd name="connsiteY0" fmla="*/ 26308 h 101814"/>
                  <a:gd name="connsiteX1" fmla="*/ 11030 w 92488"/>
                  <a:gd name="connsiteY1" fmla="*/ 33915 h 101814"/>
                  <a:gd name="connsiteX2" fmla="*/ 16125 w 92488"/>
                  <a:gd name="connsiteY2" fmla="*/ 29549 h 101814"/>
                  <a:gd name="connsiteX3" fmla="*/ 14727 w 92488"/>
                  <a:gd name="connsiteY3" fmla="*/ 20052 h 101814"/>
                  <a:gd name="connsiteX4" fmla="*/ 34659 w 92488"/>
                  <a:gd name="connsiteY4" fmla="*/ 6189 h 101814"/>
                  <a:gd name="connsiteX5" fmla="*/ 58784 w 92488"/>
                  <a:gd name="connsiteY5" fmla="*/ 25813 h 101814"/>
                  <a:gd name="connsiteX6" fmla="*/ 58784 w 92488"/>
                  <a:gd name="connsiteY6" fmla="*/ 44133 h 101814"/>
                  <a:gd name="connsiteX7" fmla="*/ 613 w 92488"/>
                  <a:gd name="connsiteY7" fmla="*/ 79961 h 101814"/>
                  <a:gd name="connsiteX8" fmla="*/ 25640 w 92488"/>
                  <a:gd name="connsiteY8" fmla="*/ 101972 h 101814"/>
                  <a:gd name="connsiteX9" fmla="*/ 61084 w 92488"/>
                  <a:gd name="connsiteY9" fmla="*/ 88513 h 101814"/>
                  <a:gd name="connsiteX10" fmla="*/ 79167 w 92488"/>
                  <a:gd name="connsiteY10" fmla="*/ 100351 h 101814"/>
                  <a:gd name="connsiteX11" fmla="*/ 92605 w 92488"/>
                  <a:gd name="connsiteY11" fmla="*/ 94545 h 101814"/>
                  <a:gd name="connsiteX12" fmla="*/ 89854 w 92488"/>
                  <a:gd name="connsiteY12" fmla="*/ 92925 h 101814"/>
                  <a:gd name="connsiteX13" fmla="*/ 85435 w 92488"/>
                  <a:gd name="connsiteY13" fmla="*/ 93375 h 101814"/>
                  <a:gd name="connsiteX14" fmla="*/ 75469 w 92488"/>
                  <a:gd name="connsiteY14" fmla="*/ 78341 h 101814"/>
                  <a:gd name="connsiteX15" fmla="*/ 75695 w 92488"/>
                  <a:gd name="connsiteY15" fmla="*/ 23518 h 101814"/>
                  <a:gd name="connsiteX16" fmla="*/ 37229 w 92488"/>
                  <a:gd name="connsiteY16" fmla="*/ 157 h 101814"/>
                  <a:gd name="connsiteX17" fmla="*/ 117 w 92488"/>
                  <a:gd name="connsiteY17" fmla="*/ 26308 h 101814"/>
                  <a:gd name="connsiteX18" fmla="*/ 58784 w 92488"/>
                  <a:gd name="connsiteY18" fmla="*/ 49669 h 101814"/>
                  <a:gd name="connsiteX19" fmla="*/ 58784 w 92488"/>
                  <a:gd name="connsiteY19" fmla="*/ 76946 h 101814"/>
                  <a:gd name="connsiteX20" fmla="*/ 34433 w 92488"/>
                  <a:gd name="connsiteY20" fmla="*/ 95220 h 101814"/>
                  <a:gd name="connsiteX21" fmla="*/ 15674 w 92488"/>
                  <a:gd name="connsiteY21" fmla="*/ 76946 h 101814"/>
                  <a:gd name="connsiteX22" fmla="*/ 58784 w 92488"/>
                  <a:gd name="connsiteY22" fmla="*/ 49669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2488" h="101814">
                    <a:moveTo>
                      <a:pt x="117" y="26308"/>
                    </a:moveTo>
                    <a:cubicBezTo>
                      <a:pt x="117" y="30449"/>
                      <a:pt x="7106" y="33915"/>
                      <a:pt x="11030" y="33915"/>
                    </a:cubicBezTo>
                    <a:cubicBezTo>
                      <a:pt x="14953" y="33915"/>
                      <a:pt x="16125" y="32520"/>
                      <a:pt x="16125" y="29549"/>
                    </a:cubicBezTo>
                    <a:cubicBezTo>
                      <a:pt x="16125" y="26984"/>
                      <a:pt x="14727" y="23518"/>
                      <a:pt x="14727" y="20052"/>
                    </a:cubicBezTo>
                    <a:cubicBezTo>
                      <a:pt x="14727" y="7539"/>
                      <a:pt x="23566" y="6189"/>
                      <a:pt x="34659" y="6189"/>
                    </a:cubicBezTo>
                    <a:cubicBezTo>
                      <a:pt x="52516" y="6189"/>
                      <a:pt x="58784" y="17261"/>
                      <a:pt x="58784" y="25813"/>
                    </a:cubicBezTo>
                    <a:lnTo>
                      <a:pt x="58784" y="44133"/>
                    </a:lnTo>
                    <a:cubicBezTo>
                      <a:pt x="3860" y="53135"/>
                      <a:pt x="613" y="68394"/>
                      <a:pt x="613" y="79961"/>
                    </a:cubicBezTo>
                    <a:cubicBezTo>
                      <a:pt x="613" y="94995"/>
                      <a:pt x="8955" y="101972"/>
                      <a:pt x="25640" y="101972"/>
                    </a:cubicBezTo>
                    <a:cubicBezTo>
                      <a:pt x="38627" y="101972"/>
                      <a:pt x="51344" y="96840"/>
                      <a:pt x="61084" y="88513"/>
                    </a:cubicBezTo>
                    <a:cubicBezTo>
                      <a:pt x="64331" y="96390"/>
                      <a:pt x="70599" y="100351"/>
                      <a:pt x="79167" y="100351"/>
                    </a:cubicBezTo>
                    <a:cubicBezTo>
                      <a:pt x="83135" y="100351"/>
                      <a:pt x="92605" y="99181"/>
                      <a:pt x="92605" y="94545"/>
                    </a:cubicBezTo>
                    <a:cubicBezTo>
                      <a:pt x="92605" y="93375"/>
                      <a:pt x="91703" y="92925"/>
                      <a:pt x="89854" y="92925"/>
                    </a:cubicBezTo>
                    <a:cubicBezTo>
                      <a:pt x="88457" y="92925"/>
                      <a:pt x="86833" y="93375"/>
                      <a:pt x="85435" y="93375"/>
                    </a:cubicBezTo>
                    <a:cubicBezTo>
                      <a:pt x="76642" y="93375"/>
                      <a:pt x="75469" y="85768"/>
                      <a:pt x="75469" y="78341"/>
                    </a:cubicBezTo>
                    <a:lnTo>
                      <a:pt x="75695" y="23518"/>
                    </a:lnTo>
                    <a:cubicBezTo>
                      <a:pt x="75695" y="13120"/>
                      <a:pt x="68299" y="157"/>
                      <a:pt x="37229" y="157"/>
                    </a:cubicBezTo>
                    <a:cubicBezTo>
                      <a:pt x="11480" y="157"/>
                      <a:pt x="117" y="17261"/>
                      <a:pt x="117" y="26308"/>
                    </a:cubicBezTo>
                    <a:close/>
                    <a:moveTo>
                      <a:pt x="58784" y="49669"/>
                    </a:moveTo>
                    <a:lnTo>
                      <a:pt x="58784" y="76946"/>
                    </a:lnTo>
                    <a:cubicBezTo>
                      <a:pt x="58784" y="87838"/>
                      <a:pt x="44399" y="95220"/>
                      <a:pt x="34433" y="95220"/>
                    </a:cubicBezTo>
                    <a:cubicBezTo>
                      <a:pt x="21942" y="95220"/>
                      <a:pt x="15674" y="89684"/>
                      <a:pt x="15674" y="76946"/>
                    </a:cubicBezTo>
                    <a:cubicBezTo>
                      <a:pt x="15674" y="56826"/>
                      <a:pt x="43001" y="53135"/>
                      <a:pt x="58784" y="49669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47" name="Gráfico 12">
                <a:extLst>
                  <a:ext uri="{FF2B5EF4-FFF2-40B4-BE49-F238E27FC236}">
                    <a16:creationId xmlns:a16="http://schemas.microsoft.com/office/drawing/2014/main" id="{596876B5-CFC7-494A-AE0D-6278B302110B}"/>
                  </a:ext>
                </a:extLst>
              </p:cNvPr>
              <p:cNvSpPr/>
              <p:nvPr/>
            </p:nvSpPr>
            <p:spPr>
              <a:xfrm>
                <a:off x="1738689" y="2681605"/>
                <a:ext cx="150660" cy="164064"/>
              </a:xfrm>
              <a:custGeom>
                <a:avLst/>
                <a:gdLst>
                  <a:gd name="connsiteX0" fmla="*/ 19837 w 150660"/>
                  <a:gd name="connsiteY0" fmla="*/ 1327 h 164064"/>
                  <a:gd name="connsiteX1" fmla="*/ 5001 w 150660"/>
                  <a:gd name="connsiteY1" fmla="*/ 382 h 164064"/>
                  <a:gd name="connsiteX2" fmla="*/ 131 w 150660"/>
                  <a:gd name="connsiteY2" fmla="*/ 3173 h 164064"/>
                  <a:gd name="connsiteX3" fmla="*/ 20062 w 150660"/>
                  <a:gd name="connsiteY3" fmla="*/ 23293 h 164064"/>
                  <a:gd name="connsiteX4" fmla="*/ 20062 w 150660"/>
                  <a:gd name="connsiteY4" fmla="*/ 141986 h 164064"/>
                  <a:gd name="connsiteX5" fmla="*/ 3152 w 150660"/>
                  <a:gd name="connsiteY5" fmla="*/ 161656 h 164064"/>
                  <a:gd name="connsiteX6" fmla="*/ 5903 w 150660"/>
                  <a:gd name="connsiteY6" fmla="*/ 164222 h 164064"/>
                  <a:gd name="connsiteX7" fmla="*/ 32553 w 150660"/>
                  <a:gd name="connsiteY7" fmla="*/ 163276 h 164064"/>
                  <a:gd name="connsiteX8" fmla="*/ 60151 w 150660"/>
                  <a:gd name="connsiteY8" fmla="*/ 164222 h 164064"/>
                  <a:gd name="connsiteX9" fmla="*/ 62496 w 150660"/>
                  <a:gd name="connsiteY9" fmla="*/ 162331 h 164064"/>
                  <a:gd name="connsiteX10" fmla="*/ 38371 w 150660"/>
                  <a:gd name="connsiteY10" fmla="*/ 141986 h 164064"/>
                  <a:gd name="connsiteX11" fmla="*/ 38371 w 150660"/>
                  <a:gd name="connsiteY11" fmla="*/ 90629 h 164064"/>
                  <a:gd name="connsiteX12" fmla="*/ 45541 w 150660"/>
                  <a:gd name="connsiteY12" fmla="*/ 86443 h 164064"/>
                  <a:gd name="connsiteX13" fmla="*/ 53432 w 150660"/>
                  <a:gd name="connsiteY13" fmla="*/ 86443 h 164064"/>
                  <a:gd name="connsiteX14" fmla="*/ 75709 w 150660"/>
                  <a:gd name="connsiteY14" fmla="*/ 99406 h 164064"/>
                  <a:gd name="connsiteX15" fmla="*/ 99789 w 150660"/>
                  <a:gd name="connsiteY15" fmla="*/ 137350 h 164064"/>
                  <a:gd name="connsiteX16" fmla="*/ 135955 w 150660"/>
                  <a:gd name="connsiteY16" fmla="*/ 164222 h 164064"/>
                  <a:gd name="connsiteX17" fmla="*/ 150791 w 150660"/>
                  <a:gd name="connsiteY17" fmla="*/ 161431 h 164064"/>
                  <a:gd name="connsiteX18" fmla="*/ 142448 w 150660"/>
                  <a:gd name="connsiteY18" fmla="*/ 157470 h 164064"/>
                  <a:gd name="connsiteX19" fmla="*/ 120893 w 150660"/>
                  <a:gd name="connsiteY19" fmla="*/ 136225 h 164064"/>
                  <a:gd name="connsiteX20" fmla="*/ 84051 w 150660"/>
                  <a:gd name="connsiteY20" fmla="*/ 80457 h 164064"/>
                  <a:gd name="connsiteX21" fmla="*/ 113227 w 150660"/>
                  <a:gd name="connsiteY21" fmla="*/ 40442 h 164064"/>
                  <a:gd name="connsiteX22" fmla="*/ 63173 w 150660"/>
                  <a:gd name="connsiteY22" fmla="*/ 157 h 164064"/>
                  <a:gd name="connsiteX23" fmla="*/ 19837 w 150660"/>
                  <a:gd name="connsiteY23" fmla="*/ 1327 h 164064"/>
                  <a:gd name="connsiteX24" fmla="*/ 38371 w 150660"/>
                  <a:gd name="connsiteY24" fmla="*/ 16136 h 164064"/>
                  <a:gd name="connsiteX25" fmla="*/ 50411 w 150660"/>
                  <a:gd name="connsiteY25" fmla="*/ 8034 h 164064"/>
                  <a:gd name="connsiteX26" fmla="*/ 95866 w 150660"/>
                  <a:gd name="connsiteY26" fmla="*/ 45753 h 164064"/>
                  <a:gd name="connsiteX27" fmla="*/ 78460 w 150660"/>
                  <a:gd name="connsiteY27" fmla="*/ 75595 h 164064"/>
                  <a:gd name="connsiteX28" fmla="*/ 59926 w 150660"/>
                  <a:gd name="connsiteY28" fmla="*/ 78611 h 164064"/>
                  <a:gd name="connsiteX29" fmla="*/ 51809 w 150660"/>
                  <a:gd name="connsiteY29" fmla="*/ 78836 h 164064"/>
                  <a:gd name="connsiteX30" fmla="*/ 38371 w 150660"/>
                  <a:gd name="connsiteY30" fmla="*/ 75370 h 164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0660" h="164064">
                    <a:moveTo>
                      <a:pt x="19837" y="1327"/>
                    </a:moveTo>
                    <a:cubicBezTo>
                      <a:pt x="7752" y="1327"/>
                      <a:pt x="8924" y="382"/>
                      <a:pt x="5001" y="382"/>
                    </a:cubicBezTo>
                    <a:cubicBezTo>
                      <a:pt x="1979" y="382"/>
                      <a:pt x="131" y="1778"/>
                      <a:pt x="131" y="3173"/>
                    </a:cubicBezTo>
                    <a:cubicBezTo>
                      <a:pt x="131" y="10825"/>
                      <a:pt x="20062" y="2003"/>
                      <a:pt x="20062" y="23293"/>
                    </a:cubicBezTo>
                    <a:lnTo>
                      <a:pt x="20062" y="141986"/>
                    </a:lnTo>
                    <a:cubicBezTo>
                      <a:pt x="20062" y="158640"/>
                      <a:pt x="3152" y="156120"/>
                      <a:pt x="3152" y="161656"/>
                    </a:cubicBezTo>
                    <a:cubicBezTo>
                      <a:pt x="3152" y="163276"/>
                      <a:pt x="4054" y="164222"/>
                      <a:pt x="5903" y="164222"/>
                    </a:cubicBezTo>
                    <a:cubicBezTo>
                      <a:pt x="14020" y="164222"/>
                      <a:pt x="22588" y="163276"/>
                      <a:pt x="32553" y="163276"/>
                    </a:cubicBezTo>
                    <a:cubicBezTo>
                      <a:pt x="52034" y="163276"/>
                      <a:pt x="54830" y="164222"/>
                      <a:pt x="60151" y="164222"/>
                    </a:cubicBezTo>
                    <a:cubicBezTo>
                      <a:pt x="61549" y="164222"/>
                      <a:pt x="62496" y="163952"/>
                      <a:pt x="62496" y="162331"/>
                    </a:cubicBezTo>
                    <a:cubicBezTo>
                      <a:pt x="62496" y="154724"/>
                      <a:pt x="38371" y="161206"/>
                      <a:pt x="38371" y="141986"/>
                    </a:cubicBezTo>
                    <a:lnTo>
                      <a:pt x="38371" y="90629"/>
                    </a:lnTo>
                    <a:cubicBezTo>
                      <a:pt x="38371" y="86938"/>
                      <a:pt x="41392" y="86443"/>
                      <a:pt x="45541" y="86443"/>
                    </a:cubicBezTo>
                    <a:lnTo>
                      <a:pt x="53432" y="86443"/>
                    </a:lnTo>
                    <a:cubicBezTo>
                      <a:pt x="69892" y="86443"/>
                      <a:pt x="68268" y="87838"/>
                      <a:pt x="75709" y="99406"/>
                    </a:cubicBezTo>
                    <a:lnTo>
                      <a:pt x="99789" y="137350"/>
                    </a:lnTo>
                    <a:cubicBezTo>
                      <a:pt x="111604" y="155895"/>
                      <a:pt x="120893" y="164222"/>
                      <a:pt x="135955" y="164222"/>
                    </a:cubicBezTo>
                    <a:cubicBezTo>
                      <a:pt x="140104" y="164222"/>
                      <a:pt x="150791" y="163952"/>
                      <a:pt x="150791" y="161431"/>
                    </a:cubicBezTo>
                    <a:cubicBezTo>
                      <a:pt x="150791" y="158640"/>
                      <a:pt x="148491" y="159586"/>
                      <a:pt x="142448" y="157470"/>
                    </a:cubicBezTo>
                    <a:cubicBezTo>
                      <a:pt x="133384" y="154274"/>
                      <a:pt x="126214" y="144552"/>
                      <a:pt x="120893" y="136225"/>
                    </a:cubicBezTo>
                    <a:lnTo>
                      <a:pt x="84051" y="80457"/>
                    </a:lnTo>
                    <a:cubicBezTo>
                      <a:pt x="99789" y="74200"/>
                      <a:pt x="113227" y="58941"/>
                      <a:pt x="113227" y="40442"/>
                    </a:cubicBezTo>
                    <a:cubicBezTo>
                      <a:pt x="113227" y="9654"/>
                      <a:pt x="88651" y="157"/>
                      <a:pt x="63173" y="157"/>
                    </a:cubicBezTo>
                    <a:cubicBezTo>
                      <a:pt x="54830" y="157"/>
                      <a:pt x="26556" y="1327"/>
                      <a:pt x="19837" y="1327"/>
                    </a:cubicBezTo>
                    <a:close/>
                    <a:moveTo>
                      <a:pt x="38371" y="16136"/>
                    </a:moveTo>
                    <a:cubicBezTo>
                      <a:pt x="38371" y="8034"/>
                      <a:pt x="43241" y="8034"/>
                      <a:pt x="50411" y="8034"/>
                    </a:cubicBezTo>
                    <a:cubicBezTo>
                      <a:pt x="84051" y="8034"/>
                      <a:pt x="95866" y="25138"/>
                      <a:pt x="95866" y="45753"/>
                    </a:cubicBezTo>
                    <a:cubicBezTo>
                      <a:pt x="95866" y="62857"/>
                      <a:pt x="87749" y="71904"/>
                      <a:pt x="78460" y="75595"/>
                    </a:cubicBezTo>
                    <a:cubicBezTo>
                      <a:pt x="72191" y="78116"/>
                      <a:pt x="68268" y="78611"/>
                      <a:pt x="59926" y="78611"/>
                    </a:cubicBezTo>
                    <a:cubicBezTo>
                      <a:pt x="58302" y="78611"/>
                      <a:pt x="55281" y="78836"/>
                      <a:pt x="51809" y="78836"/>
                    </a:cubicBezTo>
                    <a:cubicBezTo>
                      <a:pt x="45541" y="78836"/>
                      <a:pt x="38371" y="78386"/>
                      <a:pt x="38371" y="75370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48" name="Gráfico 12">
                <a:extLst>
                  <a:ext uri="{FF2B5EF4-FFF2-40B4-BE49-F238E27FC236}">
                    <a16:creationId xmlns:a16="http://schemas.microsoft.com/office/drawing/2014/main" id="{B17F1D33-BDE4-455F-B370-AF2B3406F657}"/>
                  </a:ext>
                </a:extLst>
              </p:cNvPr>
              <p:cNvSpPr/>
              <p:nvPr/>
            </p:nvSpPr>
            <p:spPr>
              <a:xfrm>
                <a:off x="1897917" y="2745475"/>
                <a:ext cx="87843" cy="101814"/>
              </a:xfrm>
              <a:custGeom>
                <a:avLst/>
                <a:gdLst>
                  <a:gd name="connsiteX0" fmla="*/ 144 w 87843"/>
                  <a:gd name="connsiteY0" fmla="*/ 54305 h 101814"/>
                  <a:gd name="connsiteX1" fmla="*/ 46952 w 87843"/>
                  <a:gd name="connsiteY1" fmla="*/ 101972 h 101814"/>
                  <a:gd name="connsiteX2" fmla="*/ 87988 w 87843"/>
                  <a:gd name="connsiteY2" fmla="*/ 79736 h 101814"/>
                  <a:gd name="connsiteX3" fmla="*/ 87041 w 87843"/>
                  <a:gd name="connsiteY3" fmla="*/ 78341 h 101814"/>
                  <a:gd name="connsiteX4" fmla="*/ 54347 w 87843"/>
                  <a:gd name="connsiteY4" fmla="*/ 90404 h 101814"/>
                  <a:gd name="connsiteX5" fmla="*/ 17054 w 87843"/>
                  <a:gd name="connsiteY5" fmla="*/ 40892 h 101814"/>
                  <a:gd name="connsiteX6" fmla="*/ 81494 w 87843"/>
                  <a:gd name="connsiteY6" fmla="*/ 40892 h 101814"/>
                  <a:gd name="connsiteX7" fmla="*/ 86590 w 87843"/>
                  <a:gd name="connsiteY7" fmla="*/ 36931 h 101814"/>
                  <a:gd name="connsiteX8" fmla="*/ 45554 w 87843"/>
                  <a:gd name="connsiteY8" fmla="*/ 157 h 101814"/>
                  <a:gd name="connsiteX9" fmla="*/ 144 w 87843"/>
                  <a:gd name="connsiteY9" fmla="*/ 54305 h 101814"/>
                  <a:gd name="connsiteX10" fmla="*/ 17054 w 87843"/>
                  <a:gd name="connsiteY10" fmla="*/ 34635 h 101814"/>
                  <a:gd name="connsiteX11" fmla="*/ 41631 w 87843"/>
                  <a:gd name="connsiteY11" fmla="*/ 5468 h 101814"/>
                  <a:gd name="connsiteX12" fmla="*/ 67335 w 87843"/>
                  <a:gd name="connsiteY12" fmla="*/ 29999 h 101814"/>
                  <a:gd name="connsiteX13" fmla="*/ 63186 w 87843"/>
                  <a:gd name="connsiteY13" fmla="*/ 34635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7843" h="101814">
                    <a:moveTo>
                      <a:pt x="144" y="54305"/>
                    </a:moveTo>
                    <a:cubicBezTo>
                      <a:pt x="144" y="69789"/>
                      <a:pt x="12184" y="101972"/>
                      <a:pt x="46952" y="101972"/>
                    </a:cubicBezTo>
                    <a:cubicBezTo>
                      <a:pt x="67831" y="101972"/>
                      <a:pt x="87988" y="85543"/>
                      <a:pt x="87988" y="79736"/>
                    </a:cubicBezTo>
                    <a:cubicBezTo>
                      <a:pt x="87988" y="78836"/>
                      <a:pt x="87762" y="78341"/>
                      <a:pt x="87041" y="78341"/>
                    </a:cubicBezTo>
                    <a:cubicBezTo>
                      <a:pt x="81720" y="78341"/>
                      <a:pt x="74775" y="90404"/>
                      <a:pt x="54347" y="90404"/>
                    </a:cubicBezTo>
                    <a:cubicBezTo>
                      <a:pt x="39511" y="90404"/>
                      <a:pt x="17054" y="78116"/>
                      <a:pt x="17054" y="40892"/>
                    </a:cubicBezTo>
                    <a:lnTo>
                      <a:pt x="81494" y="40892"/>
                    </a:lnTo>
                    <a:cubicBezTo>
                      <a:pt x="85643" y="40892"/>
                      <a:pt x="86590" y="39722"/>
                      <a:pt x="86590" y="36931"/>
                    </a:cubicBezTo>
                    <a:cubicBezTo>
                      <a:pt x="86590" y="27434"/>
                      <a:pt x="73828" y="157"/>
                      <a:pt x="45554" y="157"/>
                    </a:cubicBezTo>
                    <a:cubicBezTo>
                      <a:pt x="16333" y="157"/>
                      <a:pt x="144" y="25363"/>
                      <a:pt x="144" y="54305"/>
                    </a:cubicBezTo>
                    <a:close/>
                    <a:moveTo>
                      <a:pt x="17054" y="34635"/>
                    </a:moveTo>
                    <a:cubicBezTo>
                      <a:pt x="17054" y="21447"/>
                      <a:pt x="27697" y="5468"/>
                      <a:pt x="41631" y="5468"/>
                    </a:cubicBezTo>
                    <a:cubicBezTo>
                      <a:pt x="54618" y="5468"/>
                      <a:pt x="67335" y="17261"/>
                      <a:pt x="67335" y="29999"/>
                    </a:cubicBezTo>
                    <a:cubicBezTo>
                      <a:pt x="67335" y="33015"/>
                      <a:pt x="66207" y="34635"/>
                      <a:pt x="63186" y="34635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49" name="Gráfico 12">
                <a:extLst>
                  <a:ext uri="{FF2B5EF4-FFF2-40B4-BE49-F238E27FC236}">
                    <a16:creationId xmlns:a16="http://schemas.microsoft.com/office/drawing/2014/main" id="{ABAC1813-7CB2-4EE3-9B4F-19F5A1FDE596}"/>
                  </a:ext>
                </a:extLst>
              </p:cNvPr>
              <p:cNvSpPr/>
              <p:nvPr/>
            </p:nvSpPr>
            <p:spPr>
              <a:xfrm>
                <a:off x="1999871" y="2745475"/>
                <a:ext cx="91541" cy="101814"/>
              </a:xfrm>
              <a:custGeom>
                <a:avLst/>
                <a:gdLst>
                  <a:gd name="connsiteX0" fmla="*/ 153 w 91541"/>
                  <a:gd name="connsiteY0" fmla="*/ 52910 h 101814"/>
                  <a:gd name="connsiteX1" fmla="*/ 46059 w 91541"/>
                  <a:gd name="connsiteY1" fmla="*/ 101972 h 101814"/>
                  <a:gd name="connsiteX2" fmla="*/ 91694 w 91541"/>
                  <a:gd name="connsiteY2" fmla="*/ 78341 h 101814"/>
                  <a:gd name="connsiteX3" fmla="*/ 89846 w 91541"/>
                  <a:gd name="connsiteY3" fmla="*/ 76946 h 101814"/>
                  <a:gd name="connsiteX4" fmla="*/ 58099 w 91541"/>
                  <a:gd name="connsiteY4" fmla="*/ 90404 h 101814"/>
                  <a:gd name="connsiteX5" fmla="*/ 17063 w 91541"/>
                  <a:gd name="connsiteY5" fmla="*/ 44808 h 101814"/>
                  <a:gd name="connsiteX6" fmla="*/ 44436 w 91541"/>
                  <a:gd name="connsiteY6" fmla="*/ 7764 h 101814"/>
                  <a:gd name="connsiteX7" fmla="*/ 78752 w 91541"/>
                  <a:gd name="connsiteY7" fmla="*/ 27209 h 101814"/>
                  <a:gd name="connsiteX8" fmla="*/ 80601 w 91541"/>
                  <a:gd name="connsiteY8" fmla="*/ 19827 h 101814"/>
                  <a:gd name="connsiteX9" fmla="*/ 80601 w 91541"/>
                  <a:gd name="connsiteY9" fmla="*/ 11275 h 101814"/>
                  <a:gd name="connsiteX10" fmla="*/ 76182 w 91541"/>
                  <a:gd name="connsiteY10" fmla="*/ 4568 h 101814"/>
                  <a:gd name="connsiteX11" fmla="*/ 52327 w 91541"/>
                  <a:gd name="connsiteY11" fmla="*/ 157 h 101814"/>
                  <a:gd name="connsiteX12" fmla="*/ 153 w 91541"/>
                  <a:gd name="connsiteY12" fmla="*/ 52910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541" h="101814">
                    <a:moveTo>
                      <a:pt x="153" y="52910"/>
                    </a:moveTo>
                    <a:cubicBezTo>
                      <a:pt x="153" y="78116"/>
                      <a:pt x="18912" y="101972"/>
                      <a:pt x="46059" y="101972"/>
                    </a:cubicBezTo>
                    <a:cubicBezTo>
                      <a:pt x="78256" y="101972"/>
                      <a:pt x="91694" y="81582"/>
                      <a:pt x="91694" y="78341"/>
                    </a:cubicBezTo>
                    <a:cubicBezTo>
                      <a:pt x="91694" y="77666"/>
                      <a:pt x="90567" y="76946"/>
                      <a:pt x="89846" y="76946"/>
                    </a:cubicBezTo>
                    <a:cubicBezTo>
                      <a:pt x="85922" y="77216"/>
                      <a:pt x="76407" y="90404"/>
                      <a:pt x="58099" y="90404"/>
                    </a:cubicBezTo>
                    <a:cubicBezTo>
                      <a:pt x="32125" y="90404"/>
                      <a:pt x="17063" y="70014"/>
                      <a:pt x="17063" y="44808"/>
                    </a:cubicBezTo>
                    <a:cubicBezTo>
                      <a:pt x="17063" y="28829"/>
                      <a:pt x="24278" y="7764"/>
                      <a:pt x="44436" y="7764"/>
                    </a:cubicBezTo>
                    <a:cubicBezTo>
                      <a:pt x="70410" y="7764"/>
                      <a:pt x="73386" y="27209"/>
                      <a:pt x="78752" y="27209"/>
                    </a:cubicBezTo>
                    <a:cubicBezTo>
                      <a:pt x="80376" y="27209"/>
                      <a:pt x="80601" y="24463"/>
                      <a:pt x="80601" y="19827"/>
                    </a:cubicBezTo>
                    <a:lnTo>
                      <a:pt x="80601" y="11275"/>
                    </a:lnTo>
                    <a:cubicBezTo>
                      <a:pt x="80601" y="7089"/>
                      <a:pt x="79654" y="6639"/>
                      <a:pt x="76182" y="4568"/>
                    </a:cubicBezTo>
                    <a:cubicBezTo>
                      <a:pt x="72259" y="2228"/>
                      <a:pt x="61797" y="157"/>
                      <a:pt x="52327" y="157"/>
                    </a:cubicBezTo>
                    <a:cubicBezTo>
                      <a:pt x="22880" y="157"/>
                      <a:pt x="153" y="24193"/>
                      <a:pt x="153" y="52910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50" name="Gráfico 12">
                <a:extLst>
                  <a:ext uri="{FF2B5EF4-FFF2-40B4-BE49-F238E27FC236}">
                    <a16:creationId xmlns:a16="http://schemas.microsoft.com/office/drawing/2014/main" id="{DBD75992-7B4B-4165-A98A-220C0E87A89D}"/>
                  </a:ext>
                </a:extLst>
              </p:cNvPr>
              <p:cNvSpPr/>
              <p:nvPr/>
            </p:nvSpPr>
            <p:spPr>
              <a:xfrm>
                <a:off x="2100472" y="2748941"/>
                <a:ext cx="108451" cy="98348"/>
              </a:xfrm>
              <a:custGeom>
                <a:avLst/>
                <a:gdLst>
                  <a:gd name="connsiteX0" fmla="*/ 162 w 108451"/>
                  <a:gd name="connsiteY0" fmla="*/ 4793 h 98348"/>
                  <a:gd name="connsiteX1" fmla="*/ 12428 w 108451"/>
                  <a:gd name="connsiteY1" fmla="*/ 13120 h 98348"/>
                  <a:gd name="connsiteX2" fmla="*/ 12428 w 108451"/>
                  <a:gd name="connsiteY2" fmla="*/ 68169 h 98348"/>
                  <a:gd name="connsiteX3" fmla="*/ 46293 w 108451"/>
                  <a:gd name="connsiteY3" fmla="*/ 98506 h 98348"/>
                  <a:gd name="connsiteX4" fmla="*/ 77093 w 108451"/>
                  <a:gd name="connsiteY4" fmla="*/ 82302 h 98348"/>
                  <a:gd name="connsiteX5" fmla="*/ 77544 w 108451"/>
                  <a:gd name="connsiteY5" fmla="*/ 82302 h 98348"/>
                  <a:gd name="connsiteX6" fmla="*/ 77544 w 108451"/>
                  <a:gd name="connsiteY6" fmla="*/ 93150 h 98348"/>
                  <a:gd name="connsiteX7" fmla="*/ 79889 w 108451"/>
                  <a:gd name="connsiteY7" fmla="*/ 98506 h 98348"/>
                  <a:gd name="connsiteX8" fmla="*/ 91929 w 108451"/>
                  <a:gd name="connsiteY8" fmla="*/ 96390 h 98348"/>
                  <a:gd name="connsiteX9" fmla="*/ 108614 w 108451"/>
                  <a:gd name="connsiteY9" fmla="*/ 93870 h 98348"/>
                  <a:gd name="connsiteX10" fmla="*/ 94003 w 108451"/>
                  <a:gd name="connsiteY10" fmla="*/ 85768 h 98348"/>
                  <a:gd name="connsiteX11" fmla="*/ 94003 w 108451"/>
                  <a:gd name="connsiteY11" fmla="*/ 5468 h 98348"/>
                  <a:gd name="connsiteX12" fmla="*/ 89629 w 108451"/>
                  <a:gd name="connsiteY12" fmla="*/ 157 h 98348"/>
                  <a:gd name="connsiteX13" fmla="*/ 78491 w 108451"/>
                  <a:gd name="connsiteY13" fmla="*/ 2003 h 98348"/>
                  <a:gd name="connsiteX14" fmla="*/ 68750 w 108451"/>
                  <a:gd name="connsiteY14" fmla="*/ 2723 h 98348"/>
                  <a:gd name="connsiteX15" fmla="*/ 64827 w 108451"/>
                  <a:gd name="connsiteY15" fmla="*/ 4793 h 98348"/>
                  <a:gd name="connsiteX16" fmla="*/ 77093 w 108451"/>
                  <a:gd name="connsiteY16" fmla="*/ 13345 h 98348"/>
                  <a:gd name="connsiteX17" fmla="*/ 77093 w 108451"/>
                  <a:gd name="connsiteY17" fmla="*/ 73975 h 98348"/>
                  <a:gd name="connsiteX18" fmla="*/ 51840 w 108451"/>
                  <a:gd name="connsiteY18" fmla="*/ 90404 h 98348"/>
                  <a:gd name="connsiteX19" fmla="*/ 29338 w 108451"/>
                  <a:gd name="connsiteY19" fmla="*/ 65378 h 98348"/>
                  <a:gd name="connsiteX20" fmla="*/ 29338 w 108451"/>
                  <a:gd name="connsiteY20" fmla="*/ 5468 h 98348"/>
                  <a:gd name="connsiteX21" fmla="*/ 24964 w 108451"/>
                  <a:gd name="connsiteY21" fmla="*/ 157 h 98348"/>
                  <a:gd name="connsiteX22" fmla="*/ 10579 w 108451"/>
                  <a:gd name="connsiteY22" fmla="*/ 2453 h 98348"/>
                  <a:gd name="connsiteX23" fmla="*/ 5032 w 108451"/>
                  <a:gd name="connsiteY23" fmla="*/ 2723 h 98348"/>
                  <a:gd name="connsiteX24" fmla="*/ 162 w 108451"/>
                  <a:gd name="connsiteY24" fmla="*/ 4793 h 98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08451" h="98348">
                    <a:moveTo>
                      <a:pt x="162" y="4793"/>
                    </a:moveTo>
                    <a:cubicBezTo>
                      <a:pt x="162" y="10105"/>
                      <a:pt x="12428" y="5243"/>
                      <a:pt x="12428" y="13120"/>
                    </a:cubicBezTo>
                    <a:lnTo>
                      <a:pt x="12428" y="68169"/>
                    </a:lnTo>
                    <a:cubicBezTo>
                      <a:pt x="12428" y="84598"/>
                      <a:pt x="25189" y="98506"/>
                      <a:pt x="46293" y="98506"/>
                    </a:cubicBezTo>
                    <a:cubicBezTo>
                      <a:pt x="58559" y="98506"/>
                      <a:pt x="69923" y="93150"/>
                      <a:pt x="77093" y="82302"/>
                    </a:cubicBezTo>
                    <a:lnTo>
                      <a:pt x="77544" y="82302"/>
                    </a:lnTo>
                    <a:lnTo>
                      <a:pt x="77544" y="93150"/>
                    </a:lnTo>
                    <a:cubicBezTo>
                      <a:pt x="77544" y="96885"/>
                      <a:pt x="77814" y="98506"/>
                      <a:pt x="79889" y="98506"/>
                    </a:cubicBezTo>
                    <a:cubicBezTo>
                      <a:pt x="84037" y="98506"/>
                      <a:pt x="86157" y="97111"/>
                      <a:pt x="91929" y="96390"/>
                    </a:cubicBezTo>
                    <a:cubicBezTo>
                      <a:pt x="99820" y="95490"/>
                      <a:pt x="108614" y="96615"/>
                      <a:pt x="108614" y="93870"/>
                    </a:cubicBezTo>
                    <a:cubicBezTo>
                      <a:pt x="108614" y="88784"/>
                      <a:pt x="94003" y="91754"/>
                      <a:pt x="94003" y="85768"/>
                    </a:cubicBezTo>
                    <a:lnTo>
                      <a:pt x="94003" y="5468"/>
                    </a:lnTo>
                    <a:cubicBezTo>
                      <a:pt x="94003" y="2453"/>
                      <a:pt x="91929" y="157"/>
                      <a:pt x="89629" y="157"/>
                    </a:cubicBezTo>
                    <a:cubicBezTo>
                      <a:pt x="85210" y="157"/>
                      <a:pt x="82685" y="1327"/>
                      <a:pt x="78491" y="2003"/>
                    </a:cubicBezTo>
                    <a:cubicBezTo>
                      <a:pt x="75018" y="2723"/>
                      <a:pt x="71321" y="2723"/>
                      <a:pt x="68750" y="2723"/>
                    </a:cubicBezTo>
                    <a:cubicBezTo>
                      <a:pt x="66225" y="2723"/>
                      <a:pt x="64827" y="3623"/>
                      <a:pt x="64827" y="4793"/>
                    </a:cubicBezTo>
                    <a:cubicBezTo>
                      <a:pt x="64827" y="10330"/>
                      <a:pt x="77093" y="5018"/>
                      <a:pt x="77093" y="13345"/>
                    </a:cubicBezTo>
                    <a:lnTo>
                      <a:pt x="77093" y="73975"/>
                    </a:lnTo>
                    <a:cubicBezTo>
                      <a:pt x="77093" y="79286"/>
                      <a:pt x="66451" y="90404"/>
                      <a:pt x="51840" y="90404"/>
                    </a:cubicBezTo>
                    <a:cubicBezTo>
                      <a:pt x="42325" y="90404"/>
                      <a:pt x="29338" y="83427"/>
                      <a:pt x="29338" y="65378"/>
                    </a:cubicBezTo>
                    <a:lnTo>
                      <a:pt x="29338" y="5468"/>
                    </a:lnTo>
                    <a:cubicBezTo>
                      <a:pt x="29338" y="2453"/>
                      <a:pt x="27264" y="157"/>
                      <a:pt x="24964" y="157"/>
                    </a:cubicBezTo>
                    <a:cubicBezTo>
                      <a:pt x="19147" y="157"/>
                      <a:pt x="14998" y="2228"/>
                      <a:pt x="10579" y="2453"/>
                    </a:cubicBezTo>
                    <a:cubicBezTo>
                      <a:pt x="7783" y="2723"/>
                      <a:pt x="6655" y="2723"/>
                      <a:pt x="5032" y="2723"/>
                    </a:cubicBezTo>
                    <a:cubicBezTo>
                      <a:pt x="1785" y="2723"/>
                      <a:pt x="162" y="3398"/>
                      <a:pt x="162" y="4793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51" name="Gráfico 12">
                <a:extLst>
                  <a:ext uri="{FF2B5EF4-FFF2-40B4-BE49-F238E27FC236}">
                    <a16:creationId xmlns:a16="http://schemas.microsoft.com/office/drawing/2014/main" id="{AB8CB596-6B8C-4C5B-9B08-DFBF5FA1A686}"/>
                  </a:ext>
                </a:extLst>
              </p:cNvPr>
              <p:cNvSpPr/>
              <p:nvPr/>
            </p:nvSpPr>
            <p:spPr>
              <a:xfrm>
                <a:off x="2213781" y="2743630"/>
                <a:ext cx="105926" cy="148985"/>
              </a:xfrm>
              <a:custGeom>
                <a:avLst/>
                <a:gdLst>
                  <a:gd name="connsiteX0" fmla="*/ 172 w 105926"/>
                  <a:gd name="connsiteY0" fmla="*/ 14246 h 148985"/>
                  <a:gd name="connsiteX1" fmla="*/ 15955 w 105926"/>
                  <a:gd name="connsiteY1" fmla="*/ 26759 h 148985"/>
                  <a:gd name="connsiteX2" fmla="*/ 15955 w 105926"/>
                  <a:gd name="connsiteY2" fmla="*/ 130644 h 148985"/>
                  <a:gd name="connsiteX3" fmla="*/ 3870 w 105926"/>
                  <a:gd name="connsiteY3" fmla="*/ 146577 h 148985"/>
                  <a:gd name="connsiteX4" fmla="*/ 7342 w 105926"/>
                  <a:gd name="connsiteY4" fmla="*/ 149143 h 148985"/>
                  <a:gd name="connsiteX5" fmla="*/ 26146 w 105926"/>
                  <a:gd name="connsiteY5" fmla="*/ 148198 h 148985"/>
                  <a:gd name="connsiteX6" fmla="*/ 50001 w 105926"/>
                  <a:gd name="connsiteY6" fmla="*/ 149143 h 148985"/>
                  <a:gd name="connsiteX7" fmla="*/ 54195 w 105926"/>
                  <a:gd name="connsiteY7" fmla="*/ 146127 h 148985"/>
                  <a:gd name="connsiteX8" fmla="*/ 32865 w 105926"/>
                  <a:gd name="connsiteY8" fmla="*/ 131319 h 148985"/>
                  <a:gd name="connsiteX9" fmla="*/ 32865 w 105926"/>
                  <a:gd name="connsiteY9" fmla="*/ 97561 h 148985"/>
                  <a:gd name="connsiteX10" fmla="*/ 56720 w 105926"/>
                  <a:gd name="connsiteY10" fmla="*/ 103817 h 148985"/>
                  <a:gd name="connsiteX11" fmla="*/ 106099 w 105926"/>
                  <a:gd name="connsiteY11" fmla="*/ 48949 h 148985"/>
                  <a:gd name="connsiteX12" fmla="*/ 64612 w 105926"/>
                  <a:gd name="connsiteY12" fmla="*/ 2003 h 148985"/>
                  <a:gd name="connsiteX13" fmla="*/ 32865 w 105926"/>
                  <a:gd name="connsiteY13" fmla="*/ 17261 h 148985"/>
                  <a:gd name="connsiteX14" fmla="*/ 32865 w 105926"/>
                  <a:gd name="connsiteY14" fmla="*/ 4298 h 148985"/>
                  <a:gd name="connsiteX15" fmla="*/ 30069 w 105926"/>
                  <a:gd name="connsiteY15" fmla="*/ 157 h 148985"/>
                  <a:gd name="connsiteX16" fmla="*/ 14782 w 105926"/>
                  <a:gd name="connsiteY16" fmla="*/ 7539 h 148985"/>
                  <a:gd name="connsiteX17" fmla="*/ 2246 w 105926"/>
                  <a:gd name="connsiteY17" fmla="*/ 11725 h 148985"/>
                  <a:gd name="connsiteX18" fmla="*/ 172 w 105926"/>
                  <a:gd name="connsiteY18" fmla="*/ 14246 h 148985"/>
                  <a:gd name="connsiteX19" fmla="*/ 57893 w 105926"/>
                  <a:gd name="connsiteY19" fmla="*/ 12850 h 148985"/>
                  <a:gd name="connsiteX20" fmla="*/ 93337 w 105926"/>
                  <a:gd name="connsiteY20" fmla="*/ 59617 h 148985"/>
                  <a:gd name="connsiteX21" fmla="*/ 62988 w 105926"/>
                  <a:gd name="connsiteY21" fmla="*/ 98236 h 148985"/>
                  <a:gd name="connsiteX22" fmla="*/ 32865 w 105926"/>
                  <a:gd name="connsiteY22" fmla="*/ 77666 h 148985"/>
                  <a:gd name="connsiteX23" fmla="*/ 32865 w 105926"/>
                  <a:gd name="connsiteY23" fmla="*/ 31620 h 148985"/>
                  <a:gd name="connsiteX24" fmla="*/ 57893 w 105926"/>
                  <a:gd name="connsiteY24" fmla="*/ 12850 h 14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05926" h="148985">
                    <a:moveTo>
                      <a:pt x="172" y="14246"/>
                    </a:moveTo>
                    <a:cubicBezTo>
                      <a:pt x="172" y="19107"/>
                      <a:pt x="15955" y="13345"/>
                      <a:pt x="15955" y="26759"/>
                    </a:cubicBezTo>
                    <a:lnTo>
                      <a:pt x="15955" y="130644"/>
                    </a:lnTo>
                    <a:cubicBezTo>
                      <a:pt x="15955" y="143832"/>
                      <a:pt x="3870" y="140816"/>
                      <a:pt x="3870" y="146577"/>
                    </a:cubicBezTo>
                    <a:cubicBezTo>
                      <a:pt x="3870" y="148693"/>
                      <a:pt x="5268" y="149143"/>
                      <a:pt x="7342" y="149143"/>
                    </a:cubicBezTo>
                    <a:cubicBezTo>
                      <a:pt x="10589" y="149143"/>
                      <a:pt x="15955" y="148198"/>
                      <a:pt x="26146" y="148198"/>
                    </a:cubicBezTo>
                    <a:cubicBezTo>
                      <a:pt x="41208" y="148198"/>
                      <a:pt x="46303" y="149143"/>
                      <a:pt x="50001" y="149143"/>
                    </a:cubicBezTo>
                    <a:cubicBezTo>
                      <a:pt x="52572" y="149143"/>
                      <a:pt x="54195" y="148918"/>
                      <a:pt x="54195" y="146127"/>
                    </a:cubicBezTo>
                    <a:cubicBezTo>
                      <a:pt x="54195" y="140591"/>
                      <a:pt x="32865" y="146352"/>
                      <a:pt x="32865" y="131319"/>
                    </a:cubicBezTo>
                    <a:lnTo>
                      <a:pt x="32865" y="97561"/>
                    </a:lnTo>
                    <a:cubicBezTo>
                      <a:pt x="43057" y="102647"/>
                      <a:pt x="50948" y="103817"/>
                      <a:pt x="56720" y="103817"/>
                    </a:cubicBezTo>
                    <a:cubicBezTo>
                      <a:pt x="93111" y="103817"/>
                      <a:pt x="106099" y="69789"/>
                      <a:pt x="106099" y="48949"/>
                    </a:cubicBezTo>
                    <a:cubicBezTo>
                      <a:pt x="106099" y="23518"/>
                      <a:pt x="91713" y="2003"/>
                      <a:pt x="64612" y="2003"/>
                    </a:cubicBezTo>
                    <a:cubicBezTo>
                      <a:pt x="55322" y="2003"/>
                      <a:pt x="44455" y="6639"/>
                      <a:pt x="32865" y="17261"/>
                    </a:cubicBezTo>
                    <a:lnTo>
                      <a:pt x="32865" y="4298"/>
                    </a:lnTo>
                    <a:cubicBezTo>
                      <a:pt x="32865" y="2003"/>
                      <a:pt x="31918" y="157"/>
                      <a:pt x="30069" y="157"/>
                    </a:cubicBezTo>
                    <a:cubicBezTo>
                      <a:pt x="26372" y="157"/>
                      <a:pt x="21276" y="4793"/>
                      <a:pt x="14782" y="7539"/>
                    </a:cubicBezTo>
                    <a:cubicBezTo>
                      <a:pt x="10138" y="9609"/>
                      <a:pt x="5042" y="11005"/>
                      <a:pt x="2246" y="11725"/>
                    </a:cubicBezTo>
                    <a:cubicBezTo>
                      <a:pt x="397" y="12175"/>
                      <a:pt x="172" y="13570"/>
                      <a:pt x="172" y="14246"/>
                    </a:cubicBezTo>
                    <a:close/>
                    <a:moveTo>
                      <a:pt x="57893" y="12850"/>
                    </a:moveTo>
                    <a:cubicBezTo>
                      <a:pt x="83642" y="12850"/>
                      <a:pt x="93337" y="39947"/>
                      <a:pt x="93337" y="59617"/>
                    </a:cubicBezTo>
                    <a:cubicBezTo>
                      <a:pt x="93337" y="77666"/>
                      <a:pt x="84543" y="98236"/>
                      <a:pt x="62988" y="98236"/>
                    </a:cubicBezTo>
                    <a:cubicBezTo>
                      <a:pt x="45627" y="98236"/>
                      <a:pt x="32865" y="88288"/>
                      <a:pt x="32865" y="77666"/>
                    </a:cubicBezTo>
                    <a:lnTo>
                      <a:pt x="32865" y="31620"/>
                    </a:lnTo>
                    <a:cubicBezTo>
                      <a:pt x="32865" y="25138"/>
                      <a:pt x="39133" y="12850"/>
                      <a:pt x="57893" y="12850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52" name="Gráfico 12">
                <a:extLst>
                  <a:ext uri="{FF2B5EF4-FFF2-40B4-BE49-F238E27FC236}">
                    <a16:creationId xmlns:a16="http://schemas.microsoft.com/office/drawing/2014/main" id="{3BA5902D-54DE-4F91-93DE-11281E71D0C8}"/>
                  </a:ext>
                </a:extLst>
              </p:cNvPr>
              <p:cNvSpPr/>
              <p:nvPr/>
            </p:nvSpPr>
            <p:spPr>
              <a:xfrm>
                <a:off x="2335478" y="2745475"/>
                <a:ext cx="87843" cy="101814"/>
              </a:xfrm>
              <a:custGeom>
                <a:avLst/>
                <a:gdLst>
                  <a:gd name="connsiteX0" fmla="*/ 182 w 87843"/>
                  <a:gd name="connsiteY0" fmla="*/ 54305 h 101814"/>
                  <a:gd name="connsiteX1" fmla="*/ 46990 w 87843"/>
                  <a:gd name="connsiteY1" fmla="*/ 101972 h 101814"/>
                  <a:gd name="connsiteX2" fmla="*/ 88026 w 87843"/>
                  <a:gd name="connsiteY2" fmla="*/ 79736 h 101814"/>
                  <a:gd name="connsiteX3" fmla="*/ 87079 w 87843"/>
                  <a:gd name="connsiteY3" fmla="*/ 78341 h 101814"/>
                  <a:gd name="connsiteX4" fmla="*/ 54385 w 87843"/>
                  <a:gd name="connsiteY4" fmla="*/ 90404 h 101814"/>
                  <a:gd name="connsiteX5" fmla="*/ 17092 w 87843"/>
                  <a:gd name="connsiteY5" fmla="*/ 40892 h 101814"/>
                  <a:gd name="connsiteX6" fmla="*/ 81532 w 87843"/>
                  <a:gd name="connsiteY6" fmla="*/ 40892 h 101814"/>
                  <a:gd name="connsiteX7" fmla="*/ 86628 w 87843"/>
                  <a:gd name="connsiteY7" fmla="*/ 36931 h 101814"/>
                  <a:gd name="connsiteX8" fmla="*/ 45592 w 87843"/>
                  <a:gd name="connsiteY8" fmla="*/ 157 h 101814"/>
                  <a:gd name="connsiteX9" fmla="*/ 182 w 87843"/>
                  <a:gd name="connsiteY9" fmla="*/ 54305 h 101814"/>
                  <a:gd name="connsiteX10" fmla="*/ 17092 w 87843"/>
                  <a:gd name="connsiteY10" fmla="*/ 34635 h 101814"/>
                  <a:gd name="connsiteX11" fmla="*/ 41669 w 87843"/>
                  <a:gd name="connsiteY11" fmla="*/ 5468 h 101814"/>
                  <a:gd name="connsiteX12" fmla="*/ 67373 w 87843"/>
                  <a:gd name="connsiteY12" fmla="*/ 29999 h 101814"/>
                  <a:gd name="connsiteX13" fmla="*/ 63224 w 87843"/>
                  <a:gd name="connsiteY13" fmla="*/ 34635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7843" h="101814">
                    <a:moveTo>
                      <a:pt x="182" y="54305"/>
                    </a:moveTo>
                    <a:cubicBezTo>
                      <a:pt x="182" y="69789"/>
                      <a:pt x="12222" y="101972"/>
                      <a:pt x="46990" y="101972"/>
                    </a:cubicBezTo>
                    <a:cubicBezTo>
                      <a:pt x="67869" y="101972"/>
                      <a:pt x="88026" y="85543"/>
                      <a:pt x="88026" y="79736"/>
                    </a:cubicBezTo>
                    <a:cubicBezTo>
                      <a:pt x="88026" y="78836"/>
                      <a:pt x="87800" y="78341"/>
                      <a:pt x="87079" y="78341"/>
                    </a:cubicBezTo>
                    <a:cubicBezTo>
                      <a:pt x="81758" y="78341"/>
                      <a:pt x="74813" y="90404"/>
                      <a:pt x="54385" y="90404"/>
                    </a:cubicBezTo>
                    <a:cubicBezTo>
                      <a:pt x="39549" y="90404"/>
                      <a:pt x="17092" y="78116"/>
                      <a:pt x="17092" y="40892"/>
                    </a:cubicBezTo>
                    <a:lnTo>
                      <a:pt x="81532" y="40892"/>
                    </a:lnTo>
                    <a:cubicBezTo>
                      <a:pt x="85681" y="40892"/>
                      <a:pt x="86628" y="39722"/>
                      <a:pt x="86628" y="36931"/>
                    </a:cubicBezTo>
                    <a:cubicBezTo>
                      <a:pt x="86628" y="27434"/>
                      <a:pt x="73866" y="157"/>
                      <a:pt x="45592" y="157"/>
                    </a:cubicBezTo>
                    <a:cubicBezTo>
                      <a:pt x="16371" y="157"/>
                      <a:pt x="182" y="25363"/>
                      <a:pt x="182" y="54305"/>
                    </a:cubicBezTo>
                    <a:close/>
                    <a:moveTo>
                      <a:pt x="17092" y="34635"/>
                    </a:moveTo>
                    <a:cubicBezTo>
                      <a:pt x="17092" y="21447"/>
                      <a:pt x="27735" y="5468"/>
                      <a:pt x="41669" y="5468"/>
                    </a:cubicBezTo>
                    <a:cubicBezTo>
                      <a:pt x="54656" y="5468"/>
                      <a:pt x="67373" y="17261"/>
                      <a:pt x="67373" y="29999"/>
                    </a:cubicBezTo>
                    <a:cubicBezTo>
                      <a:pt x="67373" y="33015"/>
                      <a:pt x="66245" y="34635"/>
                      <a:pt x="63224" y="34635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53" name="Gráfico 12">
                <a:extLst>
                  <a:ext uri="{FF2B5EF4-FFF2-40B4-BE49-F238E27FC236}">
                    <a16:creationId xmlns:a16="http://schemas.microsoft.com/office/drawing/2014/main" id="{B7F2C8E2-5C4E-473F-BAA4-99B8B6E2A47A}"/>
                  </a:ext>
                </a:extLst>
              </p:cNvPr>
              <p:cNvSpPr/>
              <p:nvPr/>
            </p:nvSpPr>
            <p:spPr>
              <a:xfrm>
                <a:off x="2434636" y="2743630"/>
                <a:ext cx="72331" cy="102039"/>
              </a:xfrm>
              <a:custGeom>
                <a:avLst/>
                <a:gdLst>
                  <a:gd name="connsiteX0" fmla="*/ 191 w 72331"/>
                  <a:gd name="connsiteY0" fmla="*/ 14246 h 102039"/>
                  <a:gd name="connsiteX1" fmla="*/ 16876 w 72331"/>
                  <a:gd name="connsiteY1" fmla="*/ 26759 h 102039"/>
                  <a:gd name="connsiteX2" fmla="*/ 16876 w 72331"/>
                  <a:gd name="connsiteY2" fmla="*/ 86893 h 102039"/>
                  <a:gd name="connsiteX3" fmla="*/ 5061 w 72331"/>
                  <a:gd name="connsiteY3" fmla="*/ 100081 h 102039"/>
                  <a:gd name="connsiteX4" fmla="*/ 7631 w 72331"/>
                  <a:gd name="connsiteY4" fmla="*/ 102197 h 102039"/>
                  <a:gd name="connsiteX5" fmla="*/ 28736 w 72331"/>
                  <a:gd name="connsiteY5" fmla="*/ 101252 h 102039"/>
                  <a:gd name="connsiteX6" fmla="*/ 50742 w 72331"/>
                  <a:gd name="connsiteY6" fmla="*/ 102197 h 102039"/>
                  <a:gd name="connsiteX7" fmla="*/ 54439 w 72331"/>
                  <a:gd name="connsiteY7" fmla="*/ 99631 h 102039"/>
                  <a:gd name="connsiteX8" fmla="*/ 33831 w 72331"/>
                  <a:gd name="connsiteY8" fmla="*/ 82032 h 102039"/>
                  <a:gd name="connsiteX9" fmla="*/ 33831 w 72331"/>
                  <a:gd name="connsiteY9" fmla="*/ 30900 h 102039"/>
                  <a:gd name="connsiteX10" fmla="*/ 48893 w 72331"/>
                  <a:gd name="connsiteY10" fmla="*/ 17486 h 102039"/>
                  <a:gd name="connsiteX11" fmla="*/ 64180 w 72331"/>
                  <a:gd name="connsiteY11" fmla="*/ 22798 h 102039"/>
                  <a:gd name="connsiteX12" fmla="*/ 72522 w 72331"/>
                  <a:gd name="connsiteY12" fmla="*/ 12400 h 102039"/>
                  <a:gd name="connsiteX13" fmla="*/ 57235 w 72331"/>
                  <a:gd name="connsiteY13" fmla="*/ 2003 h 102039"/>
                  <a:gd name="connsiteX14" fmla="*/ 34282 w 72331"/>
                  <a:gd name="connsiteY14" fmla="*/ 21222 h 102039"/>
                  <a:gd name="connsiteX15" fmla="*/ 33831 w 72331"/>
                  <a:gd name="connsiteY15" fmla="*/ 21222 h 102039"/>
                  <a:gd name="connsiteX16" fmla="*/ 33831 w 72331"/>
                  <a:gd name="connsiteY16" fmla="*/ 3623 h 102039"/>
                  <a:gd name="connsiteX17" fmla="*/ 31035 w 72331"/>
                  <a:gd name="connsiteY17" fmla="*/ 157 h 102039"/>
                  <a:gd name="connsiteX18" fmla="*/ 14801 w 72331"/>
                  <a:gd name="connsiteY18" fmla="*/ 8034 h 102039"/>
                  <a:gd name="connsiteX19" fmla="*/ 4385 w 72331"/>
                  <a:gd name="connsiteY19" fmla="*/ 11500 h 102039"/>
                  <a:gd name="connsiteX20" fmla="*/ 191 w 72331"/>
                  <a:gd name="connsiteY20" fmla="*/ 14246 h 10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2331" h="102039">
                    <a:moveTo>
                      <a:pt x="191" y="14246"/>
                    </a:moveTo>
                    <a:cubicBezTo>
                      <a:pt x="191" y="19107"/>
                      <a:pt x="16876" y="13345"/>
                      <a:pt x="16876" y="26759"/>
                    </a:cubicBezTo>
                    <a:lnTo>
                      <a:pt x="16876" y="86893"/>
                    </a:lnTo>
                    <a:cubicBezTo>
                      <a:pt x="16876" y="96165"/>
                      <a:pt x="5061" y="95220"/>
                      <a:pt x="5061" y="100081"/>
                    </a:cubicBezTo>
                    <a:cubicBezTo>
                      <a:pt x="5061" y="101477"/>
                      <a:pt x="5783" y="102197"/>
                      <a:pt x="7631" y="102197"/>
                    </a:cubicBezTo>
                    <a:cubicBezTo>
                      <a:pt x="9706" y="102197"/>
                      <a:pt x="13178" y="101252"/>
                      <a:pt x="28736" y="101252"/>
                    </a:cubicBezTo>
                    <a:cubicBezTo>
                      <a:pt x="42399" y="101252"/>
                      <a:pt x="47044" y="102197"/>
                      <a:pt x="50742" y="102197"/>
                    </a:cubicBezTo>
                    <a:cubicBezTo>
                      <a:pt x="53267" y="102197"/>
                      <a:pt x="54439" y="101702"/>
                      <a:pt x="54439" y="99631"/>
                    </a:cubicBezTo>
                    <a:cubicBezTo>
                      <a:pt x="54439" y="92249"/>
                      <a:pt x="33831" y="103097"/>
                      <a:pt x="33831" y="82032"/>
                    </a:cubicBezTo>
                    <a:lnTo>
                      <a:pt x="33831" y="30900"/>
                    </a:lnTo>
                    <a:cubicBezTo>
                      <a:pt x="33831" y="28154"/>
                      <a:pt x="39603" y="17486"/>
                      <a:pt x="48893" y="17486"/>
                    </a:cubicBezTo>
                    <a:cubicBezTo>
                      <a:pt x="57235" y="17486"/>
                      <a:pt x="59535" y="22798"/>
                      <a:pt x="64180" y="22798"/>
                    </a:cubicBezTo>
                    <a:cubicBezTo>
                      <a:pt x="66976" y="22798"/>
                      <a:pt x="72522" y="15866"/>
                      <a:pt x="72522" y="12400"/>
                    </a:cubicBezTo>
                    <a:cubicBezTo>
                      <a:pt x="72522" y="8034"/>
                      <a:pt x="62105" y="2003"/>
                      <a:pt x="57235" y="2003"/>
                    </a:cubicBezTo>
                    <a:cubicBezTo>
                      <a:pt x="47269" y="2003"/>
                      <a:pt x="38701" y="15191"/>
                      <a:pt x="34282" y="21222"/>
                    </a:cubicBezTo>
                    <a:lnTo>
                      <a:pt x="33831" y="21222"/>
                    </a:lnTo>
                    <a:lnTo>
                      <a:pt x="33831" y="3623"/>
                    </a:lnTo>
                    <a:cubicBezTo>
                      <a:pt x="33831" y="2228"/>
                      <a:pt x="32659" y="157"/>
                      <a:pt x="31035" y="157"/>
                    </a:cubicBezTo>
                    <a:cubicBezTo>
                      <a:pt x="27338" y="157"/>
                      <a:pt x="22467" y="4523"/>
                      <a:pt x="14801" y="8034"/>
                    </a:cubicBezTo>
                    <a:cubicBezTo>
                      <a:pt x="10878" y="9609"/>
                      <a:pt x="7180" y="10780"/>
                      <a:pt x="4385" y="11500"/>
                    </a:cubicBezTo>
                    <a:cubicBezTo>
                      <a:pt x="2310" y="11950"/>
                      <a:pt x="191" y="12400"/>
                      <a:pt x="191" y="14246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54" name="Gráfico 12">
                <a:extLst>
                  <a:ext uri="{FF2B5EF4-FFF2-40B4-BE49-F238E27FC236}">
                    <a16:creationId xmlns:a16="http://schemas.microsoft.com/office/drawing/2014/main" id="{6076BCB7-9F89-4F7C-8F7E-405D7752B6D4}"/>
                  </a:ext>
                </a:extLst>
              </p:cNvPr>
              <p:cNvSpPr/>
              <p:nvPr/>
            </p:nvSpPr>
            <p:spPr>
              <a:xfrm>
                <a:off x="2516907" y="2745475"/>
                <a:ext cx="92488" cy="101814"/>
              </a:xfrm>
              <a:custGeom>
                <a:avLst/>
                <a:gdLst>
                  <a:gd name="connsiteX0" fmla="*/ 198 w 92488"/>
                  <a:gd name="connsiteY0" fmla="*/ 26308 h 101814"/>
                  <a:gd name="connsiteX1" fmla="*/ 11110 w 92488"/>
                  <a:gd name="connsiteY1" fmla="*/ 33915 h 101814"/>
                  <a:gd name="connsiteX2" fmla="*/ 16206 w 92488"/>
                  <a:gd name="connsiteY2" fmla="*/ 29549 h 101814"/>
                  <a:gd name="connsiteX3" fmla="*/ 14808 w 92488"/>
                  <a:gd name="connsiteY3" fmla="*/ 20052 h 101814"/>
                  <a:gd name="connsiteX4" fmla="*/ 34740 w 92488"/>
                  <a:gd name="connsiteY4" fmla="*/ 6189 h 101814"/>
                  <a:gd name="connsiteX5" fmla="*/ 58865 w 92488"/>
                  <a:gd name="connsiteY5" fmla="*/ 25813 h 101814"/>
                  <a:gd name="connsiteX6" fmla="*/ 58865 w 92488"/>
                  <a:gd name="connsiteY6" fmla="*/ 44133 h 101814"/>
                  <a:gd name="connsiteX7" fmla="*/ 694 w 92488"/>
                  <a:gd name="connsiteY7" fmla="*/ 79961 h 101814"/>
                  <a:gd name="connsiteX8" fmla="*/ 25721 w 92488"/>
                  <a:gd name="connsiteY8" fmla="*/ 101972 h 101814"/>
                  <a:gd name="connsiteX9" fmla="*/ 61165 w 92488"/>
                  <a:gd name="connsiteY9" fmla="*/ 88513 h 101814"/>
                  <a:gd name="connsiteX10" fmla="*/ 79248 w 92488"/>
                  <a:gd name="connsiteY10" fmla="*/ 100351 h 101814"/>
                  <a:gd name="connsiteX11" fmla="*/ 92686 w 92488"/>
                  <a:gd name="connsiteY11" fmla="*/ 94545 h 101814"/>
                  <a:gd name="connsiteX12" fmla="*/ 89935 w 92488"/>
                  <a:gd name="connsiteY12" fmla="*/ 92925 h 101814"/>
                  <a:gd name="connsiteX13" fmla="*/ 85516 w 92488"/>
                  <a:gd name="connsiteY13" fmla="*/ 93375 h 101814"/>
                  <a:gd name="connsiteX14" fmla="*/ 75550 w 92488"/>
                  <a:gd name="connsiteY14" fmla="*/ 78341 h 101814"/>
                  <a:gd name="connsiteX15" fmla="*/ 75776 w 92488"/>
                  <a:gd name="connsiteY15" fmla="*/ 23518 h 101814"/>
                  <a:gd name="connsiteX16" fmla="*/ 37310 w 92488"/>
                  <a:gd name="connsiteY16" fmla="*/ 157 h 101814"/>
                  <a:gd name="connsiteX17" fmla="*/ 198 w 92488"/>
                  <a:gd name="connsiteY17" fmla="*/ 26308 h 101814"/>
                  <a:gd name="connsiteX18" fmla="*/ 58865 w 92488"/>
                  <a:gd name="connsiteY18" fmla="*/ 49669 h 101814"/>
                  <a:gd name="connsiteX19" fmla="*/ 58865 w 92488"/>
                  <a:gd name="connsiteY19" fmla="*/ 76946 h 101814"/>
                  <a:gd name="connsiteX20" fmla="*/ 34514 w 92488"/>
                  <a:gd name="connsiteY20" fmla="*/ 95220 h 101814"/>
                  <a:gd name="connsiteX21" fmla="*/ 15755 w 92488"/>
                  <a:gd name="connsiteY21" fmla="*/ 76946 h 101814"/>
                  <a:gd name="connsiteX22" fmla="*/ 58865 w 92488"/>
                  <a:gd name="connsiteY22" fmla="*/ 49669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2488" h="101814">
                    <a:moveTo>
                      <a:pt x="198" y="26308"/>
                    </a:moveTo>
                    <a:cubicBezTo>
                      <a:pt x="198" y="30449"/>
                      <a:pt x="7187" y="33915"/>
                      <a:pt x="11110" y="33915"/>
                    </a:cubicBezTo>
                    <a:cubicBezTo>
                      <a:pt x="15034" y="33915"/>
                      <a:pt x="16206" y="32520"/>
                      <a:pt x="16206" y="29549"/>
                    </a:cubicBezTo>
                    <a:cubicBezTo>
                      <a:pt x="16206" y="26984"/>
                      <a:pt x="14808" y="23518"/>
                      <a:pt x="14808" y="20052"/>
                    </a:cubicBezTo>
                    <a:cubicBezTo>
                      <a:pt x="14808" y="7539"/>
                      <a:pt x="23647" y="6189"/>
                      <a:pt x="34740" y="6189"/>
                    </a:cubicBezTo>
                    <a:cubicBezTo>
                      <a:pt x="52597" y="6189"/>
                      <a:pt x="58865" y="17261"/>
                      <a:pt x="58865" y="25813"/>
                    </a:cubicBezTo>
                    <a:lnTo>
                      <a:pt x="58865" y="44133"/>
                    </a:lnTo>
                    <a:cubicBezTo>
                      <a:pt x="3940" y="53135"/>
                      <a:pt x="694" y="68394"/>
                      <a:pt x="694" y="79961"/>
                    </a:cubicBezTo>
                    <a:cubicBezTo>
                      <a:pt x="694" y="94995"/>
                      <a:pt x="9036" y="101972"/>
                      <a:pt x="25721" y="101972"/>
                    </a:cubicBezTo>
                    <a:cubicBezTo>
                      <a:pt x="38708" y="101972"/>
                      <a:pt x="51425" y="96840"/>
                      <a:pt x="61165" y="88513"/>
                    </a:cubicBezTo>
                    <a:cubicBezTo>
                      <a:pt x="64412" y="96390"/>
                      <a:pt x="70680" y="100351"/>
                      <a:pt x="79248" y="100351"/>
                    </a:cubicBezTo>
                    <a:cubicBezTo>
                      <a:pt x="83216" y="100351"/>
                      <a:pt x="92686" y="99181"/>
                      <a:pt x="92686" y="94545"/>
                    </a:cubicBezTo>
                    <a:cubicBezTo>
                      <a:pt x="92686" y="93375"/>
                      <a:pt x="91784" y="92925"/>
                      <a:pt x="89935" y="92925"/>
                    </a:cubicBezTo>
                    <a:cubicBezTo>
                      <a:pt x="88537" y="92925"/>
                      <a:pt x="86914" y="93375"/>
                      <a:pt x="85516" y="93375"/>
                    </a:cubicBezTo>
                    <a:cubicBezTo>
                      <a:pt x="76723" y="93375"/>
                      <a:pt x="75550" y="85768"/>
                      <a:pt x="75550" y="78341"/>
                    </a:cubicBezTo>
                    <a:lnTo>
                      <a:pt x="75776" y="23518"/>
                    </a:lnTo>
                    <a:cubicBezTo>
                      <a:pt x="75776" y="13120"/>
                      <a:pt x="68380" y="157"/>
                      <a:pt x="37310" y="157"/>
                    </a:cubicBezTo>
                    <a:cubicBezTo>
                      <a:pt x="11561" y="157"/>
                      <a:pt x="198" y="17261"/>
                      <a:pt x="198" y="26308"/>
                    </a:cubicBezTo>
                    <a:close/>
                    <a:moveTo>
                      <a:pt x="58865" y="49669"/>
                    </a:moveTo>
                    <a:lnTo>
                      <a:pt x="58865" y="76946"/>
                    </a:lnTo>
                    <a:cubicBezTo>
                      <a:pt x="58865" y="87838"/>
                      <a:pt x="44480" y="95220"/>
                      <a:pt x="34514" y="95220"/>
                    </a:cubicBezTo>
                    <a:cubicBezTo>
                      <a:pt x="22023" y="95220"/>
                      <a:pt x="15755" y="89684"/>
                      <a:pt x="15755" y="76946"/>
                    </a:cubicBezTo>
                    <a:cubicBezTo>
                      <a:pt x="15755" y="56826"/>
                      <a:pt x="43082" y="53135"/>
                      <a:pt x="58865" y="49669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55" name="Gráfico 12">
                <a:extLst>
                  <a:ext uri="{FF2B5EF4-FFF2-40B4-BE49-F238E27FC236}">
                    <a16:creationId xmlns:a16="http://schemas.microsoft.com/office/drawing/2014/main" id="{206121BE-C296-4C98-91D5-7BB2E3AD543E}"/>
                  </a:ext>
                </a:extLst>
              </p:cNvPr>
              <p:cNvSpPr/>
              <p:nvPr/>
            </p:nvSpPr>
            <p:spPr>
              <a:xfrm>
                <a:off x="2617508" y="2745475"/>
                <a:ext cx="91541" cy="101814"/>
              </a:xfrm>
              <a:custGeom>
                <a:avLst/>
                <a:gdLst>
                  <a:gd name="connsiteX0" fmla="*/ 206 w 91541"/>
                  <a:gd name="connsiteY0" fmla="*/ 52910 h 101814"/>
                  <a:gd name="connsiteX1" fmla="*/ 46112 w 91541"/>
                  <a:gd name="connsiteY1" fmla="*/ 101972 h 101814"/>
                  <a:gd name="connsiteX2" fmla="*/ 91748 w 91541"/>
                  <a:gd name="connsiteY2" fmla="*/ 78341 h 101814"/>
                  <a:gd name="connsiteX3" fmla="*/ 89899 w 91541"/>
                  <a:gd name="connsiteY3" fmla="*/ 76946 h 101814"/>
                  <a:gd name="connsiteX4" fmla="*/ 58153 w 91541"/>
                  <a:gd name="connsiteY4" fmla="*/ 90404 h 101814"/>
                  <a:gd name="connsiteX5" fmla="*/ 17117 w 91541"/>
                  <a:gd name="connsiteY5" fmla="*/ 44808 h 101814"/>
                  <a:gd name="connsiteX6" fmla="*/ 44489 w 91541"/>
                  <a:gd name="connsiteY6" fmla="*/ 7764 h 101814"/>
                  <a:gd name="connsiteX7" fmla="*/ 78806 w 91541"/>
                  <a:gd name="connsiteY7" fmla="*/ 27209 h 101814"/>
                  <a:gd name="connsiteX8" fmla="*/ 80655 w 91541"/>
                  <a:gd name="connsiteY8" fmla="*/ 19827 h 101814"/>
                  <a:gd name="connsiteX9" fmla="*/ 80655 w 91541"/>
                  <a:gd name="connsiteY9" fmla="*/ 11275 h 101814"/>
                  <a:gd name="connsiteX10" fmla="*/ 76236 w 91541"/>
                  <a:gd name="connsiteY10" fmla="*/ 4568 h 101814"/>
                  <a:gd name="connsiteX11" fmla="*/ 52381 w 91541"/>
                  <a:gd name="connsiteY11" fmla="*/ 157 h 101814"/>
                  <a:gd name="connsiteX12" fmla="*/ 206 w 91541"/>
                  <a:gd name="connsiteY12" fmla="*/ 52910 h 10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541" h="101814">
                    <a:moveTo>
                      <a:pt x="206" y="52910"/>
                    </a:moveTo>
                    <a:cubicBezTo>
                      <a:pt x="206" y="78116"/>
                      <a:pt x="18966" y="101972"/>
                      <a:pt x="46112" y="101972"/>
                    </a:cubicBezTo>
                    <a:cubicBezTo>
                      <a:pt x="78310" y="101972"/>
                      <a:pt x="91748" y="81582"/>
                      <a:pt x="91748" y="78341"/>
                    </a:cubicBezTo>
                    <a:cubicBezTo>
                      <a:pt x="91748" y="77666"/>
                      <a:pt x="90621" y="76946"/>
                      <a:pt x="89899" y="76946"/>
                    </a:cubicBezTo>
                    <a:cubicBezTo>
                      <a:pt x="85976" y="77216"/>
                      <a:pt x="76461" y="90404"/>
                      <a:pt x="58153" y="90404"/>
                    </a:cubicBezTo>
                    <a:cubicBezTo>
                      <a:pt x="32178" y="90404"/>
                      <a:pt x="17117" y="70014"/>
                      <a:pt x="17117" y="44808"/>
                    </a:cubicBezTo>
                    <a:cubicBezTo>
                      <a:pt x="17117" y="28829"/>
                      <a:pt x="24332" y="7764"/>
                      <a:pt x="44489" y="7764"/>
                    </a:cubicBezTo>
                    <a:cubicBezTo>
                      <a:pt x="70463" y="7764"/>
                      <a:pt x="73440" y="27209"/>
                      <a:pt x="78806" y="27209"/>
                    </a:cubicBezTo>
                    <a:cubicBezTo>
                      <a:pt x="80429" y="27209"/>
                      <a:pt x="80655" y="24463"/>
                      <a:pt x="80655" y="19827"/>
                    </a:cubicBezTo>
                    <a:lnTo>
                      <a:pt x="80655" y="11275"/>
                    </a:lnTo>
                    <a:cubicBezTo>
                      <a:pt x="80655" y="7089"/>
                      <a:pt x="79708" y="6639"/>
                      <a:pt x="76236" y="4568"/>
                    </a:cubicBezTo>
                    <a:cubicBezTo>
                      <a:pt x="72312" y="2228"/>
                      <a:pt x="61850" y="157"/>
                      <a:pt x="52381" y="157"/>
                    </a:cubicBezTo>
                    <a:cubicBezTo>
                      <a:pt x="22934" y="157"/>
                      <a:pt x="206" y="24193"/>
                      <a:pt x="206" y="52910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56" name="Gráfico 12">
                <a:extLst>
                  <a:ext uri="{FF2B5EF4-FFF2-40B4-BE49-F238E27FC236}">
                    <a16:creationId xmlns:a16="http://schemas.microsoft.com/office/drawing/2014/main" id="{4820B5A3-C3D8-448F-9D87-C365F55CE4C1}"/>
                  </a:ext>
                </a:extLst>
              </p:cNvPr>
              <p:cNvSpPr/>
              <p:nvPr/>
            </p:nvSpPr>
            <p:spPr>
              <a:xfrm>
                <a:off x="2725505" y="2697809"/>
                <a:ext cx="47980" cy="147860"/>
              </a:xfrm>
              <a:custGeom>
                <a:avLst/>
                <a:gdLst>
                  <a:gd name="connsiteX0" fmla="*/ 11579 w 47980"/>
                  <a:gd name="connsiteY0" fmla="*/ 12400 h 147860"/>
                  <a:gd name="connsiteX1" fmla="*/ 21319 w 47980"/>
                  <a:gd name="connsiteY1" fmla="*/ 24463 h 147860"/>
                  <a:gd name="connsiteX2" fmla="*/ 31060 w 47980"/>
                  <a:gd name="connsiteY2" fmla="*/ 12400 h 147860"/>
                  <a:gd name="connsiteX3" fmla="*/ 21319 w 47980"/>
                  <a:gd name="connsiteY3" fmla="*/ 157 h 147860"/>
                  <a:gd name="connsiteX4" fmla="*/ 11579 w 47980"/>
                  <a:gd name="connsiteY4" fmla="*/ 12400 h 147860"/>
                  <a:gd name="connsiteX5" fmla="*/ 215 w 47980"/>
                  <a:gd name="connsiteY5" fmla="*/ 60067 h 147860"/>
                  <a:gd name="connsiteX6" fmla="*/ 12977 w 47980"/>
                  <a:gd name="connsiteY6" fmla="*/ 72355 h 147860"/>
                  <a:gd name="connsiteX7" fmla="*/ 12977 w 47980"/>
                  <a:gd name="connsiteY7" fmla="*/ 128348 h 147860"/>
                  <a:gd name="connsiteX8" fmla="*/ 6934 w 47980"/>
                  <a:gd name="connsiteY8" fmla="*/ 142436 h 147860"/>
                  <a:gd name="connsiteX9" fmla="*/ 2786 w 47980"/>
                  <a:gd name="connsiteY9" fmla="*/ 145452 h 147860"/>
                  <a:gd name="connsiteX10" fmla="*/ 6258 w 47980"/>
                  <a:gd name="connsiteY10" fmla="*/ 148018 h 147860"/>
                  <a:gd name="connsiteX11" fmla="*/ 22492 w 47980"/>
                  <a:gd name="connsiteY11" fmla="*/ 147073 h 147860"/>
                  <a:gd name="connsiteX12" fmla="*/ 43776 w 47980"/>
                  <a:gd name="connsiteY12" fmla="*/ 148018 h 147860"/>
                  <a:gd name="connsiteX13" fmla="*/ 48196 w 47980"/>
                  <a:gd name="connsiteY13" fmla="*/ 145452 h 147860"/>
                  <a:gd name="connsiteX14" fmla="*/ 29887 w 47980"/>
                  <a:gd name="connsiteY14" fmla="*/ 132939 h 147860"/>
                  <a:gd name="connsiteX15" fmla="*/ 29887 w 47980"/>
                  <a:gd name="connsiteY15" fmla="*/ 49444 h 147860"/>
                  <a:gd name="connsiteX16" fmla="*/ 27092 w 47980"/>
                  <a:gd name="connsiteY16" fmla="*/ 45978 h 147860"/>
                  <a:gd name="connsiteX17" fmla="*/ 19471 w 47980"/>
                  <a:gd name="connsiteY17" fmla="*/ 49444 h 147860"/>
                  <a:gd name="connsiteX18" fmla="*/ 3688 w 47980"/>
                  <a:gd name="connsiteY18" fmla="*/ 57051 h 147860"/>
                  <a:gd name="connsiteX19" fmla="*/ 215 w 47980"/>
                  <a:gd name="connsiteY19" fmla="*/ 60067 h 147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7980" h="147860">
                    <a:moveTo>
                      <a:pt x="11579" y="12400"/>
                    </a:moveTo>
                    <a:cubicBezTo>
                      <a:pt x="11579" y="14966"/>
                      <a:pt x="18524" y="24463"/>
                      <a:pt x="21319" y="24463"/>
                    </a:cubicBezTo>
                    <a:cubicBezTo>
                      <a:pt x="24341" y="24463"/>
                      <a:pt x="31060" y="15191"/>
                      <a:pt x="31060" y="12400"/>
                    </a:cubicBezTo>
                    <a:cubicBezTo>
                      <a:pt x="31060" y="9654"/>
                      <a:pt x="24341" y="157"/>
                      <a:pt x="21319" y="157"/>
                    </a:cubicBezTo>
                    <a:cubicBezTo>
                      <a:pt x="18524" y="157"/>
                      <a:pt x="11579" y="9879"/>
                      <a:pt x="11579" y="12400"/>
                    </a:cubicBezTo>
                    <a:close/>
                    <a:moveTo>
                      <a:pt x="215" y="60067"/>
                    </a:moveTo>
                    <a:cubicBezTo>
                      <a:pt x="215" y="64478"/>
                      <a:pt x="12977" y="59616"/>
                      <a:pt x="12977" y="72355"/>
                    </a:cubicBezTo>
                    <a:lnTo>
                      <a:pt x="12977" y="128348"/>
                    </a:lnTo>
                    <a:cubicBezTo>
                      <a:pt x="12977" y="139196"/>
                      <a:pt x="9730" y="141536"/>
                      <a:pt x="6934" y="142436"/>
                    </a:cubicBezTo>
                    <a:cubicBezTo>
                      <a:pt x="4635" y="143157"/>
                      <a:pt x="2786" y="143157"/>
                      <a:pt x="2786" y="145452"/>
                    </a:cubicBezTo>
                    <a:cubicBezTo>
                      <a:pt x="2786" y="147298"/>
                      <a:pt x="3913" y="148018"/>
                      <a:pt x="6258" y="148018"/>
                    </a:cubicBezTo>
                    <a:cubicBezTo>
                      <a:pt x="9279" y="148018"/>
                      <a:pt x="14600" y="147073"/>
                      <a:pt x="22492" y="147073"/>
                    </a:cubicBezTo>
                    <a:cubicBezTo>
                      <a:pt x="31736" y="147073"/>
                      <a:pt x="38951" y="148018"/>
                      <a:pt x="43776" y="148018"/>
                    </a:cubicBezTo>
                    <a:cubicBezTo>
                      <a:pt x="46121" y="148018"/>
                      <a:pt x="48196" y="147523"/>
                      <a:pt x="48196" y="145452"/>
                    </a:cubicBezTo>
                    <a:cubicBezTo>
                      <a:pt x="48196" y="139421"/>
                      <a:pt x="29887" y="144282"/>
                      <a:pt x="29887" y="132939"/>
                    </a:cubicBezTo>
                    <a:lnTo>
                      <a:pt x="29887" y="49444"/>
                    </a:lnTo>
                    <a:cubicBezTo>
                      <a:pt x="29887" y="48049"/>
                      <a:pt x="28986" y="45978"/>
                      <a:pt x="27092" y="45978"/>
                    </a:cubicBezTo>
                    <a:cubicBezTo>
                      <a:pt x="25468" y="45978"/>
                      <a:pt x="22717" y="47103"/>
                      <a:pt x="19471" y="49444"/>
                    </a:cubicBezTo>
                    <a:cubicBezTo>
                      <a:pt x="14600" y="52910"/>
                      <a:pt x="9279" y="55430"/>
                      <a:pt x="3688" y="57051"/>
                    </a:cubicBezTo>
                    <a:cubicBezTo>
                      <a:pt x="1613" y="57771"/>
                      <a:pt x="215" y="57996"/>
                      <a:pt x="215" y="60067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57" name="Gráfico 12">
                <a:extLst>
                  <a:ext uri="{FF2B5EF4-FFF2-40B4-BE49-F238E27FC236}">
                    <a16:creationId xmlns:a16="http://schemas.microsoft.com/office/drawing/2014/main" id="{707C3258-4801-4AAE-9803-38C5DF678330}"/>
                  </a:ext>
                </a:extLst>
              </p:cNvPr>
              <p:cNvSpPr/>
              <p:nvPr/>
            </p:nvSpPr>
            <p:spPr>
              <a:xfrm>
                <a:off x="2785064" y="2695243"/>
                <a:ext cx="102003" cy="152046"/>
              </a:xfrm>
              <a:custGeom>
                <a:avLst/>
                <a:gdLst>
                  <a:gd name="connsiteX0" fmla="*/ 221 w 102003"/>
                  <a:gd name="connsiteY0" fmla="*/ 103142 h 152046"/>
                  <a:gd name="connsiteX1" fmla="*/ 52170 w 102003"/>
                  <a:gd name="connsiteY1" fmla="*/ 152204 h 152046"/>
                  <a:gd name="connsiteX2" fmla="*/ 102224 w 102003"/>
                  <a:gd name="connsiteY2" fmla="*/ 101972 h 152046"/>
                  <a:gd name="connsiteX3" fmla="*/ 51899 w 102003"/>
                  <a:gd name="connsiteY3" fmla="*/ 50389 h 152046"/>
                  <a:gd name="connsiteX4" fmla="*/ 221 w 102003"/>
                  <a:gd name="connsiteY4" fmla="*/ 103142 h 152046"/>
                  <a:gd name="connsiteX5" fmla="*/ 48201 w 102003"/>
                  <a:gd name="connsiteY5" fmla="*/ 55475 h 152046"/>
                  <a:gd name="connsiteX6" fmla="*/ 85990 w 102003"/>
                  <a:gd name="connsiteY6" fmla="*/ 105438 h 152046"/>
                  <a:gd name="connsiteX7" fmla="*/ 54244 w 102003"/>
                  <a:gd name="connsiteY7" fmla="*/ 147343 h 152046"/>
                  <a:gd name="connsiteX8" fmla="*/ 16455 w 102003"/>
                  <a:gd name="connsiteY8" fmla="*/ 95040 h 152046"/>
                  <a:gd name="connsiteX9" fmla="*/ 48201 w 102003"/>
                  <a:gd name="connsiteY9" fmla="*/ 55475 h 152046"/>
                  <a:gd name="connsiteX10" fmla="*/ 68855 w 102003"/>
                  <a:gd name="connsiteY10" fmla="*/ 5513 h 152046"/>
                  <a:gd name="connsiteX11" fmla="*/ 34763 w 102003"/>
                  <a:gd name="connsiteY11" fmla="*/ 39272 h 152046"/>
                  <a:gd name="connsiteX12" fmla="*/ 42880 w 102003"/>
                  <a:gd name="connsiteY12" fmla="*/ 39272 h 152046"/>
                  <a:gd name="connsiteX13" fmla="*/ 73003 w 102003"/>
                  <a:gd name="connsiteY13" fmla="*/ 20547 h 152046"/>
                  <a:gd name="connsiteX14" fmla="*/ 85765 w 102003"/>
                  <a:gd name="connsiteY14" fmla="*/ 8754 h 152046"/>
                  <a:gd name="connsiteX15" fmla="*/ 78324 w 102003"/>
                  <a:gd name="connsiteY15" fmla="*/ 157 h 152046"/>
                  <a:gd name="connsiteX16" fmla="*/ 68855 w 102003"/>
                  <a:gd name="connsiteY16" fmla="*/ 5513 h 15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2003" h="152046">
                    <a:moveTo>
                      <a:pt x="221" y="103142"/>
                    </a:moveTo>
                    <a:cubicBezTo>
                      <a:pt x="221" y="134380"/>
                      <a:pt x="22001" y="152204"/>
                      <a:pt x="52170" y="152204"/>
                    </a:cubicBezTo>
                    <a:cubicBezTo>
                      <a:pt x="80669" y="152204"/>
                      <a:pt x="102224" y="130419"/>
                      <a:pt x="102224" y="101972"/>
                    </a:cubicBezTo>
                    <a:cubicBezTo>
                      <a:pt x="102224" y="61957"/>
                      <a:pt x="73454" y="50389"/>
                      <a:pt x="51899" y="50389"/>
                    </a:cubicBezTo>
                    <a:cubicBezTo>
                      <a:pt x="22723" y="50389"/>
                      <a:pt x="221" y="74695"/>
                      <a:pt x="221" y="103142"/>
                    </a:cubicBezTo>
                    <a:close/>
                    <a:moveTo>
                      <a:pt x="48201" y="55475"/>
                    </a:moveTo>
                    <a:cubicBezTo>
                      <a:pt x="76701" y="55475"/>
                      <a:pt x="85990" y="82527"/>
                      <a:pt x="85990" y="105438"/>
                    </a:cubicBezTo>
                    <a:cubicBezTo>
                      <a:pt x="85990" y="133659"/>
                      <a:pt x="73950" y="147343"/>
                      <a:pt x="54244" y="147343"/>
                    </a:cubicBezTo>
                    <a:cubicBezTo>
                      <a:pt x="27097" y="147343"/>
                      <a:pt x="16455" y="117500"/>
                      <a:pt x="16455" y="95040"/>
                    </a:cubicBezTo>
                    <a:cubicBezTo>
                      <a:pt x="16455" y="73300"/>
                      <a:pt x="27368" y="55475"/>
                      <a:pt x="48201" y="55475"/>
                    </a:cubicBezTo>
                    <a:close/>
                    <a:moveTo>
                      <a:pt x="68855" y="5513"/>
                    </a:moveTo>
                    <a:lnTo>
                      <a:pt x="34763" y="39272"/>
                    </a:lnTo>
                    <a:lnTo>
                      <a:pt x="42880" y="39272"/>
                    </a:lnTo>
                    <a:lnTo>
                      <a:pt x="73003" y="20547"/>
                    </a:lnTo>
                    <a:cubicBezTo>
                      <a:pt x="77648" y="17531"/>
                      <a:pt x="85765" y="14065"/>
                      <a:pt x="85765" y="8754"/>
                    </a:cubicBezTo>
                    <a:cubicBezTo>
                      <a:pt x="85765" y="4793"/>
                      <a:pt x="82969" y="157"/>
                      <a:pt x="78324" y="157"/>
                    </a:cubicBezTo>
                    <a:cubicBezTo>
                      <a:pt x="74176" y="157"/>
                      <a:pt x="71380" y="2948"/>
                      <a:pt x="68855" y="5513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58" name="Gráfico 12">
                <a:extLst>
                  <a:ext uri="{FF2B5EF4-FFF2-40B4-BE49-F238E27FC236}">
                    <a16:creationId xmlns:a16="http://schemas.microsoft.com/office/drawing/2014/main" id="{9B724C9B-05D6-4BCA-B04C-79DC730FAE54}"/>
                  </a:ext>
                </a:extLst>
              </p:cNvPr>
              <p:cNvSpPr/>
              <p:nvPr/>
            </p:nvSpPr>
            <p:spPr>
              <a:xfrm>
                <a:off x="2897246" y="2743630"/>
                <a:ext cx="123558" cy="102039"/>
              </a:xfrm>
              <a:custGeom>
                <a:avLst/>
                <a:gdLst>
                  <a:gd name="connsiteX0" fmla="*/ 231 w 123558"/>
                  <a:gd name="connsiteY0" fmla="*/ 14246 h 102039"/>
                  <a:gd name="connsiteX1" fmla="*/ 17367 w 123558"/>
                  <a:gd name="connsiteY1" fmla="*/ 26759 h 102039"/>
                  <a:gd name="connsiteX2" fmla="*/ 17367 w 123558"/>
                  <a:gd name="connsiteY2" fmla="*/ 84823 h 102039"/>
                  <a:gd name="connsiteX3" fmla="*/ 3703 w 123558"/>
                  <a:gd name="connsiteY3" fmla="*/ 99406 h 102039"/>
                  <a:gd name="connsiteX4" fmla="*/ 7897 w 123558"/>
                  <a:gd name="connsiteY4" fmla="*/ 102197 h 102039"/>
                  <a:gd name="connsiteX5" fmla="*/ 27603 w 123558"/>
                  <a:gd name="connsiteY5" fmla="*/ 101252 h 102039"/>
                  <a:gd name="connsiteX6" fmla="*/ 49609 w 123558"/>
                  <a:gd name="connsiteY6" fmla="*/ 102197 h 102039"/>
                  <a:gd name="connsiteX7" fmla="*/ 54705 w 123558"/>
                  <a:gd name="connsiteY7" fmla="*/ 98956 h 102039"/>
                  <a:gd name="connsiteX8" fmla="*/ 34322 w 123558"/>
                  <a:gd name="connsiteY8" fmla="*/ 83652 h 102039"/>
                  <a:gd name="connsiteX9" fmla="*/ 34322 w 123558"/>
                  <a:gd name="connsiteY9" fmla="*/ 29774 h 102039"/>
                  <a:gd name="connsiteX10" fmla="*/ 61649 w 123558"/>
                  <a:gd name="connsiteY10" fmla="*/ 12175 h 102039"/>
                  <a:gd name="connsiteX11" fmla="*/ 88796 w 123558"/>
                  <a:gd name="connsiteY11" fmla="*/ 40622 h 102039"/>
                  <a:gd name="connsiteX12" fmla="*/ 88796 w 123558"/>
                  <a:gd name="connsiteY12" fmla="*/ 84823 h 102039"/>
                  <a:gd name="connsiteX13" fmla="*/ 78785 w 123558"/>
                  <a:gd name="connsiteY13" fmla="*/ 99406 h 102039"/>
                  <a:gd name="connsiteX14" fmla="*/ 82979 w 123558"/>
                  <a:gd name="connsiteY14" fmla="*/ 102197 h 102039"/>
                  <a:gd name="connsiteX15" fmla="*/ 99889 w 123558"/>
                  <a:gd name="connsiteY15" fmla="*/ 101252 h 102039"/>
                  <a:gd name="connsiteX16" fmla="*/ 119821 w 123558"/>
                  <a:gd name="connsiteY16" fmla="*/ 102197 h 102039"/>
                  <a:gd name="connsiteX17" fmla="*/ 123790 w 123558"/>
                  <a:gd name="connsiteY17" fmla="*/ 98956 h 102039"/>
                  <a:gd name="connsiteX18" fmla="*/ 105707 w 123558"/>
                  <a:gd name="connsiteY18" fmla="*/ 83427 h 102039"/>
                  <a:gd name="connsiteX19" fmla="*/ 105707 w 123558"/>
                  <a:gd name="connsiteY19" fmla="*/ 45708 h 102039"/>
                  <a:gd name="connsiteX20" fmla="*/ 67918 w 123558"/>
                  <a:gd name="connsiteY20" fmla="*/ 2003 h 102039"/>
                  <a:gd name="connsiteX21" fmla="*/ 34322 w 123558"/>
                  <a:gd name="connsiteY21" fmla="*/ 19332 h 102039"/>
                  <a:gd name="connsiteX22" fmla="*/ 34322 w 123558"/>
                  <a:gd name="connsiteY22" fmla="*/ 3623 h 102039"/>
                  <a:gd name="connsiteX23" fmla="*/ 31526 w 123558"/>
                  <a:gd name="connsiteY23" fmla="*/ 157 h 102039"/>
                  <a:gd name="connsiteX24" fmla="*/ 16690 w 123558"/>
                  <a:gd name="connsiteY24" fmla="*/ 7089 h 102039"/>
                  <a:gd name="connsiteX25" fmla="*/ 3027 w 123558"/>
                  <a:gd name="connsiteY25" fmla="*/ 11500 h 102039"/>
                  <a:gd name="connsiteX26" fmla="*/ 231 w 123558"/>
                  <a:gd name="connsiteY26" fmla="*/ 14246 h 10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23558" h="102039">
                    <a:moveTo>
                      <a:pt x="231" y="14246"/>
                    </a:moveTo>
                    <a:cubicBezTo>
                      <a:pt x="231" y="19107"/>
                      <a:pt x="17367" y="13345"/>
                      <a:pt x="17367" y="26759"/>
                    </a:cubicBezTo>
                    <a:lnTo>
                      <a:pt x="17367" y="84823"/>
                    </a:lnTo>
                    <a:cubicBezTo>
                      <a:pt x="17367" y="98956"/>
                      <a:pt x="3703" y="94995"/>
                      <a:pt x="3703" y="99406"/>
                    </a:cubicBezTo>
                    <a:cubicBezTo>
                      <a:pt x="3703" y="101702"/>
                      <a:pt x="5101" y="102197"/>
                      <a:pt x="7897" y="102197"/>
                    </a:cubicBezTo>
                    <a:cubicBezTo>
                      <a:pt x="11144" y="102197"/>
                      <a:pt x="14842" y="101252"/>
                      <a:pt x="27603" y="101252"/>
                    </a:cubicBezTo>
                    <a:cubicBezTo>
                      <a:pt x="41041" y="101252"/>
                      <a:pt x="45416" y="102197"/>
                      <a:pt x="49609" y="102197"/>
                    </a:cubicBezTo>
                    <a:cubicBezTo>
                      <a:pt x="53082" y="102197"/>
                      <a:pt x="54705" y="101702"/>
                      <a:pt x="54705" y="98956"/>
                    </a:cubicBezTo>
                    <a:cubicBezTo>
                      <a:pt x="54705" y="92699"/>
                      <a:pt x="34322" y="99181"/>
                      <a:pt x="34322" y="83652"/>
                    </a:cubicBezTo>
                    <a:lnTo>
                      <a:pt x="34322" y="29774"/>
                    </a:lnTo>
                    <a:cubicBezTo>
                      <a:pt x="34322" y="26534"/>
                      <a:pt x="42169" y="12175"/>
                      <a:pt x="61649" y="12175"/>
                    </a:cubicBezTo>
                    <a:cubicBezTo>
                      <a:pt x="81581" y="12175"/>
                      <a:pt x="88796" y="31170"/>
                      <a:pt x="88796" y="40622"/>
                    </a:cubicBezTo>
                    <a:lnTo>
                      <a:pt x="88796" y="84823"/>
                    </a:lnTo>
                    <a:cubicBezTo>
                      <a:pt x="88796" y="99181"/>
                      <a:pt x="78785" y="94770"/>
                      <a:pt x="78785" y="99406"/>
                    </a:cubicBezTo>
                    <a:cubicBezTo>
                      <a:pt x="78785" y="101702"/>
                      <a:pt x="80183" y="102197"/>
                      <a:pt x="82979" y="102197"/>
                    </a:cubicBezTo>
                    <a:cubicBezTo>
                      <a:pt x="86451" y="102197"/>
                      <a:pt x="90645" y="101252"/>
                      <a:pt x="99889" y="101252"/>
                    </a:cubicBezTo>
                    <a:cubicBezTo>
                      <a:pt x="111028" y="101252"/>
                      <a:pt x="116574" y="102197"/>
                      <a:pt x="119821" y="102197"/>
                    </a:cubicBezTo>
                    <a:cubicBezTo>
                      <a:pt x="122166" y="102197"/>
                      <a:pt x="123790" y="101702"/>
                      <a:pt x="123790" y="98956"/>
                    </a:cubicBezTo>
                    <a:cubicBezTo>
                      <a:pt x="123790" y="92474"/>
                      <a:pt x="105707" y="99631"/>
                      <a:pt x="105707" y="83427"/>
                    </a:cubicBezTo>
                    <a:lnTo>
                      <a:pt x="105707" y="45708"/>
                    </a:lnTo>
                    <a:cubicBezTo>
                      <a:pt x="105707" y="22122"/>
                      <a:pt x="95245" y="2003"/>
                      <a:pt x="67918" y="2003"/>
                    </a:cubicBezTo>
                    <a:cubicBezTo>
                      <a:pt x="46813" y="2003"/>
                      <a:pt x="35224" y="19602"/>
                      <a:pt x="34322" y="19332"/>
                    </a:cubicBezTo>
                    <a:lnTo>
                      <a:pt x="34322" y="3623"/>
                    </a:lnTo>
                    <a:cubicBezTo>
                      <a:pt x="34322" y="2228"/>
                      <a:pt x="33375" y="157"/>
                      <a:pt x="31526" y="157"/>
                    </a:cubicBezTo>
                    <a:cubicBezTo>
                      <a:pt x="27603" y="157"/>
                      <a:pt x="23635" y="4298"/>
                      <a:pt x="16690" y="7089"/>
                    </a:cubicBezTo>
                    <a:cubicBezTo>
                      <a:pt x="11595" y="9159"/>
                      <a:pt x="7626" y="10780"/>
                      <a:pt x="3027" y="11500"/>
                    </a:cubicBezTo>
                    <a:cubicBezTo>
                      <a:pt x="231" y="11950"/>
                      <a:pt x="231" y="13795"/>
                      <a:pt x="231" y="14246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</p:grpSp>
        <p:grpSp>
          <p:nvGrpSpPr>
            <p:cNvPr id="59" name="Gráfico 12">
              <a:extLst>
                <a:ext uri="{FF2B5EF4-FFF2-40B4-BE49-F238E27FC236}">
                  <a16:creationId xmlns:a16="http://schemas.microsoft.com/office/drawing/2014/main" id="{950B420C-A5F3-44FC-A080-0707CFFB0FCA}"/>
                </a:ext>
              </a:extLst>
            </p:cNvPr>
            <p:cNvGrpSpPr/>
            <p:nvPr/>
          </p:nvGrpSpPr>
          <p:grpSpPr>
            <a:xfrm>
              <a:off x="3104492" y="2274904"/>
              <a:ext cx="1783649" cy="199308"/>
              <a:chOff x="3104522" y="2685981"/>
              <a:chExt cx="1783649" cy="199308"/>
            </a:xfrm>
            <a:grpFill/>
          </p:grpSpPr>
          <p:sp>
            <p:nvSpPr>
              <p:cNvPr id="60" name="Gráfico 12">
                <a:extLst>
                  <a:ext uri="{FF2B5EF4-FFF2-40B4-BE49-F238E27FC236}">
                    <a16:creationId xmlns:a16="http://schemas.microsoft.com/office/drawing/2014/main" id="{EF14E7BB-E0BF-4F5E-A6A6-574939C8D371}"/>
                  </a:ext>
                </a:extLst>
              </p:cNvPr>
              <p:cNvSpPr/>
              <p:nvPr/>
            </p:nvSpPr>
            <p:spPr>
              <a:xfrm>
                <a:off x="3104522" y="2726131"/>
                <a:ext cx="101552" cy="159158"/>
              </a:xfrm>
              <a:custGeom>
                <a:avLst/>
                <a:gdLst>
                  <a:gd name="connsiteX0" fmla="*/ 248 w 101552"/>
                  <a:gd name="connsiteY0" fmla="*/ 3037 h 159158"/>
                  <a:gd name="connsiteX1" fmla="*/ 13415 w 101552"/>
                  <a:gd name="connsiteY1" fmla="*/ 3037 h 159158"/>
                  <a:gd name="connsiteX2" fmla="*/ 13415 w 101552"/>
                  <a:gd name="connsiteY2" fmla="*/ 23022 h 159158"/>
                  <a:gd name="connsiteX3" fmla="*/ 29289 w 101552"/>
                  <a:gd name="connsiteY3" fmla="*/ 5738 h 159158"/>
                  <a:gd name="connsiteX4" fmla="*/ 52377 w 101552"/>
                  <a:gd name="connsiteY4" fmla="*/ 157 h 159158"/>
                  <a:gd name="connsiteX5" fmla="*/ 88633 w 101552"/>
                  <a:gd name="connsiteY5" fmla="*/ 16001 h 159158"/>
                  <a:gd name="connsiteX6" fmla="*/ 101800 w 101552"/>
                  <a:gd name="connsiteY6" fmla="*/ 58851 h 159158"/>
                  <a:gd name="connsiteX7" fmla="*/ 88452 w 101552"/>
                  <a:gd name="connsiteY7" fmla="*/ 102061 h 159158"/>
                  <a:gd name="connsiteX8" fmla="*/ 51655 w 101552"/>
                  <a:gd name="connsiteY8" fmla="*/ 117545 h 159158"/>
                  <a:gd name="connsiteX9" fmla="*/ 13415 w 101552"/>
                  <a:gd name="connsiteY9" fmla="*/ 95220 h 159158"/>
                  <a:gd name="connsiteX10" fmla="*/ 13415 w 101552"/>
                  <a:gd name="connsiteY10" fmla="*/ 159315 h 159158"/>
                  <a:gd name="connsiteX11" fmla="*/ 248 w 101552"/>
                  <a:gd name="connsiteY11" fmla="*/ 159315 h 159158"/>
                  <a:gd name="connsiteX12" fmla="*/ 50393 w 101552"/>
                  <a:gd name="connsiteY12" fmla="*/ 106022 h 159158"/>
                  <a:gd name="connsiteX13" fmla="*/ 78532 w 101552"/>
                  <a:gd name="connsiteY13" fmla="*/ 93779 h 159158"/>
                  <a:gd name="connsiteX14" fmla="*/ 88272 w 101552"/>
                  <a:gd name="connsiteY14" fmla="*/ 58851 h 159158"/>
                  <a:gd name="connsiteX15" fmla="*/ 78351 w 101552"/>
                  <a:gd name="connsiteY15" fmla="*/ 24103 h 159158"/>
                  <a:gd name="connsiteX16" fmla="*/ 50393 w 101552"/>
                  <a:gd name="connsiteY16" fmla="*/ 11680 h 159158"/>
                  <a:gd name="connsiteX17" fmla="*/ 22615 w 101552"/>
                  <a:gd name="connsiteY17" fmla="*/ 23923 h 159158"/>
                  <a:gd name="connsiteX18" fmla="*/ 12874 w 101552"/>
                  <a:gd name="connsiteY18" fmla="*/ 58851 h 159158"/>
                  <a:gd name="connsiteX19" fmla="*/ 22795 w 101552"/>
                  <a:gd name="connsiteY19" fmla="*/ 93599 h 159158"/>
                  <a:gd name="connsiteX20" fmla="*/ 50393 w 101552"/>
                  <a:gd name="connsiteY20" fmla="*/ 106022 h 159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01552" h="159158">
                    <a:moveTo>
                      <a:pt x="248" y="3037"/>
                    </a:moveTo>
                    <a:lnTo>
                      <a:pt x="13415" y="3037"/>
                    </a:lnTo>
                    <a:lnTo>
                      <a:pt x="13415" y="23022"/>
                    </a:lnTo>
                    <a:cubicBezTo>
                      <a:pt x="17609" y="15235"/>
                      <a:pt x="22885" y="9474"/>
                      <a:pt x="29289" y="5738"/>
                    </a:cubicBezTo>
                    <a:cubicBezTo>
                      <a:pt x="35647" y="2047"/>
                      <a:pt x="43358" y="157"/>
                      <a:pt x="52377" y="157"/>
                    </a:cubicBezTo>
                    <a:cubicBezTo>
                      <a:pt x="67754" y="157"/>
                      <a:pt x="79839" y="5468"/>
                      <a:pt x="88633" y="16001"/>
                    </a:cubicBezTo>
                    <a:cubicBezTo>
                      <a:pt x="97381" y="26443"/>
                      <a:pt x="101800" y="40757"/>
                      <a:pt x="101800" y="58851"/>
                    </a:cubicBezTo>
                    <a:cubicBezTo>
                      <a:pt x="101800" y="77215"/>
                      <a:pt x="97336" y="91619"/>
                      <a:pt x="88452" y="102061"/>
                    </a:cubicBezTo>
                    <a:cubicBezTo>
                      <a:pt x="79524" y="112414"/>
                      <a:pt x="67258" y="117545"/>
                      <a:pt x="51655" y="117545"/>
                    </a:cubicBezTo>
                    <a:cubicBezTo>
                      <a:pt x="34790" y="117545"/>
                      <a:pt x="22074" y="110118"/>
                      <a:pt x="13415" y="95220"/>
                    </a:cubicBezTo>
                    <a:lnTo>
                      <a:pt x="13415" y="159315"/>
                    </a:lnTo>
                    <a:lnTo>
                      <a:pt x="248" y="159315"/>
                    </a:lnTo>
                    <a:close/>
                    <a:moveTo>
                      <a:pt x="50393" y="106022"/>
                    </a:moveTo>
                    <a:cubicBezTo>
                      <a:pt x="62659" y="106022"/>
                      <a:pt x="72038" y="101971"/>
                      <a:pt x="78532" y="93779"/>
                    </a:cubicBezTo>
                    <a:cubicBezTo>
                      <a:pt x="85025" y="85632"/>
                      <a:pt x="88272" y="73975"/>
                      <a:pt x="88272" y="58851"/>
                    </a:cubicBezTo>
                    <a:cubicBezTo>
                      <a:pt x="88272" y="43862"/>
                      <a:pt x="84935" y="32295"/>
                      <a:pt x="78351" y="24103"/>
                    </a:cubicBezTo>
                    <a:cubicBezTo>
                      <a:pt x="71722" y="15821"/>
                      <a:pt x="62388" y="11680"/>
                      <a:pt x="50393" y="11680"/>
                    </a:cubicBezTo>
                    <a:cubicBezTo>
                      <a:pt x="38353" y="11680"/>
                      <a:pt x="29108" y="15776"/>
                      <a:pt x="22615" y="23923"/>
                    </a:cubicBezTo>
                    <a:cubicBezTo>
                      <a:pt x="16121" y="32114"/>
                      <a:pt x="12874" y="43727"/>
                      <a:pt x="12874" y="58851"/>
                    </a:cubicBezTo>
                    <a:cubicBezTo>
                      <a:pt x="12874" y="73614"/>
                      <a:pt x="16166" y="85227"/>
                      <a:pt x="22795" y="93599"/>
                    </a:cubicBezTo>
                    <a:cubicBezTo>
                      <a:pt x="29379" y="101881"/>
                      <a:pt x="38578" y="106022"/>
                      <a:pt x="50393" y="106022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61" name="Gráfico 12">
                <a:extLst>
                  <a:ext uri="{FF2B5EF4-FFF2-40B4-BE49-F238E27FC236}">
                    <a16:creationId xmlns:a16="http://schemas.microsoft.com/office/drawing/2014/main" id="{F8D0A22F-B95A-4492-BF92-2148390373FB}"/>
                  </a:ext>
                </a:extLst>
              </p:cNvPr>
              <p:cNvSpPr/>
              <p:nvPr/>
            </p:nvSpPr>
            <p:spPr>
              <a:xfrm>
                <a:off x="3227673" y="2726131"/>
                <a:ext cx="103536" cy="117208"/>
              </a:xfrm>
              <a:custGeom>
                <a:avLst/>
                <a:gdLst>
                  <a:gd name="connsiteX0" fmla="*/ 37236 w 103536"/>
                  <a:gd name="connsiteY0" fmla="*/ 117365 h 117208"/>
                  <a:gd name="connsiteX1" fmla="*/ 10180 w 103536"/>
                  <a:gd name="connsiteY1" fmla="*/ 108543 h 117208"/>
                  <a:gd name="connsiteX2" fmla="*/ 259 w 103536"/>
                  <a:gd name="connsiteY2" fmla="*/ 85137 h 117208"/>
                  <a:gd name="connsiteX3" fmla="*/ 4769 w 103536"/>
                  <a:gd name="connsiteY3" fmla="*/ 68393 h 117208"/>
                  <a:gd name="connsiteX4" fmla="*/ 18116 w 103536"/>
                  <a:gd name="connsiteY4" fmla="*/ 57050 h 117208"/>
                  <a:gd name="connsiteX5" fmla="*/ 51486 w 103536"/>
                  <a:gd name="connsiteY5" fmla="*/ 50929 h 117208"/>
                  <a:gd name="connsiteX6" fmla="*/ 58341 w 103536"/>
                  <a:gd name="connsiteY6" fmla="*/ 50209 h 117208"/>
                  <a:gd name="connsiteX7" fmla="*/ 61948 w 103536"/>
                  <a:gd name="connsiteY7" fmla="*/ 49669 h 117208"/>
                  <a:gd name="connsiteX8" fmla="*/ 78002 w 103536"/>
                  <a:gd name="connsiteY8" fmla="*/ 35805 h 117208"/>
                  <a:gd name="connsiteX9" fmla="*/ 71508 w 103536"/>
                  <a:gd name="connsiteY9" fmla="*/ 17261 h 117208"/>
                  <a:gd name="connsiteX10" fmla="*/ 50224 w 103536"/>
                  <a:gd name="connsiteY10" fmla="*/ 11680 h 117208"/>
                  <a:gd name="connsiteX11" fmla="*/ 27135 w 103536"/>
                  <a:gd name="connsiteY11" fmla="*/ 17981 h 117208"/>
                  <a:gd name="connsiteX12" fmla="*/ 18477 w 103536"/>
                  <a:gd name="connsiteY12" fmla="*/ 36346 h 117208"/>
                  <a:gd name="connsiteX13" fmla="*/ 5851 w 103536"/>
                  <a:gd name="connsiteY13" fmla="*/ 36346 h 117208"/>
                  <a:gd name="connsiteX14" fmla="*/ 18116 w 103536"/>
                  <a:gd name="connsiteY14" fmla="*/ 9879 h 117208"/>
                  <a:gd name="connsiteX15" fmla="*/ 50224 w 103536"/>
                  <a:gd name="connsiteY15" fmla="*/ 157 h 117208"/>
                  <a:gd name="connsiteX16" fmla="*/ 80527 w 103536"/>
                  <a:gd name="connsiteY16" fmla="*/ 8799 h 117208"/>
                  <a:gd name="connsiteX17" fmla="*/ 90989 w 103536"/>
                  <a:gd name="connsiteY17" fmla="*/ 34005 h 117208"/>
                  <a:gd name="connsiteX18" fmla="*/ 90989 w 103536"/>
                  <a:gd name="connsiteY18" fmla="*/ 94680 h 117208"/>
                  <a:gd name="connsiteX19" fmla="*/ 92612 w 103536"/>
                  <a:gd name="connsiteY19" fmla="*/ 103322 h 117208"/>
                  <a:gd name="connsiteX20" fmla="*/ 98926 w 103536"/>
                  <a:gd name="connsiteY20" fmla="*/ 105122 h 117208"/>
                  <a:gd name="connsiteX21" fmla="*/ 101631 w 103536"/>
                  <a:gd name="connsiteY21" fmla="*/ 105122 h 117208"/>
                  <a:gd name="connsiteX22" fmla="*/ 103796 w 103536"/>
                  <a:gd name="connsiteY22" fmla="*/ 104762 h 117208"/>
                  <a:gd name="connsiteX23" fmla="*/ 103796 w 103536"/>
                  <a:gd name="connsiteY23" fmla="*/ 114484 h 117208"/>
                  <a:gd name="connsiteX24" fmla="*/ 94416 w 103536"/>
                  <a:gd name="connsiteY24" fmla="*/ 115565 h 117208"/>
                  <a:gd name="connsiteX25" fmla="*/ 78543 w 103536"/>
                  <a:gd name="connsiteY25" fmla="*/ 100081 h 117208"/>
                  <a:gd name="connsiteX26" fmla="*/ 78543 w 103536"/>
                  <a:gd name="connsiteY26" fmla="*/ 98460 h 117208"/>
                  <a:gd name="connsiteX27" fmla="*/ 37236 w 103536"/>
                  <a:gd name="connsiteY27" fmla="*/ 117365 h 117208"/>
                  <a:gd name="connsiteX28" fmla="*/ 38679 w 103536"/>
                  <a:gd name="connsiteY28" fmla="*/ 105662 h 117208"/>
                  <a:gd name="connsiteX29" fmla="*/ 67179 w 103536"/>
                  <a:gd name="connsiteY29" fmla="*/ 96660 h 117208"/>
                  <a:gd name="connsiteX30" fmla="*/ 77641 w 103536"/>
                  <a:gd name="connsiteY30" fmla="*/ 71454 h 117208"/>
                  <a:gd name="connsiteX31" fmla="*/ 77641 w 103536"/>
                  <a:gd name="connsiteY31" fmla="*/ 56150 h 117208"/>
                  <a:gd name="connsiteX32" fmla="*/ 64654 w 103536"/>
                  <a:gd name="connsiteY32" fmla="*/ 59031 h 117208"/>
                  <a:gd name="connsiteX33" fmla="*/ 38499 w 103536"/>
                  <a:gd name="connsiteY33" fmla="*/ 61191 h 117208"/>
                  <a:gd name="connsiteX34" fmla="*/ 19920 w 103536"/>
                  <a:gd name="connsiteY34" fmla="*/ 70554 h 117208"/>
                  <a:gd name="connsiteX35" fmla="*/ 13607 w 103536"/>
                  <a:gd name="connsiteY35" fmla="*/ 84777 h 117208"/>
                  <a:gd name="connsiteX36" fmla="*/ 20281 w 103536"/>
                  <a:gd name="connsiteY36" fmla="*/ 100081 h 117208"/>
                  <a:gd name="connsiteX37" fmla="*/ 38679 w 103536"/>
                  <a:gd name="connsiteY37" fmla="*/ 105662 h 117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03536" h="117208">
                    <a:moveTo>
                      <a:pt x="37236" y="117365"/>
                    </a:moveTo>
                    <a:cubicBezTo>
                      <a:pt x="25918" y="117365"/>
                      <a:pt x="16899" y="114439"/>
                      <a:pt x="10180" y="108543"/>
                    </a:cubicBezTo>
                    <a:cubicBezTo>
                      <a:pt x="3551" y="102692"/>
                      <a:pt x="259" y="94860"/>
                      <a:pt x="259" y="85137"/>
                    </a:cubicBezTo>
                    <a:cubicBezTo>
                      <a:pt x="259" y="78656"/>
                      <a:pt x="1747" y="73074"/>
                      <a:pt x="4769" y="68393"/>
                    </a:cubicBezTo>
                    <a:cubicBezTo>
                      <a:pt x="7745" y="63622"/>
                      <a:pt x="12209" y="59841"/>
                      <a:pt x="18116" y="57050"/>
                    </a:cubicBezTo>
                    <a:cubicBezTo>
                      <a:pt x="24971" y="53945"/>
                      <a:pt x="36064" y="51919"/>
                      <a:pt x="51486" y="50929"/>
                    </a:cubicBezTo>
                    <a:lnTo>
                      <a:pt x="58341" y="50209"/>
                    </a:lnTo>
                    <a:lnTo>
                      <a:pt x="61948" y="49669"/>
                    </a:lnTo>
                    <a:cubicBezTo>
                      <a:pt x="72636" y="47508"/>
                      <a:pt x="78002" y="42917"/>
                      <a:pt x="78002" y="35805"/>
                    </a:cubicBezTo>
                    <a:cubicBezTo>
                      <a:pt x="78002" y="27163"/>
                      <a:pt x="75837" y="20997"/>
                      <a:pt x="71508" y="17261"/>
                    </a:cubicBezTo>
                    <a:cubicBezTo>
                      <a:pt x="67179" y="13570"/>
                      <a:pt x="60054" y="11680"/>
                      <a:pt x="50224" y="11680"/>
                    </a:cubicBezTo>
                    <a:cubicBezTo>
                      <a:pt x="40123" y="11680"/>
                      <a:pt x="32411" y="13795"/>
                      <a:pt x="27135" y="17981"/>
                    </a:cubicBezTo>
                    <a:cubicBezTo>
                      <a:pt x="21814" y="22077"/>
                      <a:pt x="18928" y="28199"/>
                      <a:pt x="18477" y="36346"/>
                    </a:cubicBezTo>
                    <a:lnTo>
                      <a:pt x="5851" y="36346"/>
                    </a:lnTo>
                    <a:cubicBezTo>
                      <a:pt x="6076" y="25183"/>
                      <a:pt x="10180" y="16361"/>
                      <a:pt x="18116" y="9879"/>
                    </a:cubicBezTo>
                    <a:cubicBezTo>
                      <a:pt x="26053" y="3398"/>
                      <a:pt x="36740" y="157"/>
                      <a:pt x="50224" y="157"/>
                    </a:cubicBezTo>
                    <a:cubicBezTo>
                      <a:pt x="63572" y="157"/>
                      <a:pt x="73673" y="3037"/>
                      <a:pt x="80527" y="8799"/>
                    </a:cubicBezTo>
                    <a:cubicBezTo>
                      <a:pt x="87472" y="14560"/>
                      <a:pt x="90989" y="22977"/>
                      <a:pt x="90989" y="34005"/>
                    </a:cubicBezTo>
                    <a:lnTo>
                      <a:pt x="90989" y="94680"/>
                    </a:lnTo>
                    <a:cubicBezTo>
                      <a:pt x="90989" y="99136"/>
                      <a:pt x="91530" y="102016"/>
                      <a:pt x="92612" y="103322"/>
                    </a:cubicBezTo>
                    <a:cubicBezTo>
                      <a:pt x="93695" y="104537"/>
                      <a:pt x="95769" y="105122"/>
                      <a:pt x="98926" y="105122"/>
                    </a:cubicBezTo>
                    <a:lnTo>
                      <a:pt x="101631" y="105122"/>
                    </a:lnTo>
                    <a:cubicBezTo>
                      <a:pt x="102578" y="105122"/>
                      <a:pt x="103300" y="105032"/>
                      <a:pt x="103796" y="104762"/>
                    </a:cubicBezTo>
                    <a:lnTo>
                      <a:pt x="103796" y="114484"/>
                    </a:lnTo>
                    <a:cubicBezTo>
                      <a:pt x="100188" y="115205"/>
                      <a:pt x="97032" y="115565"/>
                      <a:pt x="94416" y="115565"/>
                    </a:cubicBezTo>
                    <a:cubicBezTo>
                      <a:pt x="83819" y="115565"/>
                      <a:pt x="78543" y="110433"/>
                      <a:pt x="78543" y="100081"/>
                    </a:cubicBezTo>
                    <a:lnTo>
                      <a:pt x="78543" y="98460"/>
                    </a:lnTo>
                    <a:cubicBezTo>
                      <a:pt x="66728" y="111064"/>
                      <a:pt x="52974" y="117365"/>
                      <a:pt x="37236" y="117365"/>
                    </a:cubicBezTo>
                    <a:close/>
                    <a:moveTo>
                      <a:pt x="38679" y="105662"/>
                    </a:moveTo>
                    <a:cubicBezTo>
                      <a:pt x="50810" y="105662"/>
                      <a:pt x="60325" y="102692"/>
                      <a:pt x="67179" y="96660"/>
                    </a:cubicBezTo>
                    <a:cubicBezTo>
                      <a:pt x="74124" y="90539"/>
                      <a:pt x="77641" y="82167"/>
                      <a:pt x="77641" y="71454"/>
                    </a:cubicBezTo>
                    <a:lnTo>
                      <a:pt x="77641" y="56150"/>
                    </a:lnTo>
                    <a:cubicBezTo>
                      <a:pt x="73898" y="57501"/>
                      <a:pt x="69569" y="58446"/>
                      <a:pt x="64654" y="59031"/>
                    </a:cubicBezTo>
                    <a:cubicBezTo>
                      <a:pt x="59964" y="59751"/>
                      <a:pt x="51216" y="60471"/>
                      <a:pt x="38499" y="61191"/>
                    </a:cubicBezTo>
                    <a:cubicBezTo>
                      <a:pt x="30292" y="63352"/>
                      <a:pt x="24114" y="66503"/>
                      <a:pt x="19920" y="70554"/>
                    </a:cubicBezTo>
                    <a:cubicBezTo>
                      <a:pt x="15681" y="74515"/>
                      <a:pt x="13607" y="79286"/>
                      <a:pt x="13607" y="84777"/>
                    </a:cubicBezTo>
                    <a:cubicBezTo>
                      <a:pt x="13607" y="91169"/>
                      <a:pt x="15817" y="96255"/>
                      <a:pt x="20281" y="100081"/>
                    </a:cubicBezTo>
                    <a:cubicBezTo>
                      <a:pt x="24836" y="103817"/>
                      <a:pt x="30968" y="105662"/>
                      <a:pt x="38679" y="105662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62" name="Gráfico 12">
                <a:extLst>
                  <a:ext uri="{FF2B5EF4-FFF2-40B4-BE49-F238E27FC236}">
                    <a16:creationId xmlns:a16="http://schemas.microsoft.com/office/drawing/2014/main" id="{46F926D0-123F-4642-8FA5-36E230318A0E}"/>
                  </a:ext>
                </a:extLst>
              </p:cNvPr>
              <p:cNvSpPr/>
              <p:nvPr/>
            </p:nvSpPr>
            <p:spPr>
              <a:xfrm>
                <a:off x="3352900" y="2726131"/>
                <a:ext cx="48341" cy="114327"/>
              </a:xfrm>
              <a:custGeom>
                <a:avLst/>
                <a:gdLst>
                  <a:gd name="connsiteX0" fmla="*/ 269 w 48341"/>
                  <a:gd name="connsiteY0" fmla="*/ 3037 h 114327"/>
                  <a:gd name="connsiteX1" fmla="*/ 12716 w 48341"/>
                  <a:gd name="connsiteY1" fmla="*/ 3037 h 114327"/>
                  <a:gd name="connsiteX2" fmla="*/ 12716 w 48341"/>
                  <a:gd name="connsiteY2" fmla="*/ 22482 h 114327"/>
                  <a:gd name="connsiteX3" fmla="*/ 47168 w 48341"/>
                  <a:gd name="connsiteY3" fmla="*/ 157 h 114327"/>
                  <a:gd name="connsiteX4" fmla="*/ 48611 w 48341"/>
                  <a:gd name="connsiteY4" fmla="*/ 157 h 114327"/>
                  <a:gd name="connsiteX5" fmla="*/ 48611 w 48341"/>
                  <a:gd name="connsiteY5" fmla="*/ 13660 h 114327"/>
                  <a:gd name="connsiteX6" fmla="*/ 46987 w 48341"/>
                  <a:gd name="connsiteY6" fmla="*/ 13660 h 114327"/>
                  <a:gd name="connsiteX7" fmla="*/ 13617 w 48341"/>
                  <a:gd name="connsiteY7" fmla="*/ 53090 h 114327"/>
                  <a:gd name="connsiteX8" fmla="*/ 13617 w 48341"/>
                  <a:gd name="connsiteY8" fmla="*/ 114484 h 114327"/>
                  <a:gd name="connsiteX9" fmla="*/ 269 w 48341"/>
                  <a:gd name="connsiteY9" fmla="*/ 114484 h 114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341" h="114327">
                    <a:moveTo>
                      <a:pt x="269" y="3037"/>
                    </a:moveTo>
                    <a:lnTo>
                      <a:pt x="12716" y="3037"/>
                    </a:lnTo>
                    <a:lnTo>
                      <a:pt x="12716" y="22482"/>
                    </a:lnTo>
                    <a:cubicBezTo>
                      <a:pt x="19074" y="7629"/>
                      <a:pt x="30573" y="157"/>
                      <a:pt x="47168" y="157"/>
                    </a:cubicBezTo>
                    <a:lnTo>
                      <a:pt x="48611" y="157"/>
                    </a:lnTo>
                    <a:lnTo>
                      <a:pt x="48611" y="13660"/>
                    </a:lnTo>
                    <a:lnTo>
                      <a:pt x="46987" y="13660"/>
                    </a:lnTo>
                    <a:cubicBezTo>
                      <a:pt x="24711" y="13660"/>
                      <a:pt x="13617" y="26803"/>
                      <a:pt x="13617" y="53090"/>
                    </a:cubicBezTo>
                    <a:lnTo>
                      <a:pt x="13617" y="114484"/>
                    </a:lnTo>
                    <a:lnTo>
                      <a:pt x="269" y="114484"/>
                    </a:ln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63" name="Gráfico 12">
                <a:extLst>
                  <a:ext uri="{FF2B5EF4-FFF2-40B4-BE49-F238E27FC236}">
                    <a16:creationId xmlns:a16="http://schemas.microsoft.com/office/drawing/2014/main" id="{A671F939-6682-4191-BC7E-1C2ECEB6F078}"/>
                  </a:ext>
                </a:extLst>
              </p:cNvPr>
              <p:cNvSpPr/>
              <p:nvPr/>
            </p:nvSpPr>
            <p:spPr>
              <a:xfrm>
                <a:off x="3417670" y="2726131"/>
                <a:ext cx="103536" cy="117208"/>
              </a:xfrm>
              <a:custGeom>
                <a:avLst/>
                <a:gdLst>
                  <a:gd name="connsiteX0" fmla="*/ 37253 w 103536"/>
                  <a:gd name="connsiteY0" fmla="*/ 117365 h 117208"/>
                  <a:gd name="connsiteX1" fmla="*/ 10196 w 103536"/>
                  <a:gd name="connsiteY1" fmla="*/ 108543 h 117208"/>
                  <a:gd name="connsiteX2" fmla="*/ 276 w 103536"/>
                  <a:gd name="connsiteY2" fmla="*/ 85137 h 117208"/>
                  <a:gd name="connsiteX3" fmla="*/ 4785 w 103536"/>
                  <a:gd name="connsiteY3" fmla="*/ 68393 h 117208"/>
                  <a:gd name="connsiteX4" fmla="*/ 18133 w 103536"/>
                  <a:gd name="connsiteY4" fmla="*/ 57050 h 117208"/>
                  <a:gd name="connsiteX5" fmla="*/ 51503 w 103536"/>
                  <a:gd name="connsiteY5" fmla="*/ 50929 h 117208"/>
                  <a:gd name="connsiteX6" fmla="*/ 58357 w 103536"/>
                  <a:gd name="connsiteY6" fmla="*/ 50209 h 117208"/>
                  <a:gd name="connsiteX7" fmla="*/ 61965 w 103536"/>
                  <a:gd name="connsiteY7" fmla="*/ 49669 h 117208"/>
                  <a:gd name="connsiteX8" fmla="*/ 78018 w 103536"/>
                  <a:gd name="connsiteY8" fmla="*/ 35805 h 117208"/>
                  <a:gd name="connsiteX9" fmla="*/ 71525 w 103536"/>
                  <a:gd name="connsiteY9" fmla="*/ 17261 h 117208"/>
                  <a:gd name="connsiteX10" fmla="*/ 50240 w 103536"/>
                  <a:gd name="connsiteY10" fmla="*/ 11680 h 117208"/>
                  <a:gd name="connsiteX11" fmla="*/ 27152 w 103536"/>
                  <a:gd name="connsiteY11" fmla="*/ 17981 h 117208"/>
                  <a:gd name="connsiteX12" fmla="*/ 18494 w 103536"/>
                  <a:gd name="connsiteY12" fmla="*/ 36346 h 117208"/>
                  <a:gd name="connsiteX13" fmla="*/ 5867 w 103536"/>
                  <a:gd name="connsiteY13" fmla="*/ 36346 h 117208"/>
                  <a:gd name="connsiteX14" fmla="*/ 18133 w 103536"/>
                  <a:gd name="connsiteY14" fmla="*/ 9879 h 117208"/>
                  <a:gd name="connsiteX15" fmla="*/ 50240 w 103536"/>
                  <a:gd name="connsiteY15" fmla="*/ 157 h 117208"/>
                  <a:gd name="connsiteX16" fmla="*/ 80544 w 103536"/>
                  <a:gd name="connsiteY16" fmla="*/ 8799 h 117208"/>
                  <a:gd name="connsiteX17" fmla="*/ 91005 w 103536"/>
                  <a:gd name="connsiteY17" fmla="*/ 34005 h 117208"/>
                  <a:gd name="connsiteX18" fmla="*/ 91005 w 103536"/>
                  <a:gd name="connsiteY18" fmla="*/ 94680 h 117208"/>
                  <a:gd name="connsiteX19" fmla="*/ 92629 w 103536"/>
                  <a:gd name="connsiteY19" fmla="*/ 103322 h 117208"/>
                  <a:gd name="connsiteX20" fmla="*/ 98942 w 103536"/>
                  <a:gd name="connsiteY20" fmla="*/ 105122 h 117208"/>
                  <a:gd name="connsiteX21" fmla="*/ 101648 w 103536"/>
                  <a:gd name="connsiteY21" fmla="*/ 105122 h 117208"/>
                  <a:gd name="connsiteX22" fmla="*/ 103812 w 103536"/>
                  <a:gd name="connsiteY22" fmla="*/ 104762 h 117208"/>
                  <a:gd name="connsiteX23" fmla="*/ 103812 w 103536"/>
                  <a:gd name="connsiteY23" fmla="*/ 114484 h 117208"/>
                  <a:gd name="connsiteX24" fmla="*/ 94433 w 103536"/>
                  <a:gd name="connsiteY24" fmla="*/ 115565 h 117208"/>
                  <a:gd name="connsiteX25" fmla="*/ 78559 w 103536"/>
                  <a:gd name="connsiteY25" fmla="*/ 100081 h 117208"/>
                  <a:gd name="connsiteX26" fmla="*/ 78559 w 103536"/>
                  <a:gd name="connsiteY26" fmla="*/ 98460 h 117208"/>
                  <a:gd name="connsiteX27" fmla="*/ 37253 w 103536"/>
                  <a:gd name="connsiteY27" fmla="*/ 117365 h 117208"/>
                  <a:gd name="connsiteX28" fmla="*/ 38696 w 103536"/>
                  <a:gd name="connsiteY28" fmla="*/ 105662 h 117208"/>
                  <a:gd name="connsiteX29" fmla="*/ 67196 w 103536"/>
                  <a:gd name="connsiteY29" fmla="*/ 96660 h 117208"/>
                  <a:gd name="connsiteX30" fmla="*/ 77657 w 103536"/>
                  <a:gd name="connsiteY30" fmla="*/ 71454 h 117208"/>
                  <a:gd name="connsiteX31" fmla="*/ 77657 w 103536"/>
                  <a:gd name="connsiteY31" fmla="*/ 56150 h 117208"/>
                  <a:gd name="connsiteX32" fmla="*/ 64670 w 103536"/>
                  <a:gd name="connsiteY32" fmla="*/ 59031 h 117208"/>
                  <a:gd name="connsiteX33" fmla="*/ 38516 w 103536"/>
                  <a:gd name="connsiteY33" fmla="*/ 61191 h 117208"/>
                  <a:gd name="connsiteX34" fmla="*/ 19937 w 103536"/>
                  <a:gd name="connsiteY34" fmla="*/ 70554 h 117208"/>
                  <a:gd name="connsiteX35" fmla="*/ 13623 w 103536"/>
                  <a:gd name="connsiteY35" fmla="*/ 84777 h 117208"/>
                  <a:gd name="connsiteX36" fmla="*/ 20297 w 103536"/>
                  <a:gd name="connsiteY36" fmla="*/ 100081 h 117208"/>
                  <a:gd name="connsiteX37" fmla="*/ 38696 w 103536"/>
                  <a:gd name="connsiteY37" fmla="*/ 105662 h 117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03536" h="117208">
                    <a:moveTo>
                      <a:pt x="37253" y="117365"/>
                    </a:moveTo>
                    <a:cubicBezTo>
                      <a:pt x="25934" y="117365"/>
                      <a:pt x="16915" y="114439"/>
                      <a:pt x="10196" y="108543"/>
                    </a:cubicBezTo>
                    <a:cubicBezTo>
                      <a:pt x="3567" y="102692"/>
                      <a:pt x="276" y="94860"/>
                      <a:pt x="276" y="85137"/>
                    </a:cubicBezTo>
                    <a:cubicBezTo>
                      <a:pt x="276" y="78656"/>
                      <a:pt x="1764" y="73074"/>
                      <a:pt x="4785" y="68393"/>
                    </a:cubicBezTo>
                    <a:cubicBezTo>
                      <a:pt x="7761" y="63622"/>
                      <a:pt x="12226" y="59841"/>
                      <a:pt x="18133" y="57050"/>
                    </a:cubicBezTo>
                    <a:cubicBezTo>
                      <a:pt x="24987" y="53945"/>
                      <a:pt x="36080" y="51919"/>
                      <a:pt x="51503" y="50929"/>
                    </a:cubicBezTo>
                    <a:lnTo>
                      <a:pt x="58357" y="50209"/>
                    </a:lnTo>
                    <a:lnTo>
                      <a:pt x="61965" y="49669"/>
                    </a:lnTo>
                    <a:cubicBezTo>
                      <a:pt x="72652" y="47508"/>
                      <a:pt x="78018" y="42917"/>
                      <a:pt x="78018" y="35805"/>
                    </a:cubicBezTo>
                    <a:cubicBezTo>
                      <a:pt x="78018" y="27163"/>
                      <a:pt x="75854" y="20997"/>
                      <a:pt x="71525" y="17261"/>
                    </a:cubicBezTo>
                    <a:cubicBezTo>
                      <a:pt x="67196" y="13570"/>
                      <a:pt x="60071" y="11680"/>
                      <a:pt x="50240" y="11680"/>
                    </a:cubicBezTo>
                    <a:cubicBezTo>
                      <a:pt x="40139" y="11680"/>
                      <a:pt x="32428" y="13795"/>
                      <a:pt x="27152" y="17981"/>
                    </a:cubicBezTo>
                    <a:cubicBezTo>
                      <a:pt x="21831" y="22077"/>
                      <a:pt x="18945" y="28199"/>
                      <a:pt x="18494" y="36346"/>
                    </a:cubicBezTo>
                    <a:lnTo>
                      <a:pt x="5867" y="36346"/>
                    </a:lnTo>
                    <a:cubicBezTo>
                      <a:pt x="6093" y="25183"/>
                      <a:pt x="10196" y="16361"/>
                      <a:pt x="18133" y="9879"/>
                    </a:cubicBezTo>
                    <a:cubicBezTo>
                      <a:pt x="26070" y="3398"/>
                      <a:pt x="36757" y="157"/>
                      <a:pt x="50240" y="157"/>
                    </a:cubicBezTo>
                    <a:cubicBezTo>
                      <a:pt x="63588" y="157"/>
                      <a:pt x="73689" y="3037"/>
                      <a:pt x="80544" y="8799"/>
                    </a:cubicBezTo>
                    <a:cubicBezTo>
                      <a:pt x="87488" y="14560"/>
                      <a:pt x="91005" y="22977"/>
                      <a:pt x="91005" y="34005"/>
                    </a:cubicBezTo>
                    <a:lnTo>
                      <a:pt x="91005" y="94680"/>
                    </a:lnTo>
                    <a:cubicBezTo>
                      <a:pt x="91005" y="99136"/>
                      <a:pt x="91547" y="102016"/>
                      <a:pt x="92629" y="103322"/>
                    </a:cubicBezTo>
                    <a:cubicBezTo>
                      <a:pt x="93711" y="104537"/>
                      <a:pt x="95785" y="105122"/>
                      <a:pt x="98942" y="105122"/>
                    </a:cubicBezTo>
                    <a:lnTo>
                      <a:pt x="101648" y="105122"/>
                    </a:lnTo>
                    <a:cubicBezTo>
                      <a:pt x="102595" y="105122"/>
                      <a:pt x="103316" y="105032"/>
                      <a:pt x="103812" y="104762"/>
                    </a:cubicBezTo>
                    <a:lnTo>
                      <a:pt x="103812" y="114484"/>
                    </a:lnTo>
                    <a:cubicBezTo>
                      <a:pt x="100205" y="115205"/>
                      <a:pt x="97048" y="115565"/>
                      <a:pt x="94433" y="115565"/>
                    </a:cubicBezTo>
                    <a:cubicBezTo>
                      <a:pt x="83835" y="115565"/>
                      <a:pt x="78559" y="110433"/>
                      <a:pt x="78559" y="100081"/>
                    </a:cubicBezTo>
                    <a:lnTo>
                      <a:pt x="78559" y="98460"/>
                    </a:lnTo>
                    <a:cubicBezTo>
                      <a:pt x="66745" y="111064"/>
                      <a:pt x="52991" y="117365"/>
                      <a:pt x="37253" y="117365"/>
                    </a:cubicBezTo>
                    <a:close/>
                    <a:moveTo>
                      <a:pt x="38696" y="105662"/>
                    </a:moveTo>
                    <a:cubicBezTo>
                      <a:pt x="50826" y="105662"/>
                      <a:pt x="60341" y="102692"/>
                      <a:pt x="67196" y="96660"/>
                    </a:cubicBezTo>
                    <a:cubicBezTo>
                      <a:pt x="74140" y="90539"/>
                      <a:pt x="77657" y="82167"/>
                      <a:pt x="77657" y="71454"/>
                    </a:cubicBezTo>
                    <a:lnTo>
                      <a:pt x="77657" y="56150"/>
                    </a:lnTo>
                    <a:cubicBezTo>
                      <a:pt x="73915" y="57501"/>
                      <a:pt x="69586" y="58446"/>
                      <a:pt x="64670" y="59031"/>
                    </a:cubicBezTo>
                    <a:cubicBezTo>
                      <a:pt x="59980" y="59751"/>
                      <a:pt x="51232" y="60471"/>
                      <a:pt x="38516" y="61191"/>
                    </a:cubicBezTo>
                    <a:cubicBezTo>
                      <a:pt x="30308" y="63352"/>
                      <a:pt x="24130" y="66503"/>
                      <a:pt x="19937" y="70554"/>
                    </a:cubicBezTo>
                    <a:cubicBezTo>
                      <a:pt x="15698" y="74515"/>
                      <a:pt x="13623" y="79286"/>
                      <a:pt x="13623" y="84777"/>
                    </a:cubicBezTo>
                    <a:cubicBezTo>
                      <a:pt x="13623" y="91169"/>
                      <a:pt x="15833" y="96255"/>
                      <a:pt x="20297" y="100081"/>
                    </a:cubicBezTo>
                    <a:cubicBezTo>
                      <a:pt x="24852" y="103817"/>
                      <a:pt x="30985" y="105662"/>
                      <a:pt x="38696" y="105662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64" name="Gráfico 12">
                <a:extLst>
                  <a:ext uri="{FF2B5EF4-FFF2-40B4-BE49-F238E27FC236}">
                    <a16:creationId xmlns:a16="http://schemas.microsoft.com/office/drawing/2014/main" id="{46AC9398-B5C3-44A0-8E6B-63D30C626335}"/>
                  </a:ext>
                </a:extLst>
              </p:cNvPr>
              <p:cNvSpPr/>
              <p:nvPr/>
            </p:nvSpPr>
            <p:spPr>
              <a:xfrm>
                <a:off x="3588925" y="2685981"/>
                <a:ext cx="134561" cy="154477"/>
              </a:xfrm>
              <a:custGeom>
                <a:avLst/>
                <a:gdLst>
                  <a:gd name="connsiteX0" fmla="*/ 59094 w 134561"/>
                  <a:gd name="connsiteY0" fmla="*/ 157 h 154477"/>
                  <a:gd name="connsiteX1" fmla="*/ 76050 w 134561"/>
                  <a:gd name="connsiteY1" fmla="*/ 157 h 154477"/>
                  <a:gd name="connsiteX2" fmla="*/ 134853 w 134561"/>
                  <a:gd name="connsiteY2" fmla="*/ 154634 h 154477"/>
                  <a:gd name="connsiteX3" fmla="*/ 119882 w 134561"/>
                  <a:gd name="connsiteY3" fmla="*/ 154634 h 154477"/>
                  <a:gd name="connsiteX4" fmla="*/ 102385 w 134561"/>
                  <a:gd name="connsiteY4" fmla="*/ 107103 h 154477"/>
                  <a:gd name="connsiteX5" fmla="*/ 32940 w 134561"/>
                  <a:gd name="connsiteY5" fmla="*/ 107103 h 154477"/>
                  <a:gd name="connsiteX6" fmla="*/ 15082 w 134561"/>
                  <a:gd name="connsiteY6" fmla="*/ 154634 h 154477"/>
                  <a:gd name="connsiteX7" fmla="*/ 291 w 134561"/>
                  <a:gd name="connsiteY7" fmla="*/ 154634 h 154477"/>
                  <a:gd name="connsiteX8" fmla="*/ 97515 w 134561"/>
                  <a:gd name="connsiteY8" fmla="*/ 94680 h 154477"/>
                  <a:gd name="connsiteX9" fmla="*/ 67392 w 134561"/>
                  <a:gd name="connsiteY9" fmla="*/ 15280 h 154477"/>
                  <a:gd name="connsiteX10" fmla="*/ 37449 w 134561"/>
                  <a:gd name="connsiteY10" fmla="*/ 94680 h 15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4561" h="154477">
                    <a:moveTo>
                      <a:pt x="59094" y="157"/>
                    </a:moveTo>
                    <a:lnTo>
                      <a:pt x="76050" y="157"/>
                    </a:lnTo>
                    <a:lnTo>
                      <a:pt x="134853" y="154634"/>
                    </a:lnTo>
                    <a:lnTo>
                      <a:pt x="119882" y="154634"/>
                    </a:lnTo>
                    <a:lnTo>
                      <a:pt x="102385" y="107103"/>
                    </a:lnTo>
                    <a:lnTo>
                      <a:pt x="32940" y="107103"/>
                    </a:lnTo>
                    <a:lnTo>
                      <a:pt x="15082" y="154634"/>
                    </a:lnTo>
                    <a:lnTo>
                      <a:pt x="291" y="154634"/>
                    </a:lnTo>
                    <a:close/>
                    <a:moveTo>
                      <a:pt x="97515" y="94680"/>
                    </a:moveTo>
                    <a:lnTo>
                      <a:pt x="67392" y="15280"/>
                    </a:lnTo>
                    <a:lnTo>
                      <a:pt x="37449" y="94680"/>
                    </a:ln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65" name="Gráfico 12">
                <a:extLst>
                  <a:ext uri="{FF2B5EF4-FFF2-40B4-BE49-F238E27FC236}">
                    <a16:creationId xmlns:a16="http://schemas.microsoft.com/office/drawing/2014/main" id="{DBD3EE3A-330F-47BF-A134-CEF1ED80044B}"/>
                  </a:ext>
                </a:extLst>
              </p:cNvPr>
              <p:cNvSpPr/>
              <p:nvPr/>
            </p:nvSpPr>
            <p:spPr>
              <a:xfrm>
                <a:off x="3735876" y="2685981"/>
                <a:ext cx="101191" cy="157537"/>
              </a:xfrm>
              <a:custGeom>
                <a:avLst/>
                <a:gdLst>
                  <a:gd name="connsiteX0" fmla="*/ 49185 w 101191"/>
                  <a:gd name="connsiteY0" fmla="*/ 157695 h 157537"/>
                  <a:gd name="connsiteX1" fmla="*/ 13471 w 101191"/>
                  <a:gd name="connsiteY1" fmla="*/ 142031 h 157537"/>
                  <a:gd name="connsiteX2" fmla="*/ 303 w 101191"/>
                  <a:gd name="connsiteY2" fmla="*/ 99001 h 157537"/>
                  <a:gd name="connsiteX3" fmla="*/ 6436 w 101191"/>
                  <a:gd name="connsiteY3" fmla="*/ 67853 h 157537"/>
                  <a:gd name="connsiteX4" fmla="*/ 23752 w 101191"/>
                  <a:gd name="connsiteY4" fmla="*/ 47508 h 157537"/>
                  <a:gd name="connsiteX5" fmla="*/ 50087 w 101191"/>
                  <a:gd name="connsiteY5" fmla="*/ 40306 h 157537"/>
                  <a:gd name="connsiteX6" fmla="*/ 88508 w 101191"/>
                  <a:gd name="connsiteY6" fmla="*/ 62452 h 157537"/>
                  <a:gd name="connsiteX7" fmla="*/ 88508 w 101191"/>
                  <a:gd name="connsiteY7" fmla="*/ 157 h 157537"/>
                  <a:gd name="connsiteX8" fmla="*/ 101495 w 101191"/>
                  <a:gd name="connsiteY8" fmla="*/ 157 h 157537"/>
                  <a:gd name="connsiteX9" fmla="*/ 101495 w 101191"/>
                  <a:gd name="connsiteY9" fmla="*/ 154634 h 157537"/>
                  <a:gd name="connsiteX10" fmla="*/ 88508 w 101191"/>
                  <a:gd name="connsiteY10" fmla="*/ 154634 h 157537"/>
                  <a:gd name="connsiteX11" fmla="*/ 88508 w 101191"/>
                  <a:gd name="connsiteY11" fmla="*/ 135729 h 157537"/>
                  <a:gd name="connsiteX12" fmla="*/ 49185 w 101191"/>
                  <a:gd name="connsiteY12" fmla="*/ 157695 h 157537"/>
                  <a:gd name="connsiteX13" fmla="*/ 51711 w 101191"/>
                  <a:gd name="connsiteY13" fmla="*/ 146172 h 157537"/>
                  <a:gd name="connsiteX14" fmla="*/ 79850 w 101191"/>
                  <a:gd name="connsiteY14" fmla="*/ 133929 h 157537"/>
                  <a:gd name="connsiteX15" fmla="*/ 89590 w 101191"/>
                  <a:gd name="connsiteY15" fmla="*/ 99001 h 157537"/>
                  <a:gd name="connsiteX16" fmla="*/ 79669 w 101191"/>
                  <a:gd name="connsiteY16" fmla="*/ 64252 h 157537"/>
                  <a:gd name="connsiteX17" fmla="*/ 51711 w 101191"/>
                  <a:gd name="connsiteY17" fmla="*/ 51829 h 157537"/>
                  <a:gd name="connsiteX18" fmla="*/ 23752 w 101191"/>
                  <a:gd name="connsiteY18" fmla="*/ 64072 h 157537"/>
                  <a:gd name="connsiteX19" fmla="*/ 14012 w 101191"/>
                  <a:gd name="connsiteY19" fmla="*/ 99001 h 157537"/>
                  <a:gd name="connsiteX20" fmla="*/ 23933 w 101191"/>
                  <a:gd name="connsiteY20" fmla="*/ 133929 h 157537"/>
                  <a:gd name="connsiteX21" fmla="*/ 51711 w 101191"/>
                  <a:gd name="connsiteY21" fmla="*/ 146172 h 15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1191" h="157537">
                    <a:moveTo>
                      <a:pt x="49185" y="157695"/>
                    </a:moveTo>
                    <a:cubicBezTo>
                      <a:pt x="34124" y="157695"/>
                      <a:pt x="22219" y="152474"/>
                      <a:pt x="13471" y="142031"/>
                    </a:cubicBezTo>
                    <a:cubicBezTo>
                      <a:pt x="4677" y="131588"/>
                      <a:pt x="303" y="117275"/>
                      <a:pt x="303" y="99001"/>
                    </a:cubicBezTo>
                    <a:cubicBezTo>
                      <a:pt x="303" y="87118"/>
                      <a:pt x="2332" y="76765"/>
                      <a:pt x="6436" y="67853"/>
                    </a:cubicBezTo>
                    <a:cubicBezTo>
                      <a:pt x="10494" y="58986"/>
                      <a:pt x="16267" y="52189"/>
                      <a:pt x="23752" y="47508"/>
                    </a:cubicBezTo>
                    <a:cubicBezTo>
                      <a:pt x="31193" y="42737"/>
                      <a:pt x="39986" y="40306"/>
                      <a:pt x="50087" y="40306"/>
                    </a:cubicBezTo>
                    <a:cubicBezTo>
                      <a:pt x="67629" y="40306"/>
                      <a:pt x="80436" y="47688"/>
                      <a:pt x="88508" y="62452"/>
                    </a:cubicBezTo>
                    <a:lnTo>
                      <a:pt x="88508" y="157"/>
                    </a:lnTo>
                    <a:lnTo>
                      <a:pt x="101495" y="157"/>
                    </a:lnTo>
                    <a:lnTo>
                      <a:pt x="101495" y="154634"/>
                    </a:lnTo>
                    <a:lnTo>
                      <a:pt x="88508" y="154634"/>
                    </a:lnTo>
                    <a:lnTo>
                      <a:pt x="88508" y="135729"/>
                    </a:lnTo>
                    <a:cubicBezTo>
                      <a:pt x="79940" y="150403"/>
                      <a:pt x="66862" y="157695"/>
                      <a:pt x="49185" y="157695"/>
                    </a:cubicBezTo>
                    <a:close/>
                    <a:moveTo>
                      <a:pt x="51711" y="146172"/>
                    </a:moveTo>
                    <a:cubicBezTo>
                      <a:pt x="63976" y="146172"/>
                      <a:pt x="73356" y="142121"/>
                      <a:pt x="79850" y="133929"/>
                    </a:cubicBezTo>
                    <a:cubicBezTo>
                      <a:pt x="86343" y="125782"/>
                      <a:pt x="89590" y="114124"/>
                      <a:pt x="89590" y="99001"/>
                    </a:cubicBezTo>
                    <a:cubicBezTo>
                      <a:pt x="89590" y="84012"/>
                      <a:pt x="86253" y="72444"/>
                      <a:pt x="79669" y="64252"/>
                    </a:cubicBezTo>
                    <a:cubicBezTo>
                      <a:pt x="73040" y="55970"/>
                      <a:pt x="63706" y="51829"/>
                      <a:pt x="51711" y="51829"/>
                    </a:cubicBezTo>
                    <a:cubicBezTo>
                      <a:pt x="39670" y="51829"/>
                      <a:pt x="30336" y="55925"/>
                      <a:pt x="23752" y="64072"/>
                    </a:cubicBezTo>
                    <a:cubicBezTo>
                      <a:pt x="17259" y="72264"/>
                      <a:pt x="14012" y="83877"/>
                      <a:pt x="14012" y="99001"/>
                    </a:cubicBezTo>
                    <a:cubicBezTo>
                      <a:pt x="14012" y="114034"/>
                      <a:pt x="17304" y="125647"/>
                      <a:pt x="23933" y="133929"/>
                    </a:cubicBezTo>
                    <a:cubicBezTo>
                      <a:pt x="30516" y="142121"/>
                      <a:pt x="39806" y="146172"/>
                      <a:pt x="51711" y="146172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66" name="Gráfico 12">
                <a:extLst>
                  <a:ext uri="{FF2B5EF4-FFF2-40B4-BE49-F238E27FC236}">
                    <a16:creationId xmlns:a16="http://schemas.microsoft.com/office/drawing/2014/main" id="{DF68FB97-0022-47DC-A089-BDF516AE48B7}"/>
                  </a:ext>
                </a:extLst>
              </p:cNvPr>
              <p:cNvSpPr/>
              <p:nvPr/>
            </p:nvSpPr>
            <p:spPr>
              <a:xfrm>
                <a:off x="3865014" y="2726131"/>
                <a:ext cx="102634" cy="117208"/>
              </a:xfrm>
              <a:custGeom>
                <a:avLst/>
                <a:gdLst>
                  <a:gd name="connsiteX0" fmla="*/ 51542 w 102634"/>
                  <a:gd name="connsiteY0" fmla="*/ 117365 h 117208"/>
                  <a:gd name="connsiteX1" fmla="*/ 13662 w 102634"/>
                  <a:gd name="connsiteY1" fmla="*/ 102061 h 117208"/>
                  <a:gd name="connsiteX2" fmla="*/ 314 w 102634"/>
                  <a:gd name="connsiteY2" fmla="*/ 58851 h 117208"/>
                  <a:gd name="connsiteX3" fmla="*/ 13662 w 102634"/>
                  <a:gd name="connsiteY3" fmla="*/ 15641 h 117208"/>
                  <a:gd name="connsiteX4" fmla="*/ 51542 w 102634"/>
                  <a:gd name="connsiteY4" fmla="*/ 157 h 117208"/>
                  <a:gd name="connsiteX5" fmla="*/ 89421 w 102634"/>
                  <a:gd name="connsiteY5" fmla="*/ 15641 h 117208"/>
                  <a:gd name="connsiteX6" fmla="*/ 102949 w 102634"/>
                  <a:gd name="connsiteY6" fmla="*/ 58851 h 117208"/>
                  <a:gd name="connsiteX7" fmla="*/ 89421 w 102634"/>
                  <a:gd name="connsiteY7" fmla="*/ 102061 h 117208"/>
                  <a:gd name="connsiteX8" fmla="*/ 51542 w 102634"/>
                  <a:gd name="connsiteY8" fmla="*/ 117365 h 117208"/>
                  <a:gd name="connsiteX9" fmla="*/ 51542 w 102634"/>
                  <a:gd name="connsiteY9" fmla="*/ 106022 h 117208"/>
                  <a:gd name="connsiteX10" fmla="*/ 79500 w 102634"/>
                  <a:gd name="connsiteY10" fmla="*/ 93779 h 117208"/>
                  <a:gd name="connsiteX11" fmla="*/ 89421 w 102634"/>
                  <a:gd name="connsiteY11" fmla="*/ 58851 h 117208"/>
                  <a:gd name="connsiteX12" fmla="*/ 79500 w 102634"/>
                  <a:gd name="connsiteY12" fmla="*/ 24103 h 117208"/>
                  <a:gd name="connsiteX13" fmla="*/ 51542 w 102634"/>
                  <a:gd name="connsiteY13" fmla="*/ 11680 h 117208"/>
                  <a:gd name="connsiteX14" fmla="*/ 23583 w 102634"/>
                  <a:gd name="connsiteY14" fmla="*/ 24103 h 117208"/>
                  <a:gd name="connsiteX15" fmla="*/ 13662 w 102634"/>
                  <a:gd name="connsiteY15" fmla="*/ 58851 h 117208"/>
                  <a:gd name="connsiteX16" fmla="*/ 23583 w 102634"/>
                  <a:gd name="connsiteY16" fmla="*/ 93779 h 117208"/>
                  <a:gd name="connsiteX17" fmla="*/ 51542 w 102634"/>
                  <a:gd name="connsiteY17" fmla="*/ 106022 h 117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2634" h="117208">
                    <a:moveTo>
                      <a:pt x="51542" y="117365"/>
                    </a:moveTo>
                    <a:cubicBezTo>
                      <a:pt x="35308" y="117365"/>
                      <a:pt x="22681" y="112279"/>
                      <a:pt x="13662" y="102061"/>
                    </a:cubicBezTo>
                    <a:cubicBezTo>
                      <a:pt x="4734" y="91889"/>
                      <a:pt x="314" y="77485"/>
                      <a:pt x="314" y="58851"/>
                    </a:cubicBezTo>
                    <a:cubicBezTo>
                      <a:pt x="314" y="40261"/>
                      <a:pt x="4734" y="25858"/>
                      <a:pt x="13662" y="15641"/>
                    </a:cubicBezTo>
                    <a:cubicBezTo>
                      <a:pt x="22681" y="5333"/>
                      <a:pt x="35308" y="157"/>
                      <a:pt x="51542" y="157"/>
                    </a:cubicBezTo>
                    <a:cubicBezTo>
                      <a:pt x="67866" y="157"/>
                      <a:pt x="80492" y="5333"/>
                      <a:pt x="89421" y="15641"/>
                    </a:cubicBezTo>
                    <a:cubicBezTo>
                      <a:pt x="98440" y="25858"/>
                      <a:pt x="102949" y="40261"/>
                      <a:pt x="102949" y="58851"/>
                    </a:cubicBezTo>
                    <a:cubicBezTo>
                      <a:pt x="102949" y="77485"/>
                      <a:pt x="98440" y="91889"/>
                      <a:pt x="89421" y="102061"/>
                    </a:cubicBezTo>
                    <a:cubicBezTo>
                      <a:pt x="80492" y="112279"/>
                      <a:pt x="67866" y="117365"/>
                      <a:pt x="51542" y="117365"/>
                    </a:cubicBezTo>
                    <a:close/>
                    <a:moveTo>
                      <a:pt x="51542" y="106022"/>
                    </a:moveTo>
                    <a:cubicBezTo>
                      <a:pt x="63537" y="106022"/>
                      <a:pt x="72871" y="101971"/>
                      <a:pt x="79500" y="93779"/>
                    </a:cubicBezTo>
                    <a:cubicBezTo>
                      <a:pt x="86084" y="85632"/>
                      <a:pt x="89421" y="73975"/>
                      <a:pt x="89421" y="58851"/>
                    </a:cubicBezTo>
                    <a:cubicBezTo>
                      <a:pt x="89421" y="43862"/>
                      <a:pt x="86084" y="32295"/>
                      <a:pt x="79500" y="24103"/>
                    </a:cubicBezTo>
                    <a:cubicBezTo>
                      <a:pt x="72871" y="15821"/>
                      <a:pt x="63537" y="11680"/>
                      <a:pt x="51542" y="11680"/>
                    </a:cubicBezTo>
                    <a:cubicBezTo>
                      <a:pt x="39501" y="11680"/>
                      <a:pt x="30167" y="15821"/>
                      <a:pt x="23583" y="24103"/>
                    </a:cubicBezTo>
                    <a:cubicBezTo>
                      <a:pt x="16954" y="32295"/>
                      <a:pt x="13662" y="43862"/>
                      <a:pt x="13662" y="58851"/>
                    </a:cubicBezTo>
                    <a:cubicBezTo>
                      <a:pt x="13662" y="73885"/>
                      <a:pt x="16954" y="85497"/>
                      <a:pt x="23583" y="93779"/>
                    </a:cubicBezTo>
                    <a:cubicBezTo>
                      <a:pt x="30167" y="101971"/>
                      <a:pt x="39501" y="106022"/>
                      <a:pt x="51542" y="106022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67" name="Gráfico 12">
                <a:extLst>
                  <a:ext uri="{FF2B5EF4-FFF2-40B4-BE49-F238E27FC236}">
                    <a16:creationId xmlns:a16="http://schemas.microsoft.com/office/drawing/2014/main" id="{9B7563E2-3144-4C47-9190-AB96C65EBB33}"/>
                  </a:ext>
                </a:extLst>
              </p:cNvPr>
              <p:cNvSpPr/>
              <p:nvPr/>
            </p:nvSpPr>
            <p:spPr>
              <a:xfrm>
                <a:off x="3996238" y="2685981"/>
                <a:ext cx="12987" cy="154477"/>
              </a:xfrm>
              <a:custGeom>
                <a:avLst/>
                <a:gdLst>
                  <a:gd name="connsiteX0" fmla="*/ 325 w 12987"/>
                  <a:gd name="connsiteY0" fmla="*/ 157 h 154477"/>
                  <a:gd name="connsiteX1" fmla="*/ 13312 w 12987"/>
                  <a:gd name="connsiteY1" fmla="*/ 157 h 154477"/>
                  <a:gd name="connsiteX2" fmla="*/ 13312 w 12987"/>
                  <a:gd name="connsiteY2" fmla="*/ 154634 h 154477"/>
                  <a:gd name="connsiteX3" fmla="*/ 325 w 12987"/>
                  <a:gd name="connsiteY3" fmla="*/ 154634 h 15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87" h="154477">
                    <a:moveTo>
                      <a:pt x="325" y="157"/>
                    </a:moveTo>
                    <a:lnTo>
                      <a:pt x="13312" y="157"/>
                    </a:lnTo>
                    <a:lnTo>
                      <a:pt x="13312" y="154634"/>
                    </a:lnTo>
                    <a:lnTo>
                      <a:pt x="325" y="154634"/>
                    </a:ln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68" name="Gráfico 12">
                <a:extLst>
                  <a:ext uri="{FF2B5EF4-FFF2-40B4-BE49-F238E27FC236}">
                    <a16:creationId xmlns:a16="http://schemas.microsoft.com/office/drawing/2014/main" id="{3A64E382-916E-4016-8434-50C97425C93D}"/>
                  </a:ext>
                </a:extLst>
              </p:cNvPr>
              <p:cNvSpPr/>
              <p:nvPr/>
            </p:nvSpPr>
            <p:spPr>
              <a:xfrm>
                <a:off x="4038013" y="2726131"/>
                <a:ext cx="96682" cy="117388"/>
              </a:xfrm>
              <a:custGeom>
                <a:avLst/>
                <a:gdLst>
                  <a:gd name="connsiteX0" fmla="*/ 49031 w 96682"/>
                  <a:gd name="connsiteY0" fmla="*/ 117545 h 117388"/>
                  <a:gd name="connsiteX1" fmla="*/ 13136 w 96682"/>
                  <a:gd name="connsiteY1" fmla="*/ 102241 h 117388"/>
                  <a:gd name="connsiteX2" fmla="*/ 329 w 96682"/>
                  <a:gd name="connsiteY2" fmla="*/ 59211 h 117388"/>
                  <a:gd name="connsiteX3" fmla="*/ 13316 w 96682"/>
                  <a:gd name="connsiteY3" fmla="*/ 15821 h 117388"/>
                  <a:gd name="connsiteX4" fmla="*/ 49392 w 96682"/>
                  <a:gd name="connsiteY4" fmla="*/ 157 h 117388"/>
                  <a:gd name="connsiteX5" fmla="*/ 84385 w 96682"/>
                  <a:gd name="connsiteY5" fmla="*/ 15100 h 117388"/>
                  <a:gd name="connsiteX6" fmla="*/ 97012 w 96682"/>
                  <a:gd name="connsiteY6" fmla="*/ 56870 h 117388"/>
                  <a:gd name="connsiteX7" fmla="*/ 97012 w 96682"/>
                  <a:gd name="connsiteY7" fmla="*/ 61191 h 117388"/>
                  <a:gd name="connsiteX8" fmla="*/ 13497 w 96682"/>
                  <a:gd name="connsiteY8" fmla="*/ 61191 h 117388"/>
                  <a:gd name="connsiteX9" fmla="*/ 13497 w 96682"/>
                  <a:gd name="connsiteY9" fmla="*/ 61912 h 117388"/>
                  <a:gd name="connsiteX10" fmla="*/ 23237 w 96682"/>
                  <a:gd name="connsiteY10" fmla="*/ 94500 h 117388"/>
                  <a:gd name="connsiteX11" fmla="*/ 49753 w 96682"/>
                  <a:gd name="connsiteY11" fmla="*/ 106562 h 117388"/>
                  <a:gd name="connsiteX12" fmla="*/ 71759 w 96682"/>
                  <a:gd name="connsiteY12" fmla="*/ 99541 h 117388"/>
                  <a:gd name="connsiteX13" fmla="*/ 82581 w 96682"/>
                  <a:gd name="connsiteY13" fmla="*/ 80096 h 117388"/>
                  <a:gd name="connsiteX14" fmla="*/ 95388 w 96682"/>
                  <a:gd name="connsiteY14" fmla="*/ 80096 h 117388"/>
                  <a:gd name="connsiteX15" fmla="*/ 80597 w 96682"/>
                  <a:gd name="connsiteY15" fmla="*/ 107283 h 117388"/>
                  <a:gd name="connsiteX16" fmla="*/ 49031 w 96682"/>
                  <a:gd name="connsiteY16" fmla="*/ 117545 h 117388"/>
                  <a:gd name="connsiteX17" fmla="*/ 83664 w 96682"/>
                  <a:gd name="connsiteY17" fmla="*/ 50929 h 117388"/>
                  <a:gd name="connsiteX18" fmla="*/ 73563 w 96682"/>
                  <a:gd name="connsiteY18" fmla="*/ 21942 h 117388"/>
                  <a:gd name="connsiteX19" fmla="*/ 49212 w 96682"/>
                  <a:gd name="connsiteY19" fmla="*/ 11319 h 117388"/>
                  <a:gd name="connsiteX20" fmla="*/ 24139 w 96682"/>
                  <a:gd name="connsiteY20" fmla="*/ 22122 h 117388"/>
                  <a:gd name="connsiteX21" fmla="*/ 13677 w 96682"/>
                  <a:gd name="connsiteY21" fmla="*/ 50929 h 117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6682" h="117388">
                    <a:moveTo>
                      <a:pt x="49031" y="117545"/>
                    </a:moveTo>
                    <a:cubicBezTo>
                      <a:pt x="33744" y="117545"/>
                      <a:pt x="21794" y="112459"/>
                      <a:pt x="13136" y="102241"/>
                    </a:cubicBezTo>
                    <a:cubicBezTo>
                      <a:pt x="4568" y="91934"/>
                      <a:pt x="329" y="77575"/>
                      <a:pt x="329" y="59211"/>
                    </a:cubicBezTo>
                    <a:cubicBezTo>
                      <a:pt x="329" y="40622"/>
                      <a:pt x="4658" y="26173"/>
                      <a:pt x="13316" y="15821"/>
                    </a:cubicBezTo>
                    <a:cubicBezTo>
                      <a:pt x="21975" y="5378"/>
                      <a:pt x="33970" y="157"/>
                      <a:pt x="49392" y="157"/>
                    </a:cubicBezTo>
                    <a:cubicBezTo>
                      <a:pt x="64408" y="157"/>
                      <a:pt x="76088" y="5153"/>
                      <a:pt x="84385" y="15100"/>
                    </a:cubicBezTo>
                    <a:cubicBezTo>
                      <a:pt x="92773" y="25093"/>
                      <a:pt x="97012" y="39001"/>
                      <a:pt x="97012" y="56870"/>
                    </a:cubicBezTo>
                    <a:lnTo>
                      <a:pt x="97012" y="61191"/>
                    </a:lnTo>
                    <a:lnTo>
                      <a:pt x="13497" y="61191"/>
                    </a:lnTo>
                    <a:lnTo>
                      <a:pt x="13497" y="61912"/>
                    </a:lnTo>
                    <a:cubicBezTo>
                      <a:pt x="13497" y="75505"/>
                      <a:pt x="16744" y="86353"/>
                      <a:pt x="23237" y="94500"/>
                    </a:cubicBezTo>
                    <a:cubicBezTo>
                      <a:pt x="29821" y="102556"/>
                      <a:pt x="38660" y="106562"/>
                      <a:pt x="49753" y="106562"/>
                    </a:cubicBezTo>
                    <a:cubicBezTo>
                      <a:pt x="58501" y="106562"/>
                      <a:pt x="65851" y="104222"/>
                      <a:pt x="71759" y="99541"/>
                    </a:cubicBezTo>
                    <a:cubicBezTo>
                      <a:pt x="77621" y="94770"/>
                      <a:pt x="81229" y="88288"/>
                      <a:pt x="82581" y="80096"/>
                    </a:cubicBezTo>
                    <a:lnTo>
                      <a:pt x="95388" y="80096"/>
                    </a:lnTo>
                    <a:cubicBezTo>
                      <a:pt x="93945" y="91394"/>
                      <a:pt x="88985" y="100441"/>
                      <a:pt x="80597" y="107283"/>
                    </a:cubicBezTo>
                    <a:cubicBezTo>
                      <a:pt x="72300" y="114124"/>
                      <a:pt x="61748" y="117545"/>
                      <a:pt x="49031" y="117545"/>
                    </a:cubicBezTo>
                    <a:close/>
                    <a:moveTo>
                      <a:pt x="83664" y="50929"/>
                    </a:moveTo>
                    <a:cubicBezTo>
                      <a:pt x="83032" y="38596"/>
                      <a:pt x="79695" y="28919"/>
                      <a:pt x="73563" y="21942"/>
                    </a:cubicBezTo>
                    <a:cubicBezTo>
                      <a:pt x="67430" y="14875"/>
                      <a:pt x="59313" y="11319"/>
                      <a:pt x="49212" y="11319"/>
                    </a:cubicBezTo>
                    <a:cubicBezTo>
                      <a:pt x="38975" y="11319"/>
                      <a:pt x="30633" y="14920"/>
                      <a:pt x="24139" y="22122"/>
                    </a:cubicBezTo>
                    <a:cubicBezTo>
                      <a:pt x="17736" y="29324"/>
                      <a:pt x="14263" y="38956"/>
                      <a:pt x="13677" y="50929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69" name="Gráfico 12">
                <a:extLst>
                  <a:ext uri="{FF2B5EF4-FFF2-40B4-BE49-F238E27FC236}">
                    <a16:creationId xmlns:a16="http://schemas.microsoft.com/office/drawing/2014/main" id="{73A5CB27-E83A-4A87-BFEF-17A628113DE7}"/>
                  </a:ext>
                </a:extLst>
              </p:cNvPr>
              <p:cNvSpPr/>
              <p:nvPr/>
            </p:nvSpPr>
            <p:spPr>
              <a:xfrm>
                <a:off x="4157260" y="2726131"/>
                <a:ext cx="86040" cy="117388"/>
              </a:xfrm>
              <a:custGeom>
                <a:avLst/>
                <a:gdLst>
                  <a:gd name="connsiteX0" fmla="*/ 43811 w 86040"/>
                  <a:gd name="connsiteY0" fmla="*/ 117545 h 117388"/>
                  <a:gd name="connsiteX1" fmla="*/ 12425 w 86040"/>
                  <a:gd name="connsiteY1" fmla="*/ 107283 h 117388"/>
                  <a:gd name="connsiteX2" fmla="*/ 340 w 86040"/>
                  <a:gd name="connsiteY2" fmla="*/ 79736 h 117388"/>
                  <a:gd name="connsiteX3" fmla="*/ 13146 w 86040"/>
                  <a:gd name="connsiteY3" fmla="*/ 79736 h 117388"/>
                  <a:gd name="connsiteX4" fmla="*/ 21985 w 86040"/>
                  <a:gd name="connsiteY4" fmla="*/ 98460 h 117388"/>
                  <a:gd name="connsiteX5" fmla="*/ 43089 w 86040"/>
                  <a:gd name="connsiteY5" fmla="*/ 105662 h 117388"/>
                  <a:gd name="connsiteX6" fmla="*/ 65095 w 86040"/>
                  <a:gd name="connsiteY6" fmla="*/ 100261 h 117388"/>
                  <a:gd name="connsiteX7" fmla="*/ 73212 w 86040"/>
                  <a:gd name="connsiteY7" fmla="*/ 85317 h 117388"/>
                  <a:gd name="connsiteX8" fmla="*/ 45073 w 86040"/>
                  <a:gd name="connsiteY8" fmla="*/ 65152 h 117388"/>
                  <a:gd name="connsiteX9" fmla="*/ 40564 w 86040"/>
                  <a:gd name="connsiteY9" fmla="*/ 64072 h 117388"/>
                  <a:gd name="connsiteX10" fmla="*/ 17475 w 86040"/>
                  <a:gd name="connsiteY10" fmla="*/ 56330 h 117388"/>
                  <a:gd name="connsiteX11" fmla="*/ 5931 w 86040"/>
                  <a:gd name="connsiteY11" fmla="*/ 46608 h 117388"/>
                  <a:gd name="connsiteX12" fmla="*/ 2684 w 86040"/>
                  <a:gd name="connsiteY12" fmla="*/ 32385 h 117388"/>
                  <a:gd name="connsiteX13" fmla="*/ 13327 w 86040"/>
                  <a:gd name="connsiteY13" fmla="*/ 9159 h 117388"/>
                  <a:gd name="connsiteX14" fmla="*/ 41105 w 86040"/>
                  <a:gd name="connsiteY14" fmla="*/ 157 h 117388"/>
                  <a:gd name="connsiteX15" fmla="*/ 71048 w 86040"/>
                  <a:gd name="connsiteY15" fmla="*/ 9519 h 117388"/>
                  <a:gd name="connsiteX16" fmla="*/ 83313 w 86040"/>
                  <a:gd name="connsiteY16" fmla="*/ 35625 h 117388"/>
                  <a:gd name="connsiteX17" fmla="*/ 70146 w 86040"/>
                  <a:gd name="connsiteY17" fmla="*/ 35625 h 117388"/>
                  <a:gd name="connsiteX18" fmla="*/ 61668 w 86040"/>
                  <a:gd name="connsiteY18" fmla="*/ 17981 h 117388"/>
                  <a:gd name="connsiteX19" fmla="*/ 40924 w 86040"/>
                  <a:gd name="connsiteY19" fmla="*/ 11680 h 117388"/>
                  <a:gd name="connsiteX20" fmla="*/ 22706 w 86040"/>
                  <a:gd name="connsiteY20" fmla="*/ 16901 h 117388"/>
                  <a:gd name="connsiteX21" fmla="*/ 15852 w 86040"/>
                  <a:gd name="connsiteY21" fmla="*/ 30764 h 117388"/>
                  <a:gd name="connsiteX22" fmla="*/ 23247 w 86040"/>
                  <a:gd name="connsiteY22" fmla="*/ 43187 h 117388"/>
                  <a:gd name="connsiteX23" fmla="*/ 46336 w 86040"/>
                  <a:gd name="connsiteY23" fmla="*/ 52549 h 117388"/>
                  <a:gd name="connsiteX24" fmla="*/ 52288 w 86040"/>
                  <a:gd name="connsiteY24" fmla="*/ 54170 h 117388"/>
                  <a:gd name="connsiteX25" fmla="*/ 72671 w 86040"/>
                  <a:gd name="connsiteY25" fmla="*/ 61552 h 117388"/>
                  <a:gd name="connsiteX26" fmla="*/ 83133 w 86040"/>
                  <a:gd name="connsiteY26" fmla="*/ 71274 h 117388"/>
                  <a:gd name="connsiteX27" fmla="*/ 86380 w 86040"/>
                  <a:gd name="connsiteY27" fmla="*/ 85497 h 117388"/>
                  <a:gd name="connsiteX28" fmla="*/ 80968 w 86040"/>
                  <a:gd name="connsiteY28" fmla="*/ 102061 h 117388"/>
                  <a:gd name="connsiteX29" fmla="*/ 65997 w 86040"/>
                  <a:gd name="connsiteY29" fmla="*/ 113404 h 117388"/>
                  <a:gd name="connsiteX30" fmla="*/ 43811 w 86040"/>
                  <a:gd name="connsiteY30" fmla="*/ 117545 h 117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6040" h="117388">
                    <a:moveTo>
                      <a:pt x="43811" y="117545"/>
                    </a:moveTo>
                    <a:cubicBezTo>
                      <a:pt x="30823" y="117545"/>
                      <a:pt x="20361" y="114124"/>
                      <a:pt x="12425" y="107283"/>
                    </a:cubicBezTo>
                    <a:cubicBezTo>
                      <a:pt x="4578" y="100351"/>
                      <a:pt x="565" y="91169"/>
                      <a:pt x="340" y="79736"/>
                    </a:cubicBezTo>
                    <a:lnTo>
                      <a:pt x="13146" y="79736"/>
                    </a:lnTo>
                    <a:cubicBezTo>
                      <a:pt x="13507" y="87433"/>
                      <a:pt x="16438" y="93689"/>
                      <a:pt x="21985" y="98460"/>
                    </a:cubicBezTo>
                    <a:cubicBezTo>
                      <a:pt x="27486" y="103277"/>
                      <a:pt x="34521" y="105662"/>
                      <a:pt x="43089" y="105662"/>
                    </a:cubicBezTo>
                    <a:cubicBezTo>
                      <a:pt x="52469" y="105662"/>
                      <a:pt x="59774" y="103862"/>
                      <a:pt x="65095" y="100261"/>
                    </a:cubicBezTo>
                    <a:cubicBezTo>
                      <a:pt x="70506" y="96570"/>
                      <a:pt x="73212" y="91574"/>
                      <a:pt x="73212" y="85317"/>
                    </a:cubicBezTo>
                    <a:cubicBezTo>
                      <a:pt x="73212" y="76450"/>
                      <a:pt x="63832" y="69744"/>
                      <a:pt x="45073" y="65152"/>
                    </a:cubicBezTo>
                    <a:lnTo>
                      <a:pt x="40564" y="64072"/>
                    </a:lnTo>
                    <a:cubicBezTo>
                      <a:pt x="30553" y="61552"/>
                      <a:pt x="22887" y="58986"/>
                      <a:pt x="17475" y="56330"/>
                    </a:cubicBezTo>
                    <a:cubicBezTo>
                      <a:pt x="12064" y="53585"/>
                      <a:pt x="8186" y="50344"/>
                      <a:pt x="5931" y="46608"/>
                    </a:cubicBezTo>
                    <a:cubicBezTo>
                      <a:pt x="3767" y="42917"/>
                      <a:pt x="2684" y="38146"/>
                      <a:pt x="2684" y="32385"/>
                    </a:cubicBezTo>
                    <a:cubicBezTo>
                      <a:pt x="2684" y="22797"/>
                      <a:pt x="6202" y="15055"/>
                      <a:pt x="13327" y="9159"/>
                    </a:cubicBezTo>
                    <a:cubicBezTo>
                      <a:pt x="20407" y="3173"/>
                      <a:pt x="29651" y="157"/>
                      <a:pt x="41105" y="157"/>
                    </a:cubicBezTo>
                    <a:cubicBezTo>
                      <a:pt x="53596" y="157"/>
                      <a:pt x="63562" y="3308"/>
                      <a:pt x="71048" y="9519"/>
                    </a:cubicBezTo>
                    <a:cubicBezTo>
                      <a:pt x="78488" y="15776"/>
                      <a:pt x="82592" y="24463"/>
                      <a:pt x="83313" y="35625"/>
                    </a:cubicBezTo>
                    <a:lnTo>
                      <a:pt x="70146" y="35625"/>
                    </a:lnTo>
                    <a:cubicBezTo>
                      <a:pt x="69650" y="28064"/>
                      <a:pt x="66809" y="22212"/>
                      <a:pt x="61668" y="17981"/>
                    </a:cubicBezTo>
                    <a:cubicBezTo>
                      <a:pt x="56617" y="13795"/>
                      <a:pt x="49673" y="11680"/>
                      <a:pt x="40924" y="11680"/>
                    </a:cubicBezTo>
                    <a:cubicBezTo>
                      <a:pt x="33349" y="11680"/>
                      <a:pt x="27261" y="13435"/>
                      <a:pt x="22706" y="16901"/>
                    </a:cubicBezTo>
                    <a:cubicBezTo>
                      <a:pt x="18107" y="20412"/>
                      <a:pt x="15852" y="25003"/>
                      <a:pt x="15852" y="30764"/>
                    </a:cubicBezTo>
                    <a:cubicBezTo>
                      <a:pt x="15852" y="35580"/>
                      <a:pt x="18287" y="39721"/>
                      <a:pt x="23247" y="43187"/>
                    </a:cubicBezTo>
                    <a:cubicBezTo>
                      <a:pt x="28163" y="46698"/>
                      <a:pt x="35874" y="49804"/>
                      <a:pt x="46336" y="52549"/>
                    </a:cubicBezTo>
                    <a:lnTo>
                      <a:pt x="52288" y="54170"/>
                    </a:lnTo>
                    <a:cubicBezTo>
                      <a:pt x="61037" y="56330"/>
                      <a:pt x="67846" y="58806"/>
                      <a:pt x="72671" y="61552"/>
                    </a:cubicBezTo>
                    <a:cubicBezTo>
                      <a:pt x="77586" y="64207"/>
                      <a:pt x="81058" y="67448"/>
                      <a:pt x="83133" y="71274"/>
                    </a:cubicBezTo>
                    <a:cubicBezTo>
                      <a:pt x="85297" y="75010"/>
                      <a:pt x="86380" y="79736"/>
                      <a:pt x="86380" y="85497"/>
                    </a:cubicBezTo>
                    <a:cubicBezTo>
                      <a:pt x="86380" y="91754"/>
                      <a:pt x="84576" y="97290"/>
                      <a:pt x="80968" y="102061"/>
                    </a:cubicBezTo>
                    <a:cubicBezTo>
                      <a:pt x="77451" y="106878"/>
                      <a:pt x="72491" y="110658"/>
                      <a:pt x="65997" y="113404"/>
                    </a:cubicBezTo>
                    <a:cubicBezTo>
                      <a:pt x="59594" y="116150"/>
                      <a:pt x="52198" y="117545"/>
                      <a:pt x="43811" y="117545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70" name="Gráfico 12">
                <a:extLst>
                  <a:ext uri="{FF2B5EF4-FFF2-40B4-BE49-F238E27FC236}">
                    <a16:creationId xmlns:a16="http://schemas.microsoft.com/office/drawing/2014/main" id="{9DE47747-2F01-4872-A2ED-00D4EBCAD19B}"/>
                  </a:ext>
                </a:extLst>
              </p:cNvPr>
              <p:cNvSpPr/>
              <p:nvPr/>
            </p:nvSpPr>
            <p:spPr>
              <a:xfrm>
                <a:off x="4266311" y="2726131"/>
                <a:ext cx="95239" cy="117208"/>
              </a:xfrm>
              <a:custGeom>
                <a:avLst/>
                <a:gdLst>
                  <a:gd name="connsiteX0" fmla="*/ 49231 w 95239"/>
                  <a:gd name="connsiteY0" fmla="*/ 117365 h 117208"/>
                  <a:gd name="connsiteX1" fmla="*/ 13336 w 95239"/>
                  <a:gd name="connsiteY1" fmla="*/ 101881 h 117208"/>
                  <a:gd name="connsiteX2" fmla="*/ 349 w 95239"/>
                  <a:gd name="connsiteY2" fmla="*/ 59571 h 117208"/>
                  <a:gd name="connsiteX3" fmla="*/ 13697 w 95239"/>
                  <a:gd name="connsiteY3" fmla="*/ 16001 h 117208"/>
                  <a:gd name="connsiteX4" fmla="*/ 49953 w 95239"/>
                  <a:gd name="connsiteY4" fmla="*/ 157 h 117208"/>
                  <a:gd name="connsiteX5" fmla="*/ 80797 w 95239"/>
                  <a:gd name="connsiteY5" fmla="*/ 10779 h 117208"/>
                  <a:gd name="connsiteX6" fmla="*/ 94145 w 95239"/>
                  <a:gd name="connsiteY6" fmla="*/ 38506 h 117208"/>
                  <a:gd name="connsiteX7" fmla="*/ 81699 w 95239"/>
                  <a:gd name="connsiteY7" fmla="*/ 38506 h 117208"/>
                  <a:gd name="connsiteX8" fmla="*/ 71418 w 95239"/>
                  <a:gd name="connsiteY8" fmla="*/ 19061 h 117208"/>
                  <a:gd name="connsiteX9" fmla="*/ 49953 w 95239"/>
                  <a:gd name="connsiteY9" fmla="*/ 11680 h 117208"/>
                  <a:gd name="connsiteX10" fmla="*/ 23437 w 95239"/>
                  <a:gd name="connsiteY10" fmla="*/ 24283 h 117208"/>
                  <a:gd name="connsiteX11" fmla="*/ 13697 w 95239"/>
                  <a:gd name="connsiteY11" fmla="*/ 58491 h 117208"/>
                  <a:gd name="connsiteX12" fmla="*/ 23618 w 95239"/>
                  <a:gd name="connsiteY12" fmla="*/ 93599 h 117208"/>
                  <a:gd name="connsiteX13" fmla="*/ 50314 w 95239"/>
                  <a:gd name="connsiteY13" fmla="*/ 106382 h 117208"/>
                  <a:gd name="connsiteX14" fmla="*/ 71959 w 95239"/>
                  <a:gd name="connsiteY14" fmla="*/ 98280 h 117208"/>
                  <a:gd name="connsiteX15" fmla="*/ 82782 w 95239"/>
                  <a:gd name="connsiteY15" fmla="*/ 75955 h 117208"/>
                  <a:gd name="connsiteX16" fmla="*/ 95588 w 95239"/>
                  <a:gd name="connsiteY16" fmla="*/ 75955 h 117208"/>
                  <a:gd name="connsiteX17" fmla="*/ 81339 w 95239"/>
                  <a:gd name="connsiteY17" fmla="*/ 106382 h 117208"/>
                  <a:gd name="connsiteX18" fmla="*/ 49231 w 95239"/>
                  <a:gd name="connsiteY18" fmla="*/ 117365 h 117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5239" h="117208">
                    <a:moveTo>
                      <a:pt x="49231" y="117365"/>
                    </a:moveTo>
                    <a:cubicBezTo>
                      <a:pt x="34080" y="117365"/>
                      <a:pt x="22085" y="112234"/>
                      <a:pt x="13336" y="101881"/>
                    </a:cubicBezTo>
                    <a:cubicBezTo>
                      <a:pt x="4678" y="91574"/>
                      <a:pt x="349" y="77485"/>
                      <a:pt x="349" y="59571"/>
                    </a:cubicBezTo>
                    <a:cubicBezTo>
                      <a:pt x="349" y="41117"/>
                      <a:pt x="4768" y="26578"/>
                      <a:pt x="13697" y="16001"/>
                    </a:cubicBezTo>
                    <a:cubicBezTo>
                      <a:pt x="22581" y="5468"/>
                      <a:pt x="34666" y="157"/>
                      <a:pt x="49953" y="157"/>
                    </a:cubicBezTo>
                    <a:cubicBezTo>
                      <a:pt x="62444" y="157"/>
                      <a:pt x="72726" y="3713"/>
                      <a:pt x="80797" y="10779"/>
                    </a:cubicBezTo>
                    <a:cubicBezTo>
                      <a:pt x="88959" y="17756"/>
                      <a:pt x="93424" y="26983"/>
                      <a:pt x="94145" y="38506"/>
                    </a:cubicBezTo>
                    <a:lnTo>
                      <a:pt x="81699" y="38506"/>
                    </a:lnTo>
                    <a:cubicBezTo>
                      <a:pt x="80707" y="30359"/>
                      <a:pt x="77280" y="23878"/>
                      <a:pt x="71418" y="19061"/>
                    </a:cubicBezTo>
                    <a:cubicBezTo>
                      <a:pt x="65646" y="14155"/>
                      <a:pt x="58476" y="11680"/>
                      <a:pt x="49953" y="11680"/>
                    </a:cubicBezTo>
                    <a:cubicBezTo>
                      <a:pt x="38769" y="11680"/>
                      <a:pt x="29931" y="15911"/>
                      <a:pt x="23437" y="24283"/>
                    </a:cubicBezTo>
                    <a:cubicBezTo>
                      <a:pt x="16944" y="32565"/>
                      <a:pt x="13697" y="43997"/>
                      <a:pt x="13697" y="58491"/>
                    </a:cubicBezTo>
                    <a:cubicBezTo>
                      <a:pt x="13697" y="73254"/>
                      <a:pt x="16989" y="84957"/>
                      <a:pt x="23618" y="93599"/>
                    </a:cubicBezTo>
                    <a:cubicBezTo>
                      <a:pt x="30202" y="102151"/>
                      <a:pt x="39130" y="106382"/>
                      <a:pt x="50314" y="106382"/>
                    </a:cubicBezTo>
                    <a:cubicBezTo>
                      <a:pt x="58836" y="106382"/>
                      <a:pt x="66052" y="103682"/>
                      <a:pt x="71959" y="98280"/>
                    </a:cubicBezTo>
                    <a:cubicBezTo>
                      <a:pt x="77821" y="92879"/>
                      <a:pt x="81429" y="85452"/>
                      <a:pt x="82782" y="75955"/>
                    </a:cubicBezTo>
                    <a:lnTo>
                      <a:pt x="95588" y="75955"/>
                    </a:lnTo>
                    <a:cubicBezTo>
                      <a:pt x="94506" y="88828"/>
                      <a:pt x="89726" y="98956"/>
                      <a:pt x="81339" y="106382"/>
                    </a:cubicBezTo>
                    <a:cubicBezTo>
                      <a:pt x="73041" y="113719"/>
                      <a:pt x="62309" y="117365"/>
                      <a:pt x="49231" y="117365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71" name="Gráfico 12">
                <a:extLst>
                  <a:ext uri="{FF2B5EF4-FFF2-40B4-BE49-F238E27FC236}">
                    <a16:creationId xmlns:a16="http://schemas.microsoft.com/office/drawing/2014/main" id="{F8534FBA-7F59-4CA4-839C-4701447687D0}"/>
                  </a:ext>
                </a:extLst>
              </p:cNvPr>
              <p:cNvSpPr/>
              <p:nvPr/>
            </p:nvSpPr>
            <p:spPr>
              <a:xfrm>
                <a:off x="4381644" y="2726131"/>
                <a:ext cx="96682" cy="117388"/>
              </a:xfrm>
              <a:custGeom>
                <a:avLst/>
                <a:gdLst>
                  <a:gd name="connsiteX0" fmla="*/ 49061 w 96682"/>
                  <a:gd name="connsiteY0" fmla="*/ 117545 h 117388"/>
                  <a:gd name="connsiteX1" fmla="*/ 13166 w 96682"/>
                  <a:gd name="connsiteY1" fmla="*/ 102241 h 117388"/>
                  <a:gd name="connsiteX2" fmla="*/ 359 w 96682"/>
                  <a:gd name="connsiteY2" fmla="*/ 59211 h 117388"/>
                  <a:gd name="connsiteX3" fmla="*/ 13346 w 96682"/>
                  <a:gd name="connsiteY3" fmla="*/ 15821 h 117388"/>
                  <a:gd name="connsiteX4" fmla="*/ 49422 w 96682"/>
                  <a:gd name="connsiteY4" fmla="*/ 157 h 117388"/>
                  <a:gd name="connsiteX5" fmla="*/ 84415 w 96682"/>
                  <a:gd name="connsiteY5" fmla="*/ 15100 h 117388"/>
                  <a:gd name="connsiteX6" fmla="*/ 97041 w 96682"/>
                  <a:gd name="connsiteY6" fmla="*/ 56870 h 117388"/>
                  <a:gd name="connsiteX7" fmla="*/ 97041 w 96682"/>
                  <a:gd name="connsiteY7" fmla="*/ 61191 h 117388"/>
                  <a:gd name="connsiteX8" fmla="*/ 13527 w 96682"/>
                  <a:gd name="connsiteY8" fmla="*/ 61191 h 117388"/>
                  <a:gd name="connsiteX9" fmla="*/ 13527 w 96682"/>
                  <a:gd name="connsiteY9" fmla="*/ 61912 h 117388"/>
                  <a:gd name="connsiteX10" fmla="*/ 23267 w 96682"/>
                  <a:gd name="connsiteY10" fmla="*/ 94500 h 117388"/>
                  <a:gd name="connsiteX11" fmla="*/ 49782 w 96682"/>
                  <a:gd name="connsiteY11" fmla="*/ 106562 h 117388"/>
                  <a:gd name="connsiteX12" fmla="*/ 71789 w 96682"/>
                  <a:gd name="connsiteY12" fmla="*/ 99541 h 117388"/>
                  <a:gd name="connsiteX13" fmla="*/ 82611 w 96682"/>
                  <a:gd name="connsiteY13" fmla="*/ 80096 h 117388"/>
                  <a:gd name="connsiteX14" fmla="*/ 95418 w 96682"/>
                  <a:gd name="connsiteY14" fmla="*/ 80096 h 117388"/>
                  <a:gd name="connsiteX15" fmla="*/ 80627 w 96682"/>
                  <a:gd name="connsiteY15" fmla="*/ 107283 h 117388"/>
                  <a:gd name="connsiteX16" fmla="*/ 49061 w 96682"/>
                  <a:gd name="connsiteY16" fmla="*/ 117545 h 117388"/>
                  <a:gd name="connsiteX17" fmla="*/ 83693 w 96682"/>
                  <a:gd name="connsiteY17" fmla="*/ 50929 h 117388"/>
                  <a:gd name="connsiteX18" fmla="*/ 73592 w 96682"/>
                  <a:gd name="connsiteY18" fmla="*/ 21942 h 117388"/>
                  <a:gd name="connsiteX19" fmla="*/ 49241 w 96682"/>
                  <a:gd name="connsiteY19" fmla="*/ 11319 h 117388"/>
                  <a:gd name="connsiteX20" fmla="*/ 24169 w 96682"/>
                  <a:gd name="connsiteY20" fmla="*/ 22122 h 117388"/>
                  <a:gd name="connsiteX21" fmla="*/ 13707 w 96682"/>
                  <a:gd name="connsiteY21" fmla="*/ 50929 h 117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6682" h="117388">
                    <a:moveTo>
                      <a:pt x="49061" y="117545"/>
                    </a:moveTo>
                    <a:cubicBezTo>
                      <a:pt x="33774" y="117545"/>
                      <a:pt x="21824" y="112459"/>
                      <a:pt x="13166" y="102241"/>
                    </a:cubicBezTo>
                    <a:cubicBezTo>
                      <a:pt x="4598" y="91934"/>
                      <a:pt x="359" y="77575"/>
                      <a:pt x="359" y="59211"/>
                    </a:cubicBezTo>
                    <a:cubicBezTo>
                      <a:pt x="359" y="40622"/>
                      <a:pt x="4688" y="26173"/>
                      <a:pt x="13346" y="15821"/>
                    </a:cubicBezTo>
                    <a:cubicBezTo>
                      <a:pt x="22004" y="5378"/>
                      <a:pt x="33999" y="157"/>
                      <a:pt x="49422" y="157"/>
                    </a:cubicBezTo>
                    <a:cubicBezTo>
                      <a:pt x="64438" y="157"/>
                      <a:pt x="76118" y="5153"/>
                      <a:pt x="84415" y="15100"/>
                    </a:cubicBezTo>
                    <a:cubicBezTo>
                      <a:pt x="92803" y="25093"/>
                      <a:pt x="97041" y="39001"/>
                      <a:pt x="97041" y="56870"/>
                    </a:cubicBezTo>
                    <a:lnTo>
                      <a:pt x="97041" y="61191"/>
                    </a:lnTo>
                    <a:lnTo>
                      <a:pt x="13527" y="61191"/>
                    </a:lnTo>
                    <a:lnTo>
                      <a:pt x="13527" y="61912"/>
                    </a:lnTo>
                    <a:cubicBezTo>
                      <a:pt x="13527" y="75505"/>
                      <a:pt x="16773" y="86353"/>
                      <a:pt x="23267" y="94500"/>
                    </a:cubicBezTo>
                    <a:cubicBezTo>
                      <a:pt x="29851" y="102556"/>
                      <a:pt x="38689" y="106562"/>
                      <a:pt x="49782" y="106562"/>
                    </a:cubicBezTo>
                    <a:cubicBezTo>
                      <a:pt x="58531" y="106562"/>
                      <a:pt x="65881" y="104222"/>
                      <a:pt x="71789" y="99541"/>
                    </a:cubicBezTo>
                    <a:cubicBezTo>
                      <a:pt x="77651" y="94770"/>
                      <a:pt x="81258" y="88288"/>
                      <a:pt x="82611" y="80096"/>
                    </a:cubicBezTo>
                    <a:lnTo>
                      <a:pt x="95418" y="80096"/>
                    </a:lnTo>
                    <a:cubicBezTo>
                      <a:pt x="93975" y="91394"/>
                      <a:pt x="89015" y="100441"/>
                      <a:pt x="80627" y="107283"/>
                    </a:cubicBezTo>
                    <a:cubicBezTo>
                      <a:pt x="72330" y="114124"/>
                      <a:pt x="61778" y="117545"/>
                      <a:pt x="49061" y="117545"/>
                    </a:cubicBezTo>
                    <a:close/>
                    <a:moveTo>
                      <a:pt x="83693" y="50929"/>
                    </a:moveTo>
                    <a:cubicBezTo>
                      <a:pt x="83062" y="38596"/>
                      <a:pt x="79725" y="28919"/>
                      <a:pt x="73592" y="21942"/>
                    </a:cubicBezTo>
                    <a:cubicBezTo>
                      <a:pt x="67459" y="14875"/>
                      <a:pt x="59342" y="11319"/>
                      <a:pt x="49241" y="11319"/>
                    </a:cubicBezTo>
                    <a:cubicBezTo>
                      <a:pt x="39005" y="11319"/>
                      <a:pt x="30662" y="14920"/>
                      <a:pt x="24169" y="22122"/>
                    </a:cubicBezTo>
                    <a:cubicBezTo>
                      <a:pt x="17765" y="29324"/>
                      <a:pt x="14293" y="38956"/>
                      <a:pt x="13707" y="50929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72" name="Gráfico 12">
                <a:extLst>
                  <a:ext uri="{FF2B5EF4-FFF2-40B4-BE49-F238E27FC236}">
                    <a16:creationId xmlns:a16="http://schemas.microsoft.com/office/drawing/2014/main" id="{2A1CB0A6-8FB6-4E39-AEB0-3BF9D7680B6D}"/>
                  </a:ext>
                </a:extLst>
              </p:cNvPr>
              <p:cNvSpPr/>
              <p:nvPr/>
            </p:nvSpPr>
            <p:spPr>
              <a:xfrm>
                <a:off x="4505580" y="2726131"/>
                <a:ext cx="87483" cy="114327"/>
              </a:xfrm>
              <a:custGeom>
                <a:avLst/>
                <a:gdLst>
                  <a:gd name="connsiteX0" fmla="*/ 369 w 87483"/>
                  <a:gd name="connsiteY0" fmla="*/ 3037 h 114327"/>
                  <a:gd name="connsiteX1" fmla="*/ 12815 w 87483"/>
                  <a:gd name="connsiteY1" fmla="*/ 3037 h 114327"/>
                  <a:gd name="connsiteX2" fmla="*/ 12815 w 87483"/>
                  <a:gd name="connsiteY2" fmla="*/ 20862 h 114327"/>
                  <a:gd name="connsiteX3" fmla="*/ 49793 w 87483"/>
                  <a:gd name="connsiteY3" fmla="*/ 157 h 114327"/>
                  <a:gd name="connsiteX4" fmla="*/ 70175 w 87483"/>
                  <a:gd name="connsiteY4" fmla="*/ 4298 h 114327"/>
                  <a:gd name="connsiteX5" fmla="*/ 83343 w 87483"/>
                  <a:gd name="connsiteY5" fmla="*/ 15821 h 114327"/>
                  <a:gd name="connsiteX6" fmla="*/ 86950 w 87483"/>
                  <a:gd name="connsiteY6" fmla="*/ 25183 h 114327"/>
                  <a:gd name="connsiteX7" fmla="*/ 87852 w 87483"/>
                  <a:gd name="connsiteY7" fmla="*/ 43367 h 114327"/>
                  <a:gd name="connsiteX8" fmla="*/ 87852 w 87483"/>
                  <a:gd name="connsiteY8" fmla="*/ 114484 h 114327"/>
                  <a:gd name="connsiteX9" fmla="*/ 74685 w 87483"/>
                  <a:gd name="connsiteY9" fmla="*/ 114484 h 114327"/>
                  <a:gd name="connsiteX10" fmla="*/ 74685 w 87483"/>
                  <a:gd name="connsiteY10" fmla="*/ 45348 h 114327"/>
                  <a:gd name="connsiteX11" fmla="*/ 71979 w 87483"/>
                  <a:gd name="connsiteY11" fmla="*/ 25003 h 114327"/>
                  <a:gd name="connsiteX12" fmla="*/ 63501 w 87483"/>
                  <a:gd name="connsiteY12" fmla="*/ 14920 h 114327"/>
                  <a:gd name="connsiteX13" fmla="*/ 47267 w 87483"/>
                  <a:gd name="connsiteY13" fmla="*/ 11860 h 114327"/>
                  <a:gd name="connsiteX14" fmla="*/ 22556 w 87483"/>
                  <a:gd name="connsiteY14" fmla="*/ 21762 h 114327"/>
                  <a:gd name="connsiteX15" fmla="*/ 13537 w 87483"/>
                  <a:gd name="connsiteY15" fmla="*/ 48769 h 114327"/>
                  <a:gd name="connsiteX16" fmla="*/ 13537 w 87483"/>
                  <a:gd name="connsiteY16" fmla="*/ 114484 h 114327"/>
                  <a:gd name="connsiteX17" fmla="*/ 369 w 87483"/>
                  <a:gd name="connsiteY17" fmla="*/ 114484 h 114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7483" h="114327">
                    <a:moveTo>
                      <a:pt x="369" y="3037"/>
                    </a:moveTo>
                    <a:lnTo>
                      <a:pt x="12815" y="3037"/>
                    </a:lnTo>
                    <a:lnTo>
                      <a:pt x="12815" y="20862"/>
                    </a:lnTo>
                    <a:cubicBezTo>
                      <a:pt x="21338" y="7088"/>
                      <a:pt x="33649" y="157"/>
                      <a:pt x="49793" y="157"/>
                    </a:cubicBezTo>
                    <a:cubicBezTo>
                      <a:pt x="57594" y="157"/>
                      <a:pt x="64403" y="1552"/>
                      <a:pt x="70175" y="4298"/>
                    </a:cubicBezTo>
                    <a:cubicBezTo>
                      <a:pt x="75947" y="7088"/>
                      <a:pt x="80322" y="10914"/>
                      <a:pt x="83343" y="15821"/>
                    </a:cubicBezTo>
                    <a:cubicBezTo>
                      <a:pt x="85147" y="18836"/>
                      <a:pt x="86319" y="21942"/>
                      <a:pt x="86950" y="25183"/>
                    </a:cubicBezTo>
                    <a:cubicBezTo>
                      <a:pt x="87537" y="29144"/>
                      <a:pt x="87852" y="35220"/>
                      <a:pt x="87852" y="43367"/>
                    </a:cubicBezTo>
                    <a:lnTo>
                      <a:pt x="87852" y="114484"/>
                    </a:lnTo>
                    <a:lnTo>
                      <a:pt x="74685" y="114484"/>
                    </a:lnTo>
                    <a:lnTo>
                      <a:pt x="74685" y="45348"/>
                    </a:lnTo>
                    <a:cubicBezTo>
                      <a:pt x="74685" y="36616"/>
                      <a:pt x="73783" y="29819"/>
                      <a:pt x="71979" y="25003"/>
                    </a:cubicBezTo>
                    <a:cubicBezTo>
                      <a:pt x="70266" y="20232"/>
                      <a:pt x="67470" y="16856"/>
                      <a:pt x="63501" y="14920"/>
                    </a:cubicBezTo>
                    <a:cubicBezTo>
                      <a:pt x="59623" y="12895"/>
                      <a:pt x="54212" y="11860"/>
                      <a:pt x="47267" y="11860"/>
                    </a:cubicBezTo>
                    <a:cubicBezTo>
                      <a:pt x="36806" y="11860"/>
                      <a:pt x="28553" y="15190"/>
                      <a:pt x="22556" y="21762"/>
                    </a:cubicBezTo>
                    <a:cubicBezTo>
                      <a:pt x="16513" y="28379"/>
                      <a:pt x="13537" y="37381"/>
                      <a:pt x="13537" y="48769"/>
                    </a:cubicBezTo>
                    <a:lnTo>
                      <a:pt x="13537" y="114484"/>
                    </a:lnTo>
                    <a:lnTo>
                      <a:pt x="369" y="114484"/>
                    </a:ln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73" name="Gráfico 12">
                <a:extLst>
                  <a:ext uri="{FF2B5EF4-FFF2-40B4-BE49-F238E27FC236}">
                    <a16:creationId xmlns:a16="http://schemas.microsoft.com/office/drawing/2014/main" id="{1599231D-A4E9-423F-8977-F755FF8D39D1}"/>
                  </a:ext>
                </a:extLst>
              </p:cNvPr>
              <p:cNvSpPr/>
              <p:nvPr/>
            </p:nvSpPr>
            <p:spPr>
              <a:xfrm>
                <a:off x="4614678" y="2696964"/>
                <a:ext cx="48882" cy="146375"/>
              </a:xfrm>
              <a:custGeom>
                <a:avLst/>
                <a:gdLst>
                  <a:gd name="connsiteX0" fmla="*/ 33208 w 48882"/>
                  <a:gd name="connsiteY0" fmla="*/ 146532 h 146375"/>
                  <a:gd name="connsiteX1" fmla="*/ 19680 w 48882"/>
                  <a:gd name="connsiteY1" fmla="*/ 141671 h 146375"/>
                  <a:gd name="connsiteX2" fmla="*/ 15712 w 48882"/>
                  <a:gd name="connsiteY2" fmla="*/ 123847 h 146375"/>
                  <a:gd name="connsiteX3" fmla="*/ 15712 w 48882"/>
                  <a:gd name="connsiteY3" fmla="*/ 42647 h 146375"/>
                  <a:gd name="connsiteX4" fmla="*/ 380 w 48882"/>
                  <a:gd name="connsiteY4" fmla="*/ 42647 h 146375"/>
                  <a:gd name="connsiteX5" fmla="*/ 380 w 48882"/>
                  <a:gd name="connsiteY5" fmla="*/ 32205 h 146375"/>
                  <a:gd name="connsiteX6" fmla="*/ 15712 w 48882"/>
                  <a:gd name="connsiteY6" fmla="*/ 32205 h 146375"/>
                  <a:gd name="connsiteX7" fmla="*/ 15712 w 48882"/>
                  <a:gd name="connsiteY7" fmla="*/ 157 h 146375"/>
                  <a:gd name="connsiteX8" fmla="*/ 28519 w 48882"/>
                  <a:gd name="connsiteY8" fmla="*/ 157 h 146375"/>
                  <a:gd name="connsiteX9" fmla="*/ 28519 w 48882"/>
                  <a:gd name="connsiteY9" fmla="*/ 32205 h 146375"/>
                  <a:gd name="connsiteX10" fmla="*/ 49262 w 48882"/>
                  <a:gd name="connsiteY10" fmla="*/ 32205 h 146375"/>
                  <a:gd name="connsiteX11" fmla="*/ 49262 w 48882"/>
                  <a:gd name="connsiteY11" fmla="*/ 42647 h 146375"/>
                  <a:gd name="connsiteX12" fmla="*/ 28519 w 48882"/>
                  <a:gd name="connsiteY12" fmla="*/ 42647 h 146375"/>
                  <a:gd name="connsiteX13" fmla="*/ 28519 w 48882"/>
                  <a:gd name="connsiteY13" fmla="*/ 123847 h 146375"/>
                  <a:gd name="connsiteX14" fmla="*/ 30322 w 48882"/>
                  <a:gd name="connsiteY14" fmla="*/ 133209 h 146375"/>
                  <a:gd name="connsiteX15" fmla="*/ 36816 w 48882"/>
                  <a:gd name="connsiteY15" fmla="*/ 135729 h 146375"/>
                  <a:gd name="connsiteX16" fmla="*/ 41325 w 48882"/>
                  <a:gd name="connsiteY16" fmla="*/ 135189 h 146375"/>
                  <a:gd name="connsiteX17" fmla="*/ 44753 w 48882"/>
                  <a:gd name="connsiteY17" fmla="*/ 134649 h 146375"/>
                  <a:gd name="connsiteX18" fmla="*/ 49262 w 48882"/>
                  <a:gd name="connsiteY18" fmla="*/ 133749 h 146375"/>
                  <a:gd name="connsiteX19" fmla="*/ 49262 w 48882"/>
                  <a:gd name="connsiteY19" fmla="*/ 144011 h 146375"/>
                  <a:gd name="connsiteX20" fmla="*/ 33208 w 48882"/>
                  <a:gd name="connsiteY20" fmla="*/ 146532 h 14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8882" h="146375">
                    <a:moveTo>
                      <a:pt x="33208" y="146532"/>
                    </a:moveTo>
                    <a:cubicBezTo>
                      <a:pt x="26805" y="146532"/>
                      <a:pt x="22296" y="144912"/>
                      <a:pt x="19680" y="141671"/>
                    </a:cubicBezTo>
                    <a:cubicBezTo>
                      <a:pt x="17020" y="138340"/>
                      <a:pt x="15712" y="132399"/>
                      <a:pt x="15712" y="123847"/>
                    </a:cubicBezTo>
                    <a:lnTo>
                      <a:pt x="15712" y="42647"/>
                    </a:lnTo>
                    <a:lnTo>
                      <a:pt x="380" y="42647"/>
                    </a:lnTo>
                    <a:lnTo>
                      <a:pt x="380" y="32205"/>
                    </a:lnTo>
                    <a:lnTo>
                      <a:pt x="15712" y="32205"/>
                    </a:lnTo>
                    <a:lnTo>
                      <a:pt x="15712" y="157"/>
                    </a:lnTo>
                    <a:lnTo>
                      <a:pt x="28519" y="157"/>
                    </a:lnTo>
                    <a:lnTo>
                      <a:pt x="28519" y="32205"/>
                    </a:lnTo>
                    <a:lnTo>
                      <a:pt x="49262" y="32205"/>
                    </a:lnTo>
                    <a:lnTo>
                      <a:pt x="49262" y="42647"/>
                    </a:lnTo>
                    <a:lnTo>
                      <a:pt x="28519" y="42647"/>
                    </a:lnTo>
                    <a:lnTo>
                      <a:pt x="28519" y="123847"/>
                    </a:lnTo>
                    <a:cubicBezTo>
                      <a:pt x="28519" y="128438"/>
                      <a:pt x="29105" y="131543"/>
                      <a:pt x="30322" y="133209"/>
                    </a:cubicBezTo>
                    <a:cubicBezTo>
                      <a:pt x="31495" y="134919"/>
                      <a:pt x="33659" y="135729"/>
                      <a:pt x="36816" y="135729"/>
                    </a:cubicBezTo>
                    <a:cubicBezTo>
                      <a:pt x="37402" y="135729"/>
                      <a:pt x="38890" y="135549"/>
                      <a:pt x="41325" y="135189"/>
                    </a:cubicBezTo>
                    <a:cubicBezTo>
                      <a:pt x="42272" y="135099"/>
                      <a:pt x="43400" y="134919"/>
                      <a:pt x="44753" y="134649"/>
                    </a:cubicBezTo>
                    <a:cubicBezTo>
                      <a:pt x="46196" y="134424"/>
                      <a:pt x="47684" y="134109"/>
                      <a:pt x="49262" y="133749"/>
                    </a:cubicBezTo>
                    <a:lnTo>
                      <a:pt x="49262" y="144011"/>
                    </a:lnTo>
                    <a:cubicBezTo>
                      <a:pt x="43490" y="145677"/>
                      <a:pt x="38124" y="146532"/>
                      <a:pt x="33208" y="146532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74" name="Gráfico 12">
                <a:extLst>
                  <a:ext uri="{FF2B5EF4-FFF2-40B4-BE49-F238E27FC236}">
                    <a16:creationId xmlns:a16="http://schemas.microsoft.com/office/drawing/2014/main" id="{F7C7EA31-D37D-43F7-920F-B7DE7C9C466F}"/>
                  </a:ext>
                </a:extLst>
              </p:cNvPr>
              <p:cNvSpPr/>
              <p:nvPr/>
            </p:nvSpPr>
            <p:spPr>
              <a:xfrm>
                <a:off x="4682885" y="2726131"/>
                <a:ext cx="96682" cy="117388"/>
              </a:xfrm>
              <a:custGeom>
                <a:avLst/>
                <a:gdLst>
                  <a:gd name="connsiteX0" fmla="*/ 49087 w 96682"/>
                  <a:gd name="connsiteY0" fmla="*/ 117545 h 117388"/>
                  <a:gd name="connsiteX1" fmla="*/ 13192 w 96682"/>
                  <a:gd name="connsiteY1" fmla="*/ 102241 h 117388"/>
                  <a:gd name="connsiteX2" fmla="*/ 385 w 96682"/>
                  <a:gd name="connsiteY2" fmla="*/ 59211 h 117388"/>
                  <a:gd name="connsiteX3" fmla="*/ 13372 w 96682"/>
                  <a:gd name="connsiteY3" fmla="*/ 15821 h 117388"/>
                  <a:gd name="connsiteX4" fmla="*/ 49448 w 96682"/>
                  <a:gd name="connsiteY4" fmla="*/ 157 h 117388"/>
                  <a:gd name="connsiteX5" fmla="*/ 84441 w 96682"/>
                  <a:gd name="connsiteY5" fmla="*/ 15100 h 117388"/>
                  <a:gd name="connsiteX6" fmla="*/ 97067 w 96682"/>
                  <a:gd name="connsiteY6" fmla="*/ 56870 h 117388"/>
                  <a:gd name="connsiteX7" fmla="*/ 97067 w 96682"/>
                  <a:gd name="connsiteY7" fmla="*/ 61191 h 117388"/>
                  <a:gd name="connsiteX8" fmla="*/ 13553 w 96682"/>
                  <a:gd name="connsiteY8" fmla="*/ 61191 h 117388"/>
                  <a:gd name="connsiteX9" fmla="*/ 13553 w 96682"/>
                  <a:gd name="connsiteY9" fmla="*/ 61912 h 117388"/>
                  <a:gd name="connsiteX10" fmla="*/ 23293 w 96682"/>
                  <a:gd name="connsiteY10" fmla="*/ 94500 h 117388"/>
                  <a:gd name="connsiteX11" fmla="*/ 49809 w 96682"/>
                  <a:gd name="connsiteY11" fmla="*/ 106562 h 117388"/>
                  <a:gd name="connsiteX12" fmla="*/ 71815 w 96682"/>
                  <a:gd name="connsiteY12" fmla="*/ 99541 h 117388"/>
                  <a:gd name="connsiteX13" fmla="*/ 82637 w 96682"/>
                  <a:gd name="connsiteY13" fmla="*/ 80096 h 117388"/>
                  <a:gd name="connsiteX14" fmla="*/ 95444 w 96682"/>
                  <a:gd name="connsiteY14" fmla="*/ 80096 h 117388"/>
                  <a:gd name="connsiteX15" fmla="*/ 80653 w 96682"/>
                  <a:gd name="connsiteY15" fmla="*/ 107283 h 117388"/>
                  <a:gd name="connsiteX16" fmla="*/ 49087 w 96682"/>
                  <a:gd name="connsiteY16" fmla="*/ 117545 h 117388"/>
                  <a:gd name="connsiteX17" fmla="*/ 83720 w 96682"/>
                  <a:gd name="connsiteY17" fmla="*/ 50929 h 117388"/>
                  <a:gd name="connsiteX18" fmla="*/ 73618 w 96682"/>
                  <a:gd name="connsiteY18" fmla="*/ 21942 h 117388"/>
                  <a:gd name="connsiteX19" fmla="*/ 49267 w 96682"/>
                  <a:gd name="connsiteY19" fmla="*/ 11319 h 117388"/>
                  <a:gd name="connsiteX20" fmla="*/ 24195 w 96682"/>
                  <a:gd name="connsiteY20" fmla="*/ 22122 h 117388"/>
                  <a:gd name="connsiteX21" fmla="*/ 13733 w 96682"/>
                  <a:gd name="connsiteY21" fmla="*/ 50929 h 117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6682" h="117388">
                    <a:moveTo>
                      <a:pt x="49087" y="117545"/>
                    </a:moveTo>
                    <a:cubicBezTo>
                      <a:pt x="33800" y="117545"/>
                      <a:pt x="21850" y="112459"/>
                      <a:pt x="13192" y="102241"/>
                    </a:cubicBezTo>
                    <a:cubicBezTo>
                      <a:pt x="4624" y="91934"/>
                      <a:pt x="385" y="77575"/>
                      <a:pt x="385" y="59211"/>
                    </a:cubicBezTo>
                    <a:cubicBezTo>
                      <a:pt x="385" y="40622"/>
                      <a:pt x="4714" y="26173"/>
                      <a:pt x="13372" y="15821"/>
                    </a:cubicBezTo>
                    <a:cubicBezTo>
                      <a:pt x="22030" y="5378"/>
                      <a:pt x="34026" y="157"/>
                      <a:pt x="49448" y="157"/>
                    </a:cubicBezTo>
                    <a:cubicBezTo>
                      <a:pt x="64464" y="157"/>
                      <a:pt x="76144" y="5153"/>
                      <a:pt x="84441" y="15100"/>
                    </a:cubicBezTo>
                    <a:cubicBezTo>
                      <a:pt x="92829" y="25093"/>
                      <a:pt x="97067" y="39001"/>
                      <a:pt x="97067" y="56870"/>
                    </a:cubicBezTo>
                    <a:lnTo>
                      <a:pt x="97067" y="61191"/>
                    </a:lnTo>
                    <a:lnTo>
                      <a:pt x="13553" y="61191"/>
                    </a:lnTo>
                    <a:lnTo>
                      <a:pt x="13553" y="61912"/>
                    </a:lnTo>
                    <a:cubicBezTo>
                      <a:pt x="13553" y="75505"/>
                      <a:pt x="16799" y="86353"/>
                      <a:pt x="23293" y="94500"/>
                    </a:cubicBezTo>
                    <a:cubicBezTo>
                      <a:pt x="29877" y="102556"/>
                      <a:pt x="38715" y="106562"/>
                      <a:pt x="49809" y="106562"/>
                    </a:cubicBezTo>
                    <a:cubicBezTo>
                      <a:pt x="58557" y="106562"/>
                      <a:pt x="65907" y="104222"/>
                      <a:pt x="71815" y="99541"/>
                    </a:cubicBezTo>
                    <a:cubicBezTo>
                      <a:pt x="77677" y="94770"/>
                      <a:pt x="81284" y="88288"/>
                      <a:pt x="82637" y="80096"/>
                    </a:cubicBezTo>
                    <a:lnTo>
                      <a:pt x="95444" y="80096"/>
                    </a:lnTo>
                    <a:cubicBezTo>
                      <a:pt x="94001" y="91394"/>
                      <a:pt x="89041" y="100441"/>
                      <a:pt x="80653" y="107283"/>
                    </a:cubicBezTo>
                    <a:cubicBezTo>
                      <a:pt x="72356" y="114124"/>
                      <a:pt x="61804" y="117545"/>
                      <a:pt x="49087" y="117545"/>
                    </a:cubicBezTo>
                    <a:close/>
                    <a:moveTo>
                      <a:pt x="83720" y="50929"/>
                    </a:moveTo>
                    <a:cubicBezTo>
                      <a:pt x="83088" y="38596"/>
                      <a:pt x="79751" y="28919"/>
                      <a:pt x="73618" y="21942"/>
                    </a:cubicBezTo>
                    <a:cubicBezTo>
                      <a:pt x="67486" y="14875"/>
                      <a:pt x="59369" y="11319"/>
                      <a:pt x="49267" y="11319"/>
                    </a:cubicBezTo>
                    <a:cubicBezTo>
                      <a:pt x="39031" y="11319"/>
                      <a:pt x="30689" y="14920"/>
                      <a:pt x="24195" y="22122"/>
                    </a:cubicBezTo>
                    <a:cubicBezTo>
                      <a:pt x="17792" y="29324"/>
                      <a:pt x="14319" y="38956"/>
                      <a:pt x="13733" y="50929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  <p:sp>
            <p:nvSpPr>
              <p:cNvPr id="75" name="Gráfico 12">
                <a:extLst>
                  <a:ext uri="{FF2B5EF4-FFF2-40B4-BE49-F238E27FC236}">
                    <a16:creationId xmlns:a16="http://schemas.microsoft.com/office/drawing/2014/main" id="{33F3CC60-743A-4AA2-852A-3B529AB17B9B}"/>
                  </a:ext>
                </a:extLst>
              </p:cNvPr>
              <p:cNvSpPr/>
              <p:nvPr/>
            </p:nvSpPr>
            <p:spPr>
              <a:xfrm>
                <a:off x="4802132" y="2726131"/>
                <a:ext cx="86040" cy="117388"/>
              </a:xfrm>
              <a:custGeom>
                <a:avLst/>
                <a:gdLst>
                  <a:gd name="connsiteX0" fmla="*/ 43866 w 86040"/>
                  <a:gd name="connsiteY0" fmla="*/ 117545 h 117388"/>
                  <a:gd name="connsiteX1" fmla="*/ 12481 w 86040"/>
                  <a:gd name="connsiteY1" fmla="*/ 107283 h 117388"/>
                  <a:gd name="connsiteX2" fmla="*/ 395 w 86040"/>
                  <a:gd name="connsiteY2" fmla="*/ 79736 h 117388"/>
                  <a:gd name="connsiteX3" fmla="*/ 13202 w 86040"/>
                  <a:gd name="connsiteY3" fmla="*/ 79736 h 117388"/>
                  <a:gd name="connsiteX4" fmla="*/ 22041 w 86040"/>
                  <a:gd name="connsiteY4" fmla="*/ 98460 h 117388"/>
                  <a:gd name="connsiteX5" fmla="*/ 43145 w 86040"/>
                  <a:gd name="connsiteY5" fmla="*/ 105662 h 117388"/>
                  <a:gd name="connsiteX6" fmla="*/ 65151 w 86040"/>
                  <a:gd name="connsiteY6" fmla="*/ 100261 h 117388"/>
                  <a:gd name="connsiteX7" fmla="*/ 73268 w 86040"/>
                  <a:gd name="connsiteY7" fmla="*/ 85317 h 117388"/>
                  <a:gd name="connsiteX8" fmla="*/ 45129 w 86040"/>
                  <a:gd name="connsiteY8" fmla="*/ 65152 h 117388"/>
                  <a:gd name="connsiteX9" fmla="*/ 40620 w 86040"/>
                  <a:gd name="connsiteY9" fmla="*/ 64072 h 117388"/>
                  <a:gd name="connsiteX10" fmla="*/ 17531 w 86040"/>
                  <a:gd name="connsiteY10" fmla="*/ 56330 h 117388"/>
                  <a:gd name="connsiteX11" fmla="*/ 5987 w 86040"/>
                  <a:gd name="connsiteY11" fmla="*/ 46608 h 117388"/>
                  <a:gd name="connsiteX12" fmla="*/ 2740 w 86040"/>
                  <a:gd name="connsiteY12" fmla="*/ 32385 h 117388"/>
                  <a:gd name="connsiteX13" fmla="*/ 13383 w 86040"/>
                  <a:gd name="connsiteY13" fmla="*/ 9159 h 117388"/>
                  <a:gd name="connsiteX14" fmla="*/ 41161 w 86040"/>
                  <a:gd name="connsiteY14" fmla="*/ 157 h 117388"/>
                  <a:gd name="connsiteX15" fmla="*/ 71103 w 86040"/>
                  <a:gd name="connsiteY15" fmla="*/ 9519 h 117388"/>
                  <a:gd name="connsiteX16" fmla="*/ 83369 w 86040"/>
                  <a:gd name="connsiteY16" fmla="*/ 35625 h 117388"/>
                  <a:gd name="connsiteX17" fmla="*/ 70201 w 86040"/>
                  <a:gd name="connsiteY17" fmla="*/ 35625 h 117388"/>
                  <a:gd name="connsiteX18" fmla="*/ 61724 w 86040"/>
                  <a:gd name="connsiteY18" fmla="*/ 17981 h 117388"/>
                  <a:gd name="connsiteX19" fmla="*/ 40980 w 86040"/>
                  <a:gd name="connsiteY19" fmla="*/ 11680 h 117388"/>
                  <a:gd name="connsiteX20" fmla="*/ 22762 w 86040"/>
                  <a:gd name="connsiteY20" fmla="*/ 16901 h 117388"/>
                  <a:gd name="connsiteX21" fmla="*/ 15908 w 86040"/>
                  <a:gd name="connsiteY21" fmla="*/ 30764 h 117388"/>
                  <a:gd name="connsiteX22" fmla="*/ 23303 w 86040"/>
                  <a:gd name="connsiteY22" fmla="*/ 43187 h 117388"/>
                  <a:gd name="connsiteX23" fmla="*/ 46392 w 86040"/>
                  <a:gd name="connsiteY23" fmla="*/ 52549 h 117388"/>
                  <a:gd name="connsiteX24" fmla="*/ 52344 w 86040"/>
                  <a:gd name="connsiteY24" fmla="*/ 54170 h 117388"/>
                  <a:gd name="connsiteX25" fmla="*/ 72727 w 86040"/>
                  <a:gd name="connsiteY25" fmla="*/ 61552 h 117388"/>
                  <a:gd name="connsiteX26" fmla="*/ 83189 w 86040"/>
                  <a:gd name="connsiteY26" fmla="*/ 71274 h 117388"/>
                  <a:gd name="connsiteX27" fmla="*/ 86435 w 86040"/>
                  <a:gd name="connsiteY27" fmla="*/ 85497 h 117388"/>
                  <a:gd name="connsiteX28" fmla="*/ 81024 w 86040"/>
                  <a:gd name="connsiteY28" fmla="*/ 102061 h 117388"/>
                  <a:gd name="connsiteX29" fmla="*/ 66053 w 86040"/>
                  <a:gd name="connsiteY29" fmla="*/ 113404 h 117388"/>
                  <a:gd name="connsiteX30" fmla="*/ 43866 w 86040"/>
                  <a:gd name="connsiteY30" fmla="*/ 117545 h 117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6040" h="117388">
                    <a:moveTo>
                      <a:pt x="43866" y="117545"/>
                    </a:moveTo>
                    <a:cubicBezTo>
                      <a:pt x="30879" y="117545"/>
                      <a:pt x="20417" y="114124"/>
                      <a:pt x="12481" y="107283"/>
                    </a:cubicBezTo>
                    <a:cubicBezTo>
                      <a:pt x="4634" y="100351"/>
                      <a:pt x="621" y="91169"/>
                      <a:pt x="395" y="79736"/>
                    </a:cubicBezTo>
                    <a:lnTo>
                      <a:pt x="13202" y="79736"/>
                    </a:lnTo>
                    <a:cubicBezTo>
                      <a:pt x="13563" y="87433"/>
                      <a:pt x="16494" y="93689"/>
                      <a:pt x="22041" y="98460"/>
                    </a:cubicBezTo>
                    <a:cubicBezTo>
                      <a:pt x="27542" y="103277"/>
                      <a:pt x="34577" y="105662"/>
                      <a:pt x="43145" y="105662"/>
                    </a:cubicBezTo>
                    <a:cubicBezTo>
                      <a:pt x="52524" y="105662"/>
                      <a:pt x="59830" y="103862"/>
                      <a:pt x="65151" y="100261"/>
                    </a:cubicBezTo>
                    <a:cubicBezTo>
                      <a:pt x="70562" y="96570"/>
                      <a:pt x="73268" y="91574"/>
                      <a:pt x="73268" y="85317"/>
                    </a:cubicBezTo>
                    <a:cubicBezTo>
                      <a:pt x="73268" y="76450"/>
                      <a:pt x="63888" y="69744"/>
                      <a:pt x="45129" y="65152"/>
                    </a:cubicBezTo>
                    <a:lnTo>
                      <a:pt x="40620" y="64072"/>
                    </a:lnTo>
                    <a:cubicBezTo>
                      <a:pt x="30609" y="61552"/>
                      <a:pt x="22943" y="58986"/>
                      <a:pt x="17531" y="56330"/>
                    </a:cubicBezTo>
                    <a:cubicBezTo>
                      <a:pt x="12120" y="53585"/>
                      <a:pt x="8242" y="50344"/>
                      <a:pt x="5987" y="46608"/>
                    </a:cubicBezTo>
                    <a:cubicBezTo>
                      <a:pt x="3823" y="42917"/>
                      <a:pt x="2740" y="38146"/>
                      <a:pt x="2740" y="32385"/>
                    </a:cubicBezTo>
                    <a:cubicBezTo>
                      <a:pt x="2740" y="22797"/>
                      <a:pt x="6258" y="15055"/>
                      <a:pt x="13383" y="9159"/>
                    </a:cubicBezTo>
                    <a:cubicBezTo>
                      <a:pt x="20462" y="3173"/>
                      <a:pt x="29707" y="157"/>
                      <a:pt x="41161" y="157"/>
                    </a:cubicBezTo>
                    <a:cubicBezTo>
                      <a:pt x="53652" y="157"/>
                      <a:pt x="63618" y="3308"/>
                      <a:pt x="71103" y="9519"/>
                    </a:cubicBezTo>
                    <a:cubicBezTo>
                      <a:pt x="78544" y="15776"/>
                      <a:pt x="82648" y="24463"/>
                      <a:pt x="83369" y="35625"/>
                    </a:cubicBezTo>
                    <a:lnTo>
                      <a:pt x="70201" y="35625"/>
                    </a:lnTo>
                    <a:cubicBezTo>
                      <a:pt x="69705" y="28064"/>
                      <a:pt x="66864" y="22212"/>
                      <a:pt x="61724" y="17981"/>
                    </a:cubicBezTo>
                    <a:cubicBezTo>
                      <a:pt x="56673" y="13795"/>
                      <a:pt x="49729" y="11680"/>
                      <a:pt x="40980" y="11680"/>
                    </a:cubicBezTo>
                    <a:cubicBezTo>
                      <a:pt x="33404" y="11680"/>
                      <a:pt x="27317" y="13435"/>
                      <a:pt x="22762" y="16901"/>
                    </a:cubicBezTo>
                    <a:cubicBezTo>
                      <a:pt x="18163" y="20412"/>
                      <a:pt x="15908" y="25003"/>
                      <a:pt x="15908" y="30764"/>
                    </a:cubicBezTo>
                    <a:cubicBezTo>
                      <a:pt x="15908" y="35580"/>
                      <a:pt x="18343" y="39721"/>
                      <a:pt x="23303" y="43187"/>
                    </a:cubicBezTo>
                    <a:cubicBezTo>
                      <a:pt x="28219" y="46698"/>
                      <a:pt x="35930" y="49804"/>
                      <a:pt x="46392" y="52549"/>
                    </a:cubicBezTo>
                    <a:lnTo>
                      <a:pt x="52344" y="54170"/>
                    </a:lnTo>
                    <a:cubicBezTo>
                      <a:pt x="61092" y="56330"/>
                      <a:pt x="67902" y="58806"/>
                      <a:pt x="72727" y="61552"/>
                    </a:cubicBezTo>
                    <a:cubicBezTo>
                      <a:pt x="77642" y="64207"/>
                      <a:pt x="81114" y="67448"/>
                      <a:pt x="83189" y="71274"/>
                    </a:cubicBezTo>
                    <a:cubicBezTo>
                      <a:pt x="85353" y="75010"/>
                      <a:pt x="86435" y="79736"/>
                      <a:pt x="86435" y="85497"/>
                    </a:cubicBezTo>
                    <a:cubicBezTo>
                      <a:pt x="86435" y="91754"/>
                      <a:pt x="84632" y="97290"/>
                      <a:pt x="81024" y="102061"/>
                    </a:cubicBezTo>
                    <a:cubicBezTo>
                      <a:pt x="77507" y="106878"/>
                      <a:pt x="72546" y="110658"/>
                      <a:pt x="66053" y="113404"/>
                    </a:cubicBezTo>
                    <a:cubicBezTo>
                      <a:pt x="59649" y="116150"/>
                      <a:pt x="52254" y="117545"/>
                      <a:pt x="43866" y="117545"/>
                    </a:cubicBezTo>
                    <a:close/>
                  </a:path>
                </a:pathLst>
              </a:custGeom>
              <a:grpFill/>
              <a:ln w="11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AR"/>
              </a:p>
            </p:txBody>
          </p:sp>
        </p:grpSp>
      </p:grpSp>
      <p:sp>
        <p:nvSpPr>
          <p:cNvPr id="144" name="Gráfico 141">
            <a:extLst>
              <a:ext uri="{FF2B5EF4-FFF2-40B4-BE49-F238E27FC236}">
                <a16:creationId xmlns:a16="http://schemas.microsoft.com/office/drawing/2014/main" id="{B0407733-B7BE-46AB-A557-776DC8448A4D}"/>
              </a:ext>
            </a:extLst>
          </p:cNvPr>
          <p:cNvSpPr/>
          <p:nvPr/>
        </p:nvSpPr>
        <p:spPr>
          <a:xfrm>
            <a:off x="377797" y="5350055"/>
            <a:ext cx="1093515" cy="1095069"/>
          </a:xfrm>
          <a:custGeom>
            <a:avLst/>
            <a:gdLst>
              <a:gd name="connsiteX0" fmla="*/ 546758 w 1093515"/>
              <a:gd name="connsiteY0" fmla="*/ 0 h 1095069"/>
              <a:gd name="connsiteX1" fmla="*/ 1093516 w 1093515"/>
              <a:gd name="connsiteY1" fmla="*/ 547535 h 1095069"/>
              <a:gd name="connsiteX2" fmla="*/ 546758 w 1093515"/>
              <a:gd name="connsiteY2" fmla="*/ 1095070 h 1095069"/>
              <a:gd name="connsiteX3" fmla="*/ 0 w 1093515"/>
              <a:gd name="connsiteY3" fmla="*/ 547535 h 1095069"/>
              <a:gd name="connsiteX4" fmla="*/ 546758 w 1093515"/>
              <a:gd name="connsiteY4" fmla="*/ 0 h 109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3515" h="1095069">
                <a:moveTo>
                  <a:pt x="546758" y="0"/>
                </a:moveTo>
                <a:cubicBezTo>
                  <a:pt x="848724" y="0"/>
                  <a:pt x="1093516" y="245140"/>
                  <a:pt x="1093516" y="547535"/>
                </a:cubicBezTo>
                <a:cubicBezTo>
                  <a:pt x="1093516" y="849929"/>
                  <a:pt x="848724" y="1095070"/>
                  <a:pt x="546758" y="1095070"/>
                </a:cubicBezTo>
                <a:cubicBezTo>
                  <a:pt x="244792" y="1095070"/>
                  <a:pt x="0" y="849929"/>
                  <a:pt x="0" y="547535"/>
                </a:cubicBezTo>
                <a:cubicBezTo>
                  <a:pt x="0" y="245140"/>
                  <a:pt x="244792" y="0"/>
                  <a:pt x="546758" y="0"/>
                </a:cubicBezTo>
                <a:close/>
              </a:path>
            </a:pathLst>
          </a:custGeom>
          <a:solidFill>
            <a:srgbClr val="042E40"/>
          </a:solidFill>
          <a:ln w="162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45" name="Gráfico 141">
            <a:extLst>
              <a:ext uri="{FF2B5EF4-FFF2-40B4-BE49-F238E27FC236}">
                <a16:creationId xmlns:a16="http://schemas.microsoft.com/office/drawing/2014/main" id="{CB70B281-5897-4697-9E1A-1FE096FDD06C}"/>
              </a:ext>
            </a:extLst>
          </p:cNvPr>
          <p:cNvSpPr/>
          <p:nvPr/>
        </p:nvSpPr>
        <p:spPr>
          <a:xfrm>
            <a:off x="520980" y="5494015"/>
            <a:ext cx="807149" cy="807149"/>
          </a:xfrm>
          <a:custGeom>
            <a:avLst/>
            <a:gdLst>
              <a:gd name="connsiteX0" fmla="*/ 146453 w 807149"/>
              <a:gd name="connsiteY0" fmla="*/ 276124 h 807149"/>
              <a:gd name="connsiteX1" fmla="*/ 154283 w 807149"/>
              <a:gd name="connsiteY1" fmla="*/ 280481 h 807149"/>
              <a:gd name="connsiteX2" fmla="*/ 169936 w 807149"/>
              <a:gd name="connsiteY2" fmla="*/ 280662 h 807149"/>
              <a:gd name="connsiteX3" fmla="*/ 176499 w 807149"/>
              <a:gd name="connsiteY3" fmla="*/ 276182 h 807149"/>
              <a:gd name="connsiteX4" fmla="*/ 176122 w 807149"/>
              <a:gd name="connsiteY4" fmla="*/ 284074 h 807149"/>
              <a:gd name="connsiteX5" fmla="*/ 184457 w 807149"/>
              <a:gd name="connsiteY5" fmla="*/ 297395 h 807149"/>
              <a:gd name="connsiteX6" fmla="*/ 192289 w 807149"/>
              <a:gd name="connsiteY6" fmla="*/ 301750 h 807149"/>
              <a:gd name="connsiteX7" fmla="*/ 197081 w 807149"/>
              <a:gd name="connsiteY7" fmla="*/ 300865 h 807149"/>
              <a:gd name="connsiteX8" fmla="*/ 201381 w 807149"/>
              <a:gd name="connsiteY8" fmla="*/ 293233 h 807149"/>
              <a:gd name="connsiteX9" fmla="*/ 199040 w 807149"/>
              <a:gd name="connsiteY9" fmla="*/ 281738 h 807149"/>
              <a:gd name="connsiteX10" fmla="*/ 196386 w 807149"/>
              <a:gd name="connsiteY10" fmla="*/ 278966 h 807149"/>
              <a:gd name="connsiteX11" fmla="*/ 196448 w 807149"/>
              <a:gd name="connsiteY11" fmla="*/ 278966 h 807149"/>
              <a:gd name="connsiteX12" fmla="*/ 215638 w 807149"/>
              <a:gd name="connsiteY12" fmla="*/ 275489 h 807149"/>
              <a:gd name="connsiteX13" fmla="*/ 220187 w 807149"/>
              <a:gd name="connsiteY13" fmla="*/ 267349 h 807149"/>
              <a:gd name="connsiteX14" fmla="*/ 224729 w 807149"/>
              <a:gd name="connsiteY14" fmla="*/ 259205 h 807149"/>
              <a:gd name="connsiteX15" fmla="*/ 222519 w 807149"/>
              <a:gd name="connsiteY15" fmla="*/ 254409 h 807149"/>
              <a:gd name="connsiteX16" fmla="*/ 183190 w 807149"/>
              <a:gd name="connsiteY16" fmla="*/ 264374 h 807149"/>
              <a:gd name="connsiteX17" fmla="*/ 171202 w 807149"/>
              <a:gd name="connsiteY17" fmla="*/ 225558 h 807149"/>
              <a:gd name="connsiteX18" fmla="*/ 165956 w 807149"/>
              <a:gd name="connsiteY18" fmla="*/ 226189 h 807149"/>
              <a:gd name="connsiteX19" fmla="*/ 161413 w 807149"/>
              <a:gd name="connsiteY19" fmla="*/ 234332 h 807149"/>
              <a:gd name="connsiteX20" fmla="*/ 156871 w 807149"/>
              <a:gd name="connsiteY20" fmla="*/ 242477 h 807149"/>
              <a:gd name="connsiteX21" fmla="*/ 163878 w 807149"/>
              <a:gd name="connsiteY21" fmla="*/ 260651 h 807149"/>
              <a:gd name="connsiteX22" fmla="*/ 163943 w 807149"/>
              <a:gd name="connsiteY22" fmla="*/ 260651 h 807149"/>
              <a:gd name="connsiteX23" fmla="*/ 160212 w 807149"/>
              <a:gd name="connsiteY23" fmla="*/ 259892 h 807149"/>
              <a:gd name="connsiteX24" fmla="*/ 149165 w 807149"/>
              <a:gd name="connsiteY24" fmla="*/ 263933 h 807149"/>
              <a:gd name="connsiteX25" fmla="*/ 144873 w 807149"/>
              <a:gd name="connsiteY25" fmla="*/ 271572 h 807149"/>
              <a:gd name="connsiteX26" fmla="*/ 146581 w 807149"/>
              <a:gd name="connsiteY26" fmla="*/ 276119 h 807149"/>
              <a:gd name="connsiteX27" fmla="*/ 146453 w 807149"/>
              <a:gd name="connsiteY27" fmla="*/ 276124 h 807149"/>
              <a:gd name="connsiteX28" fmla="*/ 301165 w 807149"/>
              <a:gd name="connsiteY28" fmla="*/ 438626 h 807149"/>
              <a:gd name="connsiteX29" fmla="*/ 301165 w 807149"/>
              <a:gd name="connsiteY29" fmla="*/ 356115 h 807149"/>
              <a:gd name="connsiteX30" fmla="*/ 295938 w 807149"/>
              <a:gd name="connsiteY30" fmla="*/ 365381 h 807149"/>
              <a:gd name="connsiteX31" fmla="*/ 289686 w 807149"/>
              <a:gd name="connsiteY31" fmla="*/ 366586 h 807149"/>
              <a:gd name="connsiteX32" fmla="*/ 279525 w 807149"/>
              <a:gd name="connsiteY32" fmla="*/ 360838 h 807149"/>
              <a:gd name="connsiteX33" fmla="*/ 268667 w 807149"/>
              <a:gd name="connsiteY33" fmla="*/ 343477 h 807149"/>
              <a:gd name="connsiteX34" fmla="*/ 269174 w 807149"/>
              <a:gd name="connsiteY34" fmla="*/ 333189 h 807149"/>
              <a:gd name="connsiteX35" fmla="*/ 260648 w 807149"/>
              <a:gd name="connsiteY35" fmla="*/ 338995 h 807149"/>
              <a:gd name="connsiteX36" fmla="*/ 240199 w 807149"/>
              <a:gd name="connsiteY36" fmla="*/ 338813 h 807149"/>
              <a:gd name="connsiteX37" fmla="*/ 230028 w 807149"/>
              <a:gd name="connsiteY37" fmla="*/ 333060 h 807149"/>
              <a:gd name="connsiteX38" fmla="*/ 227756 w 807149"/>
              <a:gd name="connsiteY38" fmla="*/ 327127 h 807149"/>
              <a:gd name="connsiteX39" fmla="*/ 233380 w 807149"/>
              <a:gd name="connsiteY39" fmla="*/ 317153 h 807149"/>
              <a:gd name="connsiteX40" fmla="*/ 247773 w 807149"/>
              <a:gd name="connsiteY40" fmla="*/ 311920 h 807149"/>
              <a:gd name="connsiteX41" fmla="*/ 252696 w 807149"/>
              <a:gd name="connsiteY41" fmla="*/ 312921 h 807149"/>
              <a:gd name="connsiteX42" fmla="*/ 252627 w 807149"/>
              <a:gd name="connsiteY42" fmla="*/ 312921 h 807149"/>
              <a:gd name="connsiteX43" fmla="*/ 243539 w 807149"/>
              <a:gd name="connsiteY43" fmla="*/ 289187 h 807149"/>
              <a:gd name="connsiteX44" fmla="*/ 249472 w 807149"/>
              <a:gd name="connsiteY44" fmla="*/ 278584 h 807149"/>
              <a:gd name="connsiteX45" fmla="*/ 255410 w 807149"/>
              <a:gd name="connsiteY45" fmla="*/ 267972 h 807149"/>
              <a:gd name="connsiteX46" fmla="*/ 262288 w 807149"/>
              <a:gd name="connsiteY46" fmla="*/ 267155 h 807149"/>
              <a:gd name="connsiteX47" fmla="*/ 277947 w 807149"/>
              <a:gd name="connsiteY47" fmla="*/ 317782 h 807149"/>
              <a:gd name="connsiteX48" fmla="*/ 296495 w 807149"/>
              <a:gd name="connsiteY48" fmla="*/ 305543 h 807149"/>
              <a:gd name="connsiteX49" fmla="*/ 296495 w 807149"/>
              <a:gd name="connsiteY49" fmla="*/ 231193 h 807149"/>
              <a:gd name="connsiteX50" fmla="*/ 300897 w 807149"/>
              <a:gd name="connsiteY50" fmla="*/ 231193 h 807149"/>
              <a:gd name="connsiteX51" fmla="*/ 300735 w 807149"/>
              <a:gd name="connsiteY51" fmla="*/ 230925 h 807149"/>
              <a:gd name="connsiteX52" fmla="*/ 300801 w 807149"/>
              <a:gd name="connsiteY52" fmla="*/ 230982 h 807149"/>
              <a:gd name="connsiteX53" fmla="*/ 292342 w 807149"/>
              <a:gd name="connsiteY53" fmla="*/ 217160 h 807149"/>
              <a:gd name="connsiteX54" fmla="*/ 295880 w 807149"/>
              <a:gd name="connsiteY54" fmla="*/ 208639 h 807149"/>
              <a:gd name="connsiteX55" fmla="*/ 301862 w 807149"/>
              <a:gd name="connsiteY55" fmla="*/ 206351 h 807149"/>
              <a:gd name="connsiteX56" fmla="*/ 296495 w 807149"/>
              <a:gd name="connsiteY56" fmla="*/ 173636 h 807149"/>
              <a:gd name="connsiteX57" fmla="*/ 310067 w 807149"/>
              <a:gd name="connsiteY57" fmla="*/ 127279 h 807149"/>
              <a:gd name="connsiteX58" fmla="*/ 343610 w 807149"/>
              <a:gd name="connsiteY58" fmla="*/ 92440 h 807149"/>
              <a:gd name="connsiteX59" fmla="*/ 351041 w 807149"/>
              <a:gd name="connsiteY59" fmla="*/ 88434 h 807149"/>
              <a:gd name="connsiteX60" fmla="*/ 358922 w 807149"/>
              <a:gd name="connsiteY60" fmla="*/ 84798 h 807149"/>
              <a:gd name="connsiteX61" fmla="*/ 414802 w 807149"/>
              <a:gd name="connsiteY61" fmla="*/ 78039 h 807149"/>
              <a:gd name="connsiteX62" fmla="*/ 466112 w 807149"/>
              <a:gd name="connsiteY62" fmla="*/ 96557 h 807149"/>
              <a:gd name="connsiteX63" fmla="*/ 487578 w 807149"/>
              <a:gd name="connsiteY63" fmla="*/ 121104 h 807149"/>
              <a:gd name="connsiteX64" fmla="*/ 497616 w 807149"/>
              <a:gd name="connsiteY64" fmla="*/ 159607 h 807149"/>
              <a:gd name="connsiteX65" fmla="*/ 497616 w 807149"/>
              <a:gd name="connsiteY65" fmla="*/ 189520 h 807149"/>
              <a:gd name="connsiteX66" fmla="*/ 505080 w 807149"/>
              <a:gd name="connsiteY66" fmla="*/ 242602 h 807149"/>
              <a:gd name="connsiteX67" fmla="*/ 573387 w 807149"/>
              <a:gd name="connsiteY67" fmla="*/ 225305 h 807149"/>
              <a:gd name="connsiteX68" fmla="*/ 577240 w 807149"/>
              <a:gd name="connsiteY68" fmla="*/ 233699 h 807149"/>
              <a:gd name="connsiteX69" fmla="*/ 569280 w 807149"/>
              <a:gd name="connsiteY69" fmla="*/ 247838 h 807149"/>
              <a:gd name="connsiteX70" fmla="*/ 561391 w 807149"/>
              <a:gd name="connsiteY70" fmla="*/ 261918 h 807149"/>
              <a:gd name="connsiteX71" fmla="*/ 528124 w 807149"/>
              <a:gd name="connsiteY71" fmla="*/ 267977 h 807149"/>
              <a:gd name="connsiteX72" fmla="*/ 528006 w 807149"/>
              <a:gd name="connsiteY72" fmla="*/ 267977 h 807149"/>
              <a:gd name="connsiteX73" fmla="*/ 532609 w 807149"/>
              <a:gd name="connsiteY73" fmla="*/ 272777 h 807149"/>
              <a:gd name="connsiteX74" fmla="*/ 536649 w 807149"/>
              <a:gd name="connsiteY74" fmla="*/ 292726 h 807149"/>
              <a:gd name="connsiteX75" fmla="*/ 529196 w 807149"/>
              <a:gd name="connsiteY75" fmla="*/ 306048 h 807149"/>
              <a:gd name="connsiteX76" fmla="*/ 520862 w 807149"/>
              <a:gd name="connsiteY76" fmla="*/ 307624 h 807149"/>
              <a:gd name="connsiteX77" fmla="*/ 507288 w 807149"/>
              <a:gd name="connsiteY77" fmla="*/ 300046 h 807149"/>
              <a:gd name="connsiteX78" fmla="*/ 502286 w 807149"/>
              <a:gd name="connsiteY78" fmla="*/ 296566 h 807149"/>
              <a:gd name="connsiteX79" fmla="*/ 502286 w 807149"/>
              <a:gd name="connsiteY79" fmla="*/ 310924 h 807149"/>
              <a:gd name="connsiteX80" fmla="*/ 490417 w 807149"/>
              <a:gd name="connsiteY80" fmla="*/ 310924 h 807149"/>
              <a:gd name="connsiteX81" fmla="*/ 492698 w 807149"/>
              <a:gd name="connsiteY81" fmla="*/ 315643 h 807149"/>
              <a:gd name="connsiteX82" fmla="*/ 497798 w 807149"/>
              <a:gd name="connsiteY82" fmla="*/ 339857 h 807149"/>
              <a:gd name="connsiteX83" fmla="*/ 481933 w 807149"/>
              <a:gd name="connsiteY83" fmla="*/ 381896 h 807149"/>
              <a:gd name="connsiteX84" fmla="*/ 476350 w 807149"/>
              <a:gd name="connsiteY84" fmla="*/ 387430 h 807149"/>
              <a:gd name="connsiteX85" fmla="*/ 480361 w 807149"/>
              <a:gd name="connsiteY85" fmla="*/ 394666 h 807149"/>
              <a:gd name="connsiteX86" fmla="*/ 489087 w 807149"/>
              <a:gd name="connsiteY86" fmla="*/ 410780 h 807149"/>
              <a:gd name="connsiteX87" fmla="*/ 490738 w 807149"/>
              <a:gd name="connsiteY87" fmla="*/ 413587 h 807149"/>
              <a:gd name="connsiteX88" fmla="*/ 499068 w 807149"/>
              <a:gd name="connsiteY88" fmla="*/ 436441 h 807149"/>
              <a:gd name="connsiteX89" fmla="*/ 501459 w 807149"/>
              <a:gd name="connsiteY89" fmla="*/ 465243 h 807149"/>
              <a:gd name="connsiteX90" fmla="*/ 409400 w 807149"/>
              <a:gd name="connsiteY90" fmla="*/ 465243 h 807149"/>
              <a:gd name="connsiteX91" fmla="*/ 396429 w 807149"/>
              <a:gd name="connsiteY91" fmla="*/ 439207 h 807149"/>
              <a:gd name="connsiteX92" fmla="*/ 396429 w 807149"/>
              <a:gd name="connsiteY92" fmla="*/ 465243 h 807149"/>
              <a:gd name="connsiteX93" fmla="*/ 301165 w 807149"/>
              <a:gd name="connsiteY93" fmla="*/ 465243 h 807149"/>
              <a:gd name="connsiteX94" fmla="*/ 301165 w 807149"/>
              <a:gd name="connsiteY94" fmla="*/ 438626 h 807149"/>
              <a:gd name="connsiteX95" fmla="*/ 301165 w 807149"/>
              <a:gd name="connsiteY95" fmla="*/ 343847 h 807149"/>
              <a:gd name="connsiteX96" fmla="*/ 301165 w 807149"/>
              <a:gd name="connsiteY96" fmla="*/ 339157 h 807149"/>
              <a:gd name="connsiteX97" fmla="*/ 295116 w 807149"/>
              <a:gd name="connsiteY97" fmla="*/ 336786 h 807149"/>
              <a:gd name="connsiteX98" fmla="*/ 295054 w 807149"/>
              <a:gd name="connsiteY98" fmla="*/ 336786 h 807149"/>
              <a:gd name="connsiteX99" fmla="*/ 298527 w 807149"/>
              <a:gd name="connsiteY99" fmla="*/ 340387 h 807149"/>
              <a:gd name="connsiteX100" fmla="*/ 301165 w 807149"/>
              <a:gd name="connsiteY100" fmla="*/ 343847 h 807149"/>
              <a:gd name="connsiteX101" fmla="*/ 404172 w 807149"/>
              <a:gd name="connsiteY101" fmla="*/ 192982 h 807149"/>
              <a:gd name="connsiteX102" fmla="*/ 404858 w 807149"/>
              <a:gd name="connsiteY102" fmla="*/ 187783 h 807149"/>
              <a:gd name="connsiteX103" fmla="*/ 402350 w 807149"/>
              <a:gd name="connsiteY103" fmla="*/ 187783 h 807149"/>
              <a:gd name="connsiteX104" fmla="*/ 402350 w 807149"/>
              <a:gd name="connsiteY104" fmla="*/ 161166 h 807149"/>
              <a:gd name="connsiteX105" fmla="*/ 402300 w 807149"/>
              <a:gd name="connsiteY105" fmla="*/ 158178 h 807149"/>
              <a:gd name="connsiteX106" fmla="*/ 397897 w 807149"/>
              <a:gd name="connsiteY106" fmla="*/ 172078 h 807149"/>
              <a:gd name="connsiteX107" fmla="*/ 397493 w 807149"/>
              <a:gd name="connsiteY107" fmla="*/ 176231 h 807149"/>
              <a:gd name="connsiteX108" fmla="*/ 398704 w 807149"/>
              <a:gd name="connsiteY108" fmla="*/ 192094 h 807149"/>
              <a:gd name="connsiteX109" fmla="*/ 398799 w 807149"/>
              <a:gd name="connsiteY109" fmla="*/ 192351 h 807149"/>
              <a:gd name="connsiteX110" fmla="*/ 402456 w 807149"/>
              <a:gd name="connsiteY110" fmla="*/ 192506 h 807149"/>
              <a:gd name="connsiteX111" fmla="*/ 404172 w 807149"/>
              <a:gd name="connsiteY111" fmla="*/ 192982 h 807149"/>
              <a:gd name="connsiteX112" fmla="*/ 402157 w 807149"/>
              <a:gd name="connsiteY112" fmla="*/ 157065 h 807149"/>
              <a:gd name="connsiteX113" fmla="*/ 402225 w 807149"/>
              <a:gd name="connsiteY113" fmla="*/ 157299 h 807149"/>
              <a:gd name="connsiteX114" fmla="*/ 402157 w 807149"/>
              <a:gd name="connsiteY114" fmla="*/ 157065 h 807149"/>
              <a:gd name="connsiteX115" fmla="*/ 327781 w 807149"/>
              <a:gd name="connsiteY115" fmla="*/ 303012 h 807149"/>
              <a:gd name="connsiteX116" fmla="*/ 327781 w 807149"/>
              <a:gd name="connsiteY116" fmla="*/ 438626 h 807149"/>
              <a:gd name="connsiteX117" fmla="*/ 369813 w 807149"/>
              <a:gd name="connsiteY117" fmla="*/ 438626 h 807149"/>
              <a:gd name="connsiteX118" fmla="*/ 369813 w 807149"/>
              <a:gd name="connsiteY118" fmla="*/ 382510 h 807149"/>
              <a:gd name="connsiteX119" fmla="*/ 399390 w 807149"/>
              <a:gd name="connsiteY119" fmla="*/ 382510 h 807149"/>
              <a:gd name="connsiteX120" fmla="*/ 405624 w 807149"/>
              <a:gd name="connsiteY120" fmla="*/ 396533 h 807149"/>
              <a:gd name="connsiteX121" fmla="*/ 411864 w 807149"/>
              <a:gd name="connsiteY121" fmla="*/ 410549 h 807149"/>
              <a:gd name="connsiteX122" fmla="*/ 425854 w 807149"/>
              <a:gd name="connsiteY122" fmla="*/ 438626 h 807149"/>
              <a:gd name="connsiteX123" fmla="*/ 472555 w 807149"/>
              <a:gd name="connsiteY123" fmla="*/ 438626 h 807149"/>
              <a:gd name="connsiteX124" fmla="*/ 465278 w 807149"/>
              <a:gd name="connsiteY124" fmla="*/ 422530 h 807149"/>
              <a:gd name="connsiteX125" fmla="*/ 441421 w 807149"/>
              <a:gd name="connsiteY125" fmla="*/ 376276 h 807149"/>
              <a:gd name="connsiteX126" fmla="*/ 462075 w 807149"/>
              <a:gd name="connsiteY126" fmla="*/ 364221 h 807149"/>
              <a:gd name="connsiteX127" fmla="*/ 405617 w 807149"/>
              <a:gd name="connsiteY127" fmla="*/ 298336 h 807149"/>
              <a:gd name="connsiteX128" fmla="*/ 332451 w 807149"/>
              <a:gd name="connsiteY128" fmla="*/ 298336 h 807149"/>
              <a:gd name="connsiteX129" fmla="*/ 327781 w 807149"/>
              <a:gd name="connsiteY129" fmla="*/ 303012 h 807149"/>
              <a:gd name="connsiteX130" fmla="*/ 405617 w 807149"/>
              <a:gd name="connsiteY130" fmla="*/ 357569 h 807149"/>
              <a:gd name="connsiteX131" fmla="*/ 369813 w 807149"/>
              <a:gd name="connsiteY131" fmla="*/ 357569 h 807149"/>
              <a:gd name="connsiteX132" fmla="*/ 390049 w 807149"/>
              <a:gd name="connsiteY132" fmla="*/ 323275 h 807149"/>
              <a:gd name="connsiteX133" fmla="*/ 405617 w 807149"/>
              <a:gd name="connsiteY133" fmla="*/ 357569 h 807149"/>
              <a:gd name="connsiteX134" fmla="*/ 323111 w 807149"/>
              <a:gd name="connsiteY134" fmla="*/ 284307 h 807149"/>
              <a:gd name="connsiteX135" fmla="*/ 475670 w 807149"/>
              <a:gd name="connsiteY135" fmla="*/ 284307 h 807149"/>
              <a:gd name="connsiteX136" fmla="*/ 475670 w 807149"/>
              <a:gd name="connsiteY136" fmla="*/ 273767 h 807149"/>
              <a:gd name="connsiteX137" fmla="*/ 475667 w 807149"/>
              <a:gd name="connsiteY137" fmla="*/ 273767 h 807149"/>
              <a:gd name="connsiteX138" fmla="*/ 475667 w 807149"/>
              <a:gd name="connsiteY138" fmla="*/ 262486 h 807149"/>
              <a:gd name="connsiteX139" fmla="*/ 475667 w 807149"/>
              <a:gd name="connsiteY139" fmla="*/ 262319 h 807149"/>
              <a:gd name="connsiteX140" fmla="*/ 475665 w 807149"/>
              <a:gd name="connsiteY140" fmla="*/ 262157 h 807149"/>
              <a:gd name="connsiteX141" fmla="*/ 475664 w 807149"/>
              <a:gd name="connsiteY141" fmla="*/ 262157 h 807149"/>
              <a:gd name="connsiteX142" fmla="*/ 475662 w 807149"/>
              <a:gd name="connsiteY142" fmla="*/ 261996 h 807149"/>
              <a:gd name="connsiteX143" fmla="*/ 475660 w 807149"/>
              <a:gd name="connsiteY143" fmla="*/ 261996 h 807149"/>
              <a:gd name="connsiteX144" fmla="*/ 475655 w 807149"/>
              <a:gd name="connsiteY144" fmla="*/ 261842 h 807149"/>
              <a:gd name="connsiteX145" fmla="*/ 475654 w 807149"/>
              <a:gd name="connsiteY145" fmla="*/ 261842 h 807149"/>
              <a:gd name="connsiteX146" fmla="*/ 475649 w 807149"/>
              <a:gd name="connsiteY146" fmla="*/ 261688 h 807149"/>
              <a:gd name="connsiteX147" fmla="*/ 475646 w 807149"/>
              <a:gd name="connsiteY147" fmla="*/ 261688 h 807149"/>
              <a:gd name="connsiteX148" fmla="*/ 475639 w 807149"/>
              <a:gd name="connsiteY148" fmla="*/ 261540 h 807149"/>
              <a:gd name="connsiteX149" fmla="*/ 475638 w 807149"/>
              <a:gd name="connsiteY149" fmla="*/ 261540 h 807149"/>
              <a:gd name="connsiteX150" fmla="*/ 475629 w 807149"/>
              <a:gd name="connsiteY150" fmla="*/ 261396 h 807149"/>
              <a:gd name="connsiteX151" fmla="*/ 475628 w 807149"/>
              <a:gd name="connsiteY151" fmla="*/ 261396 h 807149"/>
              <a:gd name="connsiteX152" fmla="*/ 475616 w 807149"/>
              <a:gd name="connsiteY152" fmla="*/ 261255 h 807149"/>
              <a:gd name="connsiteX153" fmla="*/ 475613 w 807149"/>
              <a:gd name="connsiteY153" fmla="*/ 261255 h 807149"/>
              <a:gd name="connsiteX154" fmla="*/ 475600 w 807149"/>
              <a:gd name="connsiteY154" fmla="*/ 261115 h 807149"/>
              <a:gd name="connsiteX155" fmla="*/ 475599 w 807149"/>
              <a:gd name="connsiteY155" fmla="*/ 261115 h 807149"/>
              <a:gd name="connsiteX156" fmla="*/ 475586 w 807149"/>
              <a:gd name="connsiteY156" fmla="*/ 260981 h 807149"/>
              <a:gd name="connsiteX157" fmla="*/ 475584 w 807149"/>
              <a:gd name="connsiteY157" fmla="*/ 260981 h 807149"/>
              <a:gd name="connsiteX158" fmla="*/ 475566 w 807149"/>
              <a:gd name="connsiteY158" fmla="*/ 260849 h 807149"/>
              <a:gd name="connsiteX159" fmla="*/ 475565 w 807149"/>
              <a:gd name="connsiteY159" fmla="*/ 260849 h 807149"/>
              <a:gd name="connsiteX160" fmla="*/ 475545 w 807149"/>
              <a:gd name="connsiteY160" fmla="*/ 260721 h 807149"/>
              <a:gd name="connsiteX161" fmla="*/ 475544 w 807149"/>
              <a:gd name="connsiteY161" fmla="*/ 260721 h 807149"/>
              <a:gd name="connsiteX162" fmla="*/ 475524 w 807149"/>
              <a:gd name="connsiteY162" fmla="*/ 260596 h 807149"/>
              <a:gd name="connsiteX163" fmla="*/ 475522 w 807149"/>
              <a:gd name="connsiteY163" fmla="*/ 260596 h 807149"/>
              <a:gd name="connsiteX164" fmla="*/ 475500 w 807149"/>
              <a:gd name="connsiteY164" fmla="*/ 260475 h 807149"/>
              <a:gd name="connsiteX165" fmla="*/ 475498 w 807149"/>
              <a:gd name="connsiteY165" fmla="*/ 260475 h 807149"/>
              <a:gd name="connsiteX166" fmla="*/ 475472 w 807149"/>
              <a:gd name="connsiteY166" fmla="*/ 260356 h 807149"/>
              <a:gd name="connsiteX167" fmla="*/ 475471 w 807149"/>
              <a:gd name="connsiteY167" fmla="*/ 260356 h 807149"/>
              <a:gd name="connsiteX168" fmla="*/ 475443 w 807149"/>
              <a:gd name="connsiteY168" fmla="*/ 260241 h 807149"/>
              <a:gd name="connsiteX169" fmla="*/ 475441 w 807149"/>
              <a:gd name="connsiteY169" fmla="*/ 260241 h 807149"/>
              <a:gd name="connsiteX170" fmla="*/ 475414 w 807149"/>
              <a:gd name="connsiteY170" fmla="*/ 260127 h 807149"/>
              <a:gd name="connsiteX171" fmla="*/ 475410 w 807149"/>
              <a:gd name="connsiteY171" fmla="*/ 260127 h 807149"/>
              <a:gd name="connsiteX172" fmla="*/ 475381 w 807149"/>
              <a:gd name="connsiteY172" fmla="*/ 260019 h 807149"/>
              <a:gd name="connsiteX173" fmla="*/ 475378 w 807149"/>
              <a:gd name="connsiteY173" fmla="*/ 260019 h 807149"/>
              <a:gd name="connsiteX174" fmla="*/ 475346 w 807149"/>
              <a:gd name="connsiteY174" fmla="*/ 259913 h 807149"/>
              <a:gd name="connsiteX175" fmla="*/ 475344 w 807149"/>
              <a:gd name="connsiteY175" fmla="*/ 259913 h 807149"/>
              <a:gd name="connsiteX176" fmla="*/ 475308 w 807149"/>
              <a:gd name="connsiteY176" fmla="*/ 259810 h 807149"/>
              <a:gd name="connsiteX177" fmla="*/ 475307 w 807149"/>
              <a:gd name="connsiteY177" fmla="*/ 259810 h 807149"/>
              <a:gd name="connsiteX178" fmla="*/ 475269 w 807149"/>
              <a:gd name="connsiteY178" fmla="*/ 259711 h 807149"/>
              <a:gd name="connsiteX179" fmla="*/ 475268 w 807149"/>
              <a:gd name="connsiteY179" fmla="*/ 259711 h 807149"/>
              <a:gd name="connsiteX180" fmla="*/ 475227 w 807149"/>
              <a:gd name="connsiteY180" fmla="*/ 259613 h 807149"/>
              <a:gd name="connsiteX181" fmla="*/ 475226 w 807149"/>
              <a:gd name="connsiteY181" fmla="*/ 259613 h 807149"/>
              <a:gd name="connsiteX182" fmla="*/ 475183 w 807149"/>
              <a:gd name="connsiteY182" fmla="*/ 259519 h 807149"/>
              <a:gd name="connsiteX183" fmla="*/ 475182 w 807149"/>
              <a:gd name="connsiteY183" fmla="*/ 259519 h 807149"/>
              <a:gd name="connsiteX184" fmla="*/ 475138 w 807149"/>
              <a:gd name="connsiteY184" fmla="*/ 259428 h 807149"/>
              <a:gd name="connsiteX185" fmla="*/ 475136 w 807149"/>
              <a:gd name="connsiteY185" fmla="*/ 259428 h 807149"/>
              <a:gd name="connsiteX186" fmla="*/ 475089 w 807149"/>
              <a:gd name="connsiteY186" fmla="*/ 259339 h 807149"/>
              <a:gd name="connsiteX187" fmla="*/ 475088 w 807149"/>
              <a:gd name="connsiteY187" fmla="*/ 259339 h 807149"/>
              <a:gd name="connsiteX188" fmla="*/ 475039 w 807149"/>
              <a:gd name="connsiteY188" fmla="*/ 259253 h 807149"/>
              <a:gd name="connsiteX189" fmla="*/ 475036 w 807149"/>
              <a:gd name="connsiteY189" fmla="*/ 259253 h 807149"/>
              <a:gd name="connsiteX190" fmla="*/ 474985 w 807149"/>
              <a:gd name="connsiteY190" fmla="*/ 259172 h 807149"/>
              <a:gd name="connsiteX191" fmla="*/ 474982 w 807149"/>
              <a:gd name="connsiteY191" fmla="*/ 259172 h 807149"/>
              <a:gd name="connsiteX192" fmla="*/ 474929 w 807149"/>
              <a:gd name="connsiteY192" fmla="*/ 259093 h 807149"/>
              <a:gd name="connsiteX193" fmla="*/ 474927 w 807149"/>
              <a:gd name="connsiteY193" fmla="*/ 259093 h 807149"/>
              <a:gd name="connsiteX194" fmla="*/ 474870 w 807149"/>
              <a:gd name="connsiteY194" fmla="*/ 259015 h 807149"/>
              <a:gd name="connsiteX195" fmla="*/ 474869 w 807149"/>
              <a:gd name="connsiteY195" fmla="*/ 259015 h 807149"/>
              <a:gd name="connsiteX196" fmla="*/ 474809 w 807149"/>
              <a:gd name="connsiteY196" fmla="*/ 258942 h 807149"/>
              <a:gd name="connsiteX197" fmla="*/ 474807 w 807149"/>
              <a:gd name="connsiteY197" fmla="*/ 258942 h 807149"/>
              <a:gd name="connsiteX198" fmla="*/ 474745 w 807149"/>
              <a:gd name="connsiteY198" fmla="*/ 258869 h 807149"/>
              <a:gd name="connsiteX199" fmla="*/ 474744 w 807149"/>
              <a:gd name="connsiteY199" fmla="*/ 258869 h 807149"/>
              <a:gd name="connsiteX200" fmla="*/ 474681 w 807149"/>
              <a:gd name="connsiteY200" fmla="*/ 258801 h 807149"/>
              <a:gd name="connsiteX201" fmla="*/ 474679 w 807149"/>
              <a:gd name="connsiteY201" fmla="*/ 258801 h 807149"/>
              <a:gd name="connsiteX202" fmla="*/ 474612 w 807149"/>
              <a:gd name="connsiteY202" fmla="*/ 258736 h 807149"/>
              <a:gd name="connsiteX203" fmla="*/ 474609 w 807149"/>
              <a:gd name="connsiteY203" fmla="*/ 258736 h 807149"/>
              <a:gd name="connsiteX204" fmla="*/ 474539 w 807149"/>
              <a:gd name="connsiteY204" fmla="*/ 258671 h 807149"/>
              <a:gd name="connsiteX205" fmla="*/ 474538 w 807149"/>
              <a:gd name="connsiteY205" fmla="*/ 258671 h 807149"/>
              <a:gd name="connsiteX206" fmla="*/ 474465 w 807149"/>
              <a:gd name="connsiteY206" fmla="*/ 258609 h 807149"/>
              <a:gd name="connsiteX207" fmla="*/ 474463 w 807149"/>
              <a:gd name="connsiteY207" fmla="*/ 258609 h 807149"/>
              <a:gd name="connsiteX208" fmla="*/ 474389 w 807149"/>
              <a:gd name="connsiteY208" fmla="*/ 258552 h 807149"/>
              <a:gd name="connsiteX209" fmla="*/ 474387 w 807149"/>
              <a:gd name="connsiteY209" fmla="*/ 258552 h 807149"/>
              <a:gd name="connsiteX210" fmla="*/ 474309 w 807149"/>
              <a:gd name="connsiteY210" fmla="*/ 258497 h 807149"/>
              <a:gd name="connsiteX211" fmla="*/ 474307 w 807149"/>
              <a:gd name="connsiteY211" fmla="*/ 258497 h 807149"/>
              <a:gd name="connsiteX212" fmla="*/ 474228 w 807149"/>
              <a:gd name="connsiteY212" fmla="*/ 258444 h 807149"/>
              <a:gd name="connsiteX213" fmla="*/ 474225 w 807149"/>
              <a:gd name="connsiteY213" fmla="*/ 258444 h 807149"/>
              <a:gd name="connsiteX214" fmla="*/ 474142 w 807149"/>
              <a:gd name="connsiteY214" fmla="*/ 258392 h 807149"/>
              <a:gd name="connsiteX215" fmla="*/ 474139 w 807149"/>
              <a:gd name="connsiteY215" fmla="*/ 258392 h 807149"/>
              <a:gd name="connsiteX216" fmla="*/ 474053 w 807149"/>
              <a:gd name="connsiteY216" fmla="*/ 258342 h 807149"/>
              <a:gd name="connsiteX217" fmla="*/ 474051 w 807149"/>
              <a:gd name="connsiteY217" fmla="*/ 258342 h 807149"/>
              <a:gd name="connsiteX218" fmla="*/ 473964 w 807149"/>
              <a:gd name="connsiteY218" fmla="*/ 258296 h 807149"/>
              <a:gd name="connsiteX219" fmla="*/ 473962 w 807149"/>
              <a:gd name="connsiteY219" fmla="*/ 258296 h 807149"/>
              <a:gd name="connsiteX220" fmla="*/ 473868 w 807149"/>
              <a:gd name="connsiteY220" fmla="*/ 258252 h 807149"/>
              <a:gd name="connsiteX221" fmla="*/ 473866 w 807149"/>
              <a:gd name="connsiteY221" fmla="*/ 258252 h 807149"/>
              <a:gd name="connsiteX222" fmla="*/ 473772 w 807149"/>
              <a:gd name="connsiteY222" fmla="*/ 258210 h 807149"/>
              <a:gd name="connsiteX223" fmla="*/ 473770 w 807149"/>
              <a:gd name="connsiteY223" fmla="*/ 258210 h 807149"/>
              <a:gd name="connsiteX224" fmla="*/ 473673 w 807149"/>
              <a:gd name="connsiteY224" fmla="*/ 258171 h 807149"/>
              <a:gd name="connsiteX225" fmla="*/ 473672 w 807149"/>
              <a:gd name="connsiteY225" fmla="*/ 258171 h 807149"/>
              <a:gd name="connsiteX226" fmla="*/ 473569 w 807149"/>
              <a:gd name="connsiteY226" fmla="*/ 258134 h 807149"/>
              <a:gd name="connsiteX227" fmla="*/ 473568 w 807149"/>
              <a:gd name="connsiteY227" fmla="*/ 258134 h 807149"/>
              <a:gd name="connsiteX228" fmla="*/ 473464 w 807149"/>
              <a:gd name="connsiteY228" fmla="*/ 258098 h 807149"/>
              <a:gd name="connsiteX229" fmla="*/ 473462 w 807149"/>
              <a:gd name="connsiteY229" fmla="*/ 258098 h 807149"/>
              <a:gd name="connsiteX230" fmla="*/ 473355 w 807149"/>
              <a:gd name="connsiteY230" fmla="*/ 258066 h 807149"/>
              <a:gd name="connsiteX231" fmla="*/ 473354 w 807149"/>
              <a:gd name="connsiteY231" fmla="*/ 258066 h 807149"/>
              <a:gd name="connsiteX232" fmla="*/ 473242 w 807149"/>
              <a:gd name="connsiteY232" fmla="*/ 258035 h 807149"/>
              <a:gd name="connsiteX233" fmla="*/ 473240 w 807149"/>
              <a:gd name="connsiteY233" fmla="*/ 258035 h 807149"/>
              <a:gd name="connsiteX234" fmla="*/ 473128 w 807149"/>
              <a:gd name="connsiteY234" fmla="*/ 258007 h 807149"/>
              <a:gd name="connsiteX235" fmla="*/ 473126 w 807149"/>
              <a:gd name="connsiteY235" fmla="*/ 258007 h 807149"/>
              <a:gd name="connsiteX236" fmla="*/ 473010 w 807149"/>
              <a:gd name="connsiteY236" fmla="*/ 257980 h 807149"/>
              <a:gd name="connsiteX237" fmla="*/ 473006 w 807149"/>
              <a:gd name="connsiteY237" fmla="*/ 257980 h 807149"/>
              <a:gd name="connsiteX238" fmla="*/ 472886 w 807149"/>
              <a:gd name="connsiteY238" fmla="*/ 257955 h 807149"/>
              <a:gd name="connsiteX239" fmla="*/ 472885 w 807149"/>
              <a:gd name="connsiteY239" fmla="*/ 257955 h 807149"/>
              <a:gd name="connsiteX240" fmla="*/ 472763 w 807149"/>
              <a:gd name="connsiteY240" fmla="*/ 257934 h 807149"/>
              <a:gd name="connsiteX241" fmla="*/ 472760 w 807149"/>
              <a:gd name="connsiteY241" fmla="*/ 257934 h 807149"/>
              <a:gd name="connsiteX242" fmla="*/ 472635 w 807149"/>
              <a:gd name="connsiteY242" fmla="*/ 257913 h 807149"/>
              <a:gd name="connsiteX243" fmla="*/ 472632 w 807149"/>
              <a:gd name="connsiteY243" fmla="*/ 257913 h 807149"/>
              <a:gd name="connsiteX244" fmla="*/ 472502 w 807149"/>
              <a:gd name="connsiteY244" fmla="*/ 257894 h 807149"/>
              <a:gd name="connsiteX245" fmla="*/ 472500 w 807149"/>
              <a:gd name="connsiteY245" fmla="*/ 257894 h 807149"/>
              <a:gd name="connsiteX246" fmla="*/ 472369 w 807149"/>
              <a:gd name="connsiteY246" fmla="*/ 257879 h 807149"/>
              <a:gd name="connsiteX247" fmla="*/ 472366 w 807149"/>
              <a:gd name="connsiteY247" fmla="*/ 257879 h 807149"/>
              <a:gd name="connsiteX248" fmla="*/ 472231 w 807149"/>
              <a:gd name="connsiteY248" fmla="*/ 257863 h 807149"/>
              <a:gd name="connsiteX249" fmla="*/ 472229 w 807149"/>
              <a:gd name="connsiteY249" fmla="*/ 257863 h 807149"/>
              <a:gd name="connsiteX250" fmla="*/ 472090 w 807149"/>
              <a:gd name="connsiteY250" fmla="*/ 257850 h 807149"/>
              <a:gd name="connsiteX251" fmla="*/ 472087 w 807149"/>
              <a:gd name="connsiteY251" fmla="*/ 257850 h 807149"/>
              <a:gd name="connsiteX252" fmla="*/ 471944 w 807149"/>
              <a:gd name="connsiteY252" fmla="*/ 257840 h 807149"/>
              <a:gd name="connsiteX253" fmla="*/ 471942 w 807149"/>
              <a:gd name="connsiteY253" fmla="*/ 257840 h 807149"/>
              <a:gd name="connsiteX254" fmla="*/ 471795 w 807149"/>
              <a:gd name="connsiteY254" fmla="*/ 257831 h 807149"/>
              <a:gd name="connsiteX255" fmla="*/ 471793 w 807149"/>
              <a:gd name="connsiteY255" fmla="*/ 257831 h 807149"/>
              <a:gd name="connsiteX256" fmla="*/ 471644 w 807149"/>
              <a:gd name="connsiteY256" fmla="*/ 257824 h 807149"/>
              <a:gd name="connsiteX257" fmla="*/ 471642 w 807149"/>
              <a:gd name="connsiteY257" fmla="*/ 257824 h 807149"/>
              <a:gd name="connsiteX258" fmla="*/ 471486 w 807149"/>
              <a:gd name="connsiteY258" fmla="*/ 257818 h 807149"/>
              <a:gd name="connsiteX259" fmla="*/ 471485 w 807149"/>
              <a:gd name="connsiteY259" fmla="*/ 257818 h 807149"/>
              <a:gd name="connsiteX260" fmla="*/ 471328 w 807149"/>
              <a:gd name="connsiteY260" fmla="*/ 257814 h 807149"/>
              <a:gd name="connsiteX261" fmla="*/ 471326 w 807149"/>
              <a:gd name="connsiteY261" fmla="*/ 257814 h 807149"/>
              <a:gd name="connsiteX262" fmla="*/ 471165 w 807149"/>
              <a:gd name="connsiteY262" fmla="*/ 257809 h 807149"/>
              <a:gd name="connsiteX263" fmla="*/ 471164 w 807149"/>
              <a:gd name="connsiteY263" fmla="*/ 257809 h 807149"/>
              <a:gd name="connsiteX264" fmla="*/ 470998 w 807149"/>
              <a:gd name="connsiteY264" fmla="*/ 257809 h 807149"/>
              <a:gd name="connsiteX265" fmla="*/ 470997 w 807149"/>
              <a:gd name="connsiteY265" fmla="*/ 257809 h 807149"/>
              <a:gd name="connsiteX266" fmla="*/ 437846 w 807149"/>
              <a:gd name="connsiteY266" fmla="*/ 257809 h 807149"/>
              <a:gd name="connsiteX267" fmla="*/ 378222 w 807149"/>
              <a:gd name="connsiteY267" fmla="*/ 257809 h 807149"/>
              <a:gd name="connsiteX268" fmla="*/ 335829 w 807149"/>
              <a:gd name="connsiteY268" fmla="*/ 257809 h 807149"/>
              <a:gd name="connsiteX269" fmla="*/ 323111 w 807149"/>
              <a:gd name="connsiteY269" fmla="*/ 257809 h 807149"/>
              <a:gd name="connsiteX270" fmla="*/ 323111 w 807149"/>
              <a:gd name="connsiteY270" fmla="*/ 284307 h 807149"/>
              <a:gd name="connsiteX271" fmla="*/ 323111 w 807149"/>
              <a:gd name="connsiteY271" fmla="*/ 173636 h 807149"/>
              <a:gd name="connsiteX272" fmla="*/ 330044 w 807149"/>
              <a:gd name="connsiteY272" fmla="*/ 205417 h 807149"/>
              <a:gd name="connsiteX273" fmla="*/ 330416 w 807149"/>
              <a:gd name="connsiteY273" fmla="*/ 206210 h 807149"/>
              <a:gd name="connsiteX274" fmla="*/ 330878 w 807149"/>
              <a:gd name="connsiteY274" fmla="*/ 207164 h 807149"/>
              <a:gd name="connsiteX275" fmla="*/ 331342 w 807149"/>
              <a:gd name="connsiteY275" fmla="*/ 208090 h 807149"/>
              <a:gd name="connsiteX276" fmla="*/ 331390 w 807149"/>
              <a:gd name="connsiteY276" fmla="*/ 208186 h 807149"/>
              <a:gd name="connsiteX277" fmla="*/ 332239 w 807149"/>
              <a:gd name="connsiteY277" fmla="*/ 209798 h 807149"/>
              <a:gd name="connsiteX278" fmla="*/ 332417 w 807149"/>
              <a:gd name="connsiteY278" fmla="*/ 210123 h 807149"/>
              <a:gd name="connsiteX279" fmla="*/ 332847 w 807149"/>
              <a:gd name="connsiteY279" fmla="*/ 210898 h 807149"/>
              <a:gd name="connsiteX280" fmla="*/ 333370 w 807149"/>
              <a:gd name="connsiteY280" fmla="*/ 211808 h 807149"/>
              <a:gd name="connsiteX281" fmla="*/ 333381 w 807149"/>
              <a:gd name="connsiteY281" fmla="*/ 211828 h 807149"/>
              <a:gd name="connsiteX282" fmla="*/ 333887 w 807149"/>
              <a:gd name="connsiteY282" fmla="*/ 212679 h 807149"/>
              <a:gd name="connsiteX283" fmla="*/ 333962 w 807149"/>
              <a:gd name="connsiteY283" fmla="*/ 212803 h 807149"/>
              <a:gd name="connsiteX284" fmla="*/ 334950 w 807149"/>
              <a:gd name="connsiteY284" fmla="*/ 214396 h 807149"/>
              <a:gd name="connsiteX285" fmla="*/ 335053 w 807149"/>
              <a:gd name="connsiteY285" fmla="*/ 214558 h 807149"/>
              <a:gd name="connsiteX286" fmla="*/ 338572 w 807149"/>
              <a:gd name="connsiteY286" fmla="*/ 219580 h 807149"/>
              <a:gd name="connsiteX287" fmla="*/ 339203 w 807149"/>
              <a:gd name="connsiteY287" fmla="*/ 220393 h 807149"/>
              <a:gd name="connsiteX288" fmla="*/ 343156 w 807149"/>
              <a:gd name="connsiteY288" fmla="*/ 225029 h 807149"/>
              <a:gd name="connsiteX289" fmla="*/ 343283 w 807149"/>
              <a:gd name="connsiteY289" fmla="*/ 225162 h 807149"/>
              <a:gd name="connsiteX290" fmla="*/ 344585 w 807149"/>
              <a:gd name="connsiteY290" fmla="*/ 226526 h 807149"/>
              <a:gd name="connsiteX291" fmla="*/ 344603 w 807149"/>
              <a:gd name="connsiteY291" fmla="*/ 226544 h 807149"/>
              <a:gd name="connsiteX292" fmla="*/ 346008 w 807149"/>
              <a:gd name="connsiteY292" fmla="*/ 227941 h 807149"/>
              <a:gd name="connsiteX293" fmla="*/ 346032 w 807149"/>
              <a:gd name="connsiteY293" fmla="*/ 227965 h 807149"/>
              <a:gd name="connsiteX294" fmla="*/ 346687 w 807149"/>
              <a:gd name="connsiteY294" fmla="*/ 228590 h 807149"/>
              <a:gd name="connsiteX295" fmla="*/ 346759 w 807149"/>
              <a:gd name="connsiteY295" fmla="*/ 228659 h 807149"/>
              <a:gd name="connsiteX296" fmla="*/ 347500 w 807149"/>
              <a:gd name="connsiteY296" fmla="*/ 229344 h 807149"/>
              <a:gd name="connsiteX297" fmla="*/ 348130 w 807149"/>
              <a:gd name="connsiteY297" fmla="*/ 229912 h 807149"/>
              <a:gd name="connsiteX298" fmla="*/ 348365 w 807149"/>
              <a:gd name="connsiteY298" fmla="*/ 230121 h 807149"/>
              <a:gd name="connsiteX299" fmla="*/ 349672 w 807149"/>
              <a:gd name="connsiteY299" fmla="*/ 231253 h 807149"/>
              <a:gd name="connsiteX300" fmla="*/ 349787 w 807149"/>
              <a:gd name="connsiteY300" fmla="*/ 231350 h 807149"/>
              <a:gd name="connsiteX301" fmla="*/ 350535 w 807149"/>
              <a:gd name="connsiteY301" fmla="*/ 231970 h 807149"/>
              <a:gd name="connsiteX302" fmla="*/ 351311 w 807149"/>
              <a:gd name="connsiteY302" fmla="*/ 232596 h 807149"/>
              <a:gd name="connsiteX303" fmla="*/ 351998 w 807149"/>
              <a:gd name="connsiteY303" fmla="*/ 233135 h 807149"/>
              <a:gd name="connsiteX304" fmla="*/ 352219 w 807149"/>
              <a:gd name="connsiteY304" fmla="*/ 233307 h 807149"/>
              <a:gd name="connsiteX305" fmla="*/ 353533 w 807149"/>
              <a:gd name="connsiteY305" fmla="*/ 234293 h 807149"/>
              <a:gd name="connsiteX306" fmla="*/ 353736 w 807149"/>
              <a:gd name="connsiteY306" fmla="*/ 234442 h 807149"/>
              <a:gd name="connsiteX307" fmla="*/ 354454 w 807149"/>
              <a:gd name="connsiteY307" fmla="*/ 234956 h 807149"/>
              <a:gd name="connsiteX308" fmla="*/ 354492 w 807149"/>
              <a:gd name="connsiteY308" fmla="*/ 234986 h 807149"/>
              <a:gd name="connsiteX309" fmla="*/ 355304 w 807149"/>
              <a:gd name="connsiteY309" fmla="*/ 235552 h 807149"/>
              <a:gd name="connsiteX310" fmla="*/ 355935 w 807149"/>
              <a:gd name="connsiteY310" fmla="*/ 235980 h 807149"/>
              <a:gd name="connsiteX311" fmla="*/ 356394 w 807149"/>
              <a:gd name="connsiteY311" fmla="*/ 236287 h 807149"/>
              <a:gd name="connsiteX312" fmla="*/ 356946 w 807149"/>
              <a:gd name="connsiteY312" fmla="*/ 236648 h 807149"/>
              <a:gd name="connsiteX313" fmla="*/ 357778 w 807149"/>
              <a:gd name="connsiteY313" fmla="*/ 237176 h 807149"/>
              <a:gd name="connsiteX314" fmla="*/ 358614 w 807149"/>
              <a:gd name="connsiteY314" fmla="*/ 237691 h 807149"/>
              <a:gd name="connsiteX315" fmla="*/ 359455 w 807149"/>
              <a:gd name="connsiteY315" fmla="*/ 238194 h 807149"/>
              <a:gd name="connsiteX316" fmla="*/ 360166 w 807149"/>
              <a:gd name="connsiteY316" fmla="*/ 238606 h 807149"/>
              <a:gd name="connsiteX317" fmla="*/ 360563 w 807149"/>
              <a:gd name="connsiteY317" fmla="*/ 238832 h 807149"/>
              <a:gd name="connsiteX318" fmla="*/ 361155 w 807149"/>
              <a:gd name="connsiteY318" fmla="*/ 239163 h 807149"/>
              <a:gd name="connsiteX319" fmla="*/ 362014 w 807149"/>
              <a:gd name="connsiteY319" fmla="*/ 239625 h 807149"/>
              <a:gd name="connsiteX320" fmla="*/ 362054 w 807149"/>
              <a:gd name="connsiteY320" fmla="*/ 239646 h 807149"/>
              <a:gd name="connsiteX321" fmla="*/ 362849 w 807149"/>
              <a:gd name="connsiteY321" fmla="*/ 240063 h 807149"/>
              <a:gd name="connsiteX322" fmla="*/ 362877 w 807149"/>
              <a:gd name="connsiteY322" fmla="*/ 240078 h 807149"/>
              <a:gd name="connsiteX323" fmla="*/ 363744 w 807149"/>
              <a:gd name="connsiteY323" fmla="*/ 240512 h 807149"/>
              <a:gd name="connsiteX324" fmla="*/ 364418 w 807149"/>
              <a:gd name="connsiteY324" fmla="*/ 240840 h 807149"/>
              <a:gd name="connsiteX325" fmla="*/ 364979 w 807149"/>
              <a:gd name="connsiteY325" fmla="*/ 241106 h 807149"/>
              <a:gd name="connsiteX326" fmla="*/ 365921 w 807149"/>
              <a:gd name="connsiteY326" fmla="*/ 241538 h 807149"/>
              <a:gd name="connsiteX327" fmla="*/ 366512 w 807149"/>
              <a:gd name="connsiteY327" fmla="*/ 241802 h 807149"/>
              <a:gd name="connsiteX328" fmla="*/ 367263 w 807149"/>
              <a:gd name="connsiteY328" fmla="*/ 242125 h 807149"/>
              <a:gd name="connsiteX329" fmla="*/ 368153 w 807149"/>
              <a:gd name="connsiteY329" fmla="*/ 242495 h 807149"/>
              <a:gd name="connsiteX330" fmla="*/ 368838 w 807149"/>
              <a:gd name="connsiteY330" fmla="*/ 242766 h 807149"/>
              <a:gd name="connsiteX331" fmla="*/ 369501 w 807149"/>
              <a:gd name="connsiteY331" fmla="*/ 243022 h 807149"/>
              <a:gd name="connsiteX332" fmla="*/ 369944 w 807149"/>
              <a:gd name="connsiteY332" fmla="*/ 243191 h 807149"/>
              <a:gd name="connsiteX333" fmla="*/ 370848 w 807149"/>
              <a:gd name="connsiteY333" fmla="*/ 243515 h 807149"/>
              <a:gd name="connsiteX334" fmla="*/ 370960 w 807149"/>
              <a:gd name="connsiteY334" fmla="*/ 243554 h 807149"/>
              <a:gd name="connsiteX335" fmla="*/ 371750 w 807149"/>
              <a:gd name="connsiteY335" fmla="*/ 243828 h 807149"/>
              <a:gd name="connsiteX336" fmla="*/ 371753 w 807149"/>
              <a:gd name="connsiteY336" fmla="*/ 243828 h 807149"/>
              <a:gd name="connsiteX337" fmla="*/ 372661 w 807149"/>
              <a:gd name="connsiteY337" fmla="*/ 244127 h 807149"/>
              <a:gd name="connsiteX338" fmla="*/ 372717 w 807149"/>
              <a:gd name="connsiteY338" fmla="*/ 244143 h 807149"/>
              <a:gd name="connsiteX339" fmla="*/ 373249 w 807149"/>
              <a:gd name="connsiteY339" fmla="*/ 244310 h 807149"/>
              <a:gd name="connsiteX340" fmla="*/ 374181 w 807149"/>
              <a:gd name="connsiteY340" fmla="*/ 244587 h 807149"/>
              <a:gd name="connsiteX341" fmla="*/ 374467 w 807149"/>
              <a:gd name="connsiteY341" fmla="*/ 244673 h 807149"/>
              <a:gd name="connsiteX342" fmla="*/ 374485 w 807149"/>
              <a:gd name="connsiteY342" fmla="*/ 244676 h 807149"/>
              <a:gd name="connsiteX343" fmla="*/ 375403 w 807149"/>
              <a:gd name="connsiteY343" fmla="*/ 244930 h 807149"/>
              <a:gd name="connsiteX344" fmla="*/ 375563 w 807149"/>
              <a:gd name="connsiteY344" fmla="*/ 244972 h 807149"/>
              <a:gd name="connsiteX345" fmla="*/ 376300 w 807149"/>
              <a:gd name="connsiteY345" fmla="*/ 245163 h 807149"/>
              <a:gd name="connsiteX346" fmla="*/ 376323 w 807149"/>
              <a:gd name="connsiteY346" fmla="*/ 245168 h 807149"/>
              <a:gd name="connsiteX347" fmla="*/ 377246 w 807149"/>
              <a:gd name="connsiteY347" fmla="*/ 245392 h 807149"/>
              <a:gd name="connsiteX348" fmla="*/ 380745 w 807149"/>
              <a:gd name="connsiteY348" fmla="*/ 246101 h 807149"/>
              <a:gd name="connsiteX349" fmla="*/ 380891 w 807149"/>
              <a:gd name="connsiteY349" fmla="*/ 246127 h 807149"/>
              <a:gd name="connsiteX350" fmla="*/ 382046 w 807149"/>
              <a:gd name="connsiteY350" fmla="*/ 246308 h 807149"/>
              <a:gd name="connsiteX351" fmla="*/ 382192 w 807149"/>
              <a:gd name="connsiteY351" fmla="*/ 246329 h 807149"/>
              <a:gd name="connsiteX352" fmla="*/ 382208 w 807149"/>
              <a:gd name="connsiteY352" fmla="*/ 246333 h 807149"/>
              <a:gd name="connsiteX353" fmla="*/ 382336 w 807149"/>
              <a:gd name="connsiteY353" fmla="*/ 246351 h 807149"/>
              <a:gd name="connsiteX354" fmla="*/ 383640 w 807149"/>
              <a:gd name="connsiteY354" fmla="*/ 246521 h 807149"/>
              <a:gd name="connsiteX355" fmla="*/ 383770 w 807149"/>
              <a:gd name="connsiteY355" fmla="*/ 246535 h 807149"/>
              <a:gd name="connsiteX356" fmla="*/ 383786 w 807149"/>
              <a:gd name="connsiteY356" fmla="*/ 246535 h 807149"/>
              <a:gd name="connsiteX357" fmla="*/ 383931 w 807149"/>
              <a:gd name="connsiteY357" fmla="*/ 246553 h 807149"/>
              <a:gd name="connsiteX358" fmla="*/ 385094 w 807149"/>
              <a:gd name="connsiteY358" fmla="*/ 246672 h 807149"/>
              <a:gd name="connsiteX359" fmla="*/ 385240 w 807149"/>
              <a:gd name="connsiteY359" fmla="*/ 246685 h 807149"/>
              <a:gd name="connsiteX360" fmla="*/ 385337 w 807149"/>
              <a:gd name="connsiteY360" fmla="*/ 246694 h 807149"/>
              <a:gd name="connsiteX361" fmla="*/ 385386 w 807149"/>
              <a:gd name="connsiteY361" fmla="*/ 246698 h 807149"/>
              <a:gd name="connsiteX362" fmla="*/ 385530 w 807149"/>
              <a:gd name="connsiteY362" fmla="*/ 246709 h 807149"/>
              <a:gd name="connsiteX363" fmla="*/ 386695 w 807149"/>
              <a:gd name="connsiteY363" fmla="*/ 246793 h 807149"/>
              <a:gd name="connsiteX364" fmla="*/ 386841 w 807149"/>
              <a:gd name="connsiteY364" fmla="*/ 246803 h 807149"/>
              <a:gd name="connsiteX365" fmla="*/ 386907 w 807149"/>
              <a:gd name="connsiteY365" fmla="*/ 246806 h 807149"/>
              <a:gd name="connsiteX366" fmla="*/ 386985 w 807149"/>
              <a:gd name="connsiteY366" fmla="*/ 246811 h 807149"/>
              <a:gd name="connsiteX367" fmla="*/ 388421 w 807149"/>
              <a:gd name="connsiteY367" fmla="*/ 246874 h 807149"/>
              <a:gd name="connsiteX368" fmla="*/ 388443 w 807149"/>
              <a:gd name="connsiteY368" fmla="*/ 246874 h 807149"/>
              <a:gd name="connsiteX369" fmla="*/ 388477 w 807149"/>
              <a:gd name="connsiteY369" fmla="*/ 246876 h 807149"/>
              <a:gd name="connsiteX370" fmla="*/ 388500 w 807149"/>
              <a:gd name="connsiteY370" fmla="*/ 246876 h 807149"/>
              <a:gd name="connsiteX371" fmla="*/ 390048 w 807149"/>
              <a:gd name="connsiteY371" fmla="*/ 246899 h 807149"/>
              <a:gd name="connsiteX372" fmla="*/ 390049 w 807149"/>
              <a:gd name="connsiteY372" fmla="*/ 246899 h 807149"/>
              <a:gd name="connsiteX373" fmla="*/ 390638 w 807149"/>
              <a:gd name="connsiteY373" fmla="*/ 246899 h 807149"/>
              <a:gd name="connsiteX374" fmla="*/ 391156 w 807149"/>
              <a:gd name="connsiteY374" fmla="*/ 246899 h 807149"/>
              <a:gd name="connsiteX375" fmla="*/ 391225 w 807149"/>
              <a:gd name="connsiteY375" fmla="*/ 246899 h 807149"/>
              <a:gd name="connsiteX376" fmla="*/ 391811 w 807149"/>
              <a:gd name="connsiteY376" fmla="*/ 246899 h 807149"/>
              <a:gd name="connsiteX377" fmla="*/ 392252 w 807149"/>
              <a:gd name="connsiteY377" fmla="*/ 246899 h 807149"/>
              <a:gd name="connsiteX378" fmla="*/ 392392 w 807149"/>
              <a:gd name="connsiteY378" fmla="*/ 246899 h 807149"/>
              <a:gd name="connsiteX379" fmla="*/ 392972 w 807149"/>
              <a:gd name="connsiteY379" fmla="*/ 246899 h 807149"/>
              <a:gd name="connsiteX380" fmla="*/ 393339 w 807149"/>
              <a:gd name="connsiteY380" fmla="*/ 246899 h 807149"/>
              <a:gd name="connsiteX381" fmla="*/ 393550 w 807149"/>
              <a:gd name="connsiteY381" fmla="*/ 246899 h 807149"/>
              <a:gd name="connsiteX382" fmla="*/ 394123 w 807149"/>
              <a:gd name="connsiteY382" fmla="*/ 246899 h 807149"/>
              <a:gd name="connsiteX383" fmla="*/ 394418 w 807149"/>
              <a:gd name="connsiteY383" fmla="*/ 246897 h 807149"/>
              <a:gd name="connsiteX384" fmla="*/ 394697 w 807149"/>
              <a:gd name="connsiteY384" fmla="*/ 246897 h 807149"/>
              <a:gd name="connsiteX385" fmla="*/ 395265 w 807149"/>
              <a:gd name="connsiteY385" fmla="*/ 246897 h 807149"/>
              <a:gd name="connsiteX386" fmla="*/ 395488 w 807149"/>
              <a:gd name="connsiteY386" fmla="*/ 246896 h 807149"/>
              <a:gd name="connsiteX387" fmla="*/ 395832 w 807149"/>
              <a:gd name="connsiteY387" fmla="*/ 246896 h 807149"/>
              <a:gd name="connsiteX388" fmla="*/ 396397 w 807149"/>
              <a:gd name="connsiteY388" fmla="*/ 246894 h 807149"/>
              <a:gd name="connsiteX389" fmla="*/ 396551 w 807149"/>
              <a:gd name="connsiteY389" fmla="*/ 246894 h 807149"/>
              <a:gd name="connsiteX390" fmla="*/ 396960 w 807149"/>
              <a:gd name="connsiteY390" fmla="*/ 246891 h 807149"/>
              <a:gd name="connsiteX391" fmla="*/ 397519 w 807149"/>
              <a:gd name="connsiteY391" fmla="*/ 246887 h 807149"/>
              <a:gd name="connsiteX392" fmla="*/ 397602 w 807149"/>
              <a:gd name="connsiteY392" fmla="*/ 246887 h 807149"/>
              <a:gd name="connsiteX393" fmla="*/ 398076 w 807149"/>
              <a:gd name="connsiteY393" fmla="*/ 246886 h 807149"/>
              <a:gd name="connsiteX394" fmla="*/ 398632 w 807149"/>
              <a:gd name="connsiteY394" fmla="*/ 246881 h 807149"/>
              <a:gd name="connsiteX395" fmla="*/ 398647 w 807149"/>
              <a:gd name="connsiteY395" fmla="*/ 246881 h 807149"/>
              <a:gd name="connsiteX396" fmla="*/ 399185 w 807149"/>
              <a:gd name="connsiteY396" fmla="*/ 246876 h 807149"/>
              <a:gd name="connsiteX397" fmla="*/ 399683 w 807149"/>
              <a:gd name="connsiteY397" fmla="*/ 246873 h 807149"/>
              <a:gd name="connsiteX398" fmla="*/ 399737 w 807149"/>
              <a:gd name="connsiteY398" fmla="*/ 246873 h 807149"/>
              <a:gd name="connsiteX399" fmla="*/ 400285 w 807149"/>
              <a:gd name="connsiteY399" fmla="*/ 246865 h 807149"/>
              <a:gd name="connsiteX400" fmla="*/ 400712 w 807149"/>
              <a:gd name="connsiteY400" fmla="*/ 246860 h 807149"/>
              <a:gd name="connsiteX401" fmla="*/ 400830 w 807149"/>
              <a:gd name="connsiteY401" fmla="*/ 246858 h 807149"/>
              <a:gd name="connsiteX402" fmla="*/ 401375 w 807149"/>
              <a:gd name="connsiteY402" fmla="*/ 246852 h 807149"/>
              <a:gd name="connsiteX403" fmla="*/ 401730 w 807149"/>
              <a:gd name="connsiteY403" fmla="*/ 246845 h 807149"/>
              <a:gd name="connsiteX404" fmla="*/ 401917 w 807149"/>
              <a:gd name="connsiteY404" fmla="*/ 246842 h 807149"/>
              <a:gd name="connsiteX405" fmla="*/ 402456 w 807149"/>
              <a:gd name="connsiteY405" fmla="*/ 246834 h 807149"/>
              <a:gd name="connsiteX406" fmla="*/ 402744 w 807149"/>
              <a:gd name="connsiteY406" fmla="*/ 246827 h 807149"/>
              <a:gd name="connsiteX407" fmla="*/ 402994 w 807149"/>
              <a:gd name="connsiteY407" fmla="*/ 246823 h 807149"/>
              <a:gd name="connsiteX408" fmla="*/ 403529 w 807149"/>
              <a:gd name="connsiteY408" fmla="*/ 246811 h 807149"/>
              <a:gd name="connsiteX409" fmla="*/ 403750 w 807149"/>
              <a:gd name="connsiteY409" fmla="*/ 246806 h 807149"/>
              <a:gd name="connsiteX410" fmla="*/ 404063 w 807149"/>
              <a:gd name="connsiteY410" fmla="*/ 246798 h 807149"/>
              <a:gd name="connsiteX411" fmla="*/ 404594 w 807149"/>
              <a:gd name="connsiteY411" fmla="*/ 246784 h 807149"/>
              <a:gd name="connsiteX412" fmla="*/ 404749 w 807149"/>
              <a:gd name="connsiteY412" fmla="*/ 246780 h 807149"/>
              <a:gd name="connsiteX413" fmla="*/ 405124 w 807149"/>
              <a:gd name="connsiteY413" fmla="*/ 246771 h 807149"/>
              <a:gd name="connsiteX414" fmla="*/ 405651 w 807149"/>
              <a:gd name="connsiteY414" fmla="*/ 246753 h 807149"/>
              <a:gd name="connsiteX415" fmla="*/ 405742 w 807149"/>
              <a:gd name="connsiteY415" fmla="*/ 246751 h 807149"/>
              <a:gd name="connsiteX416" fmla="*/ 406178 w 807149"/>
              <a:gd name="connsiteY416" fmla="*/ 246737 h 807149"/>
              <a:gd name="connsiteX417" fmla="*/ 406702 w 807149"/>
              <a:gd name="connsiteY417" fmla="*/ 246717 h 807149"/>
              <a:gd name="connsiteX418" fmla="*/ 406727 w 807149"/>
              <a:gd name="connsiteY418" fmla="*/ 246717 h 807149"/>
              <a:gd name="connsiteX419" fmla="*/ 407225 w 807149"/>
              <a:gd name="connsiteY419" fmla="*/ 246698 h 807149"/>
              <a:gd name="connsiteX420" fmla="*/ 407703 w 807149"/>
              <a:gd name="connsiteY420" fmla="*/ 246677 h 807149"/>
              <a:gd name="connsiteX421" fmla="*/ 407744 w 807149"/>
              <a:gd name="connsiteY421" fmla="*/ 246675 h 807149"/>
              <a:gd name="connsiteX422" fmla="*/ 408263 w 807149"/>
              <a:gd name="connsiteY422" fmla="*/ 246652 h 807149"/>
              <a:gd name="connsiteX423" fmla="*/ 408678 w 807149"/>
              <a:gd name="connsiteY423" fmla="*/ 246633 h 807149"/>
              <a:gd name="connsiteX424" fmla="*/ 408779 w 807149"/>
              <a:gd name="connsiteY424" fmla="*/ 246628 h 807149"/>
              <a:gd name="connsiteX425" fmla="*/ 409293 w 807149"/>
              <a:gd name="connsiteY425" fmla="*/ 246602 h 807149"/>
              <a:gd name="connsiteX426" fmla="*/ 409643 w 807149"/>
              <a:gd name="connsiteY426" fmla="*/ 246584 h 807149"/>
              <a:gd name="connsiteX427" fmla="*/ 409806 w 807149"/>
              <a:gd name="connsiteY427" fmla="*/ 246574 h 807149"/>
              <a:gd name="connsiteX428" fmla="*/ 410318 w 807149"/>
              <a:gd name="connsiteY428" fmla="*/ 246545 h 807149"/>
              <a:gd name="connsiteX429" fmla="*/ 410604 w 807149"/>
              <a:gd name="connsiteY429" fmla="*/ 246527 h 807149"/>
              <a:gd name="connsiteX430" fmla="*/ 410828 w 807149"/>
              <a:gd name="connsiteY430" fmla="*/ 246514 h 807149"/>
              <a:gd name="connsiteX431" fmla="*/ 411335 w 807149"/>
              <a:gd name="connsiteY431" fmla="*/ 246480 h 807149"/>
              <a:gd name="connsiteX432" fmla="*/ 411556 w 807149"/>
              <a:gd name="connsiteY432" fmla="*/ 246467 h 807149"/>
              <a:gd name="connsiteX433" fmla="*/ 411843 w 807149"/>
              <a:gd name="connsiteY433" fmla="*/ 246446 h 807149"/>
              <a:gd name="connsiteX434" fmla="*/ 412347 w 807149"/>
              <a:gd name="connsiteY434" fmla="*/ 246409 h 807149"/>
              <a:gd name="connsiteX435" fmla="*/ 412505 w 807149"/>
              <a:gd name="connsiteY435" fmla="*/ 246398 h 807149"/>
              <a:gd name="connsiteX436" fmla="*/ 412850 w 807149"/>
              <a:gd name="connsiteY436" fmla="*/ 246372 h 807149"/>
              <a:gd name="connsiteX437" fmla="*/ 413352 w 807149"/>
              <a:gd name="connsiteY437" fmla="*/ 246331 h 807149"/>
              <a:gd name="connsiteX438" fmla="*/ 413447 w 807149"/>
              <a:gd name="connsiteY438" fmla="*/ 246323 h 807149"/>
              <a:gd name="connsiteX439" fmla="*/ 413853 w 807149"/>
              <a:gd name="connsiteY439" fmla="*/ 246287 h 807149"/>
              <a:gd name="connsiteX440" fmla="*/ 414352 w 807149"/>
              <a:gd name="connsiteY440" fmla="*/ 246243 h 807149"/>
              <a:gd name="connsiteX441" fmla="*/ 414387 w 807149"/>
              <a:gd name="connsiteY441" fmla="*/ 246240 h 807149"/>
              <a:gd name="connsiteX442" fmla="*/ 414849 w 807149"/>
              <a:gd name="connsiteY442" fmla="*/ 246196 h 807149"/>
              <a:gd name="connsiteX443" fmla="*/ 415318 w 807149"/>
              <a:gd name="connsiteY443" fmla="*/ 246151 h 807149"/>
              <a:gd name="connsiteX444" fmla="*/ 415345 w 807149"/>
              <a:gd name="connsiteY444" fmla="*/ 246148 h 807149"/>
              <a:gd name="connsiteX445" fmla="*/ 415840 w 807149"/>
              <a:gd name="connsiteY445" fmla="*/ 246096 h 807149"/>
              <a:gd name="connsiteX446" fmla="*/ 416332 w 807149"/>
              <a:gd name="connsiteY446" fmla="*/ 246042 h 807149"/>
              <a:gd name="connsiteX447" fmla="*/ 416825 w 807149"/>
              <a:gd name="connsiteY447" fmla="*/ 245987 h 807149"/>
              <a:gd name="connsiteX448" fmla="*/ 417169 w 807149"/>
              <a:gd name="connsiteY448" fmla="*/ 245947 h 807149"/>
              <a:gd name="connsiteX449" fmla="*/ 417315 w 807149"/>
              <a:gd name="connsiteY449" fmla="*/ 245929 h 807149"/>
              <a:gd name="connsiteX450" fmla="*/ 417804 w 807149"/>
              <a:gd name="connsiteY450" fmla="*/ 245869 h 807149"/>
              <a:gd name="connsiteX451" fmla="*/ 418291 w 807149"/>
              <a:gd name="connsiteY451" fmla="*/ 245805 h 807149"/>
              <a:gd name="connsiteX452" fmla="*/ 418779 w 807149"/>
              <a:gd name="connsiteY452" fmla="*/ 245741 h 807149"/>
              <a:gd name="connsiteX453" fmla="*/ 419002 w 807149"/>
              <a:gd name="connsiteY453" fmla="*/ 245710 h 807149"/>
              <a:gd name="connsiteX454" fmla="*/ 419263 w 807149"/>
              <a:gd name="connsiteY454" fmla="*/ 245671 h 807149"/>
              <a:gd name="connsiteX455" fmla="*/ 419749 w 807149"/>
              <a:gd name="connsiteY455" fmla="*/ 245603 h 807149"/>
              <a:gd name="connsiteX456" fmla="*/ 419910 w 807149"/>
              <a:gd name="connsiteY456" fmla="*/ 245577 h 807149"/>
              <a:gd name="connsiteX457" fmla="*/ 420231 w 807149"/>
              <a:gd name="connsiteY457" fmla="*/ 245528 h 807149"/>
              <a:gd name="connsiteX458" fmla="*/ 420715 w 807149"/>
              <a:gd name="connsiteY458" fmla="*/ 245453 h 807149"/>
              <a:gd name="connsiteX459" fmla="*/ 420817 w 807149"/>
              <a:gd name="connsiteY459" fmla="*/ 245436 h 807149"/>
              <a:gd name="connsiteX460" fmla="*/ 421195 w 807149"/>
              <a:gd name="connsiteY460" fmla="*/ 245372 h 807149"/>
              <a:gd name="connsiteX461" fmla="*/ 421675 w 807149"/>
              <a:gd name="connsiteY461" fmla="*/ 245293 h 807149"/>
              <a:gd name="connsiteX462" fmla="*/ 421719 w 807149"/>
              <a:gd name="connsiteY462" fmla="*/ 245285 h 807149"/>
              <a:gd name="connsiteX463" fmla="*/ 422155 w 807149"/>
              <a:gd name="connsiteY463" fmla="*/ 245209 h 807149"/>
              <a:gd name="connsiteX464" fmla="*/ 422616 w 807149"/>
              <a:gd name="connsiteY464" fmla="*/ 245124 h 807149"/>
              <a:gd name="connsiteX465" fmla="*/ 422634 w 807149"/>
              <a:gd name="connsiteY465" fmla="*/ 245121 h 807149"/>
              <a:gd name="connsiteX466" fmla="*/ 423109 w 807149"/>
              <a:gd name="connsiteY466" fmla="*/ 245030 h 807149"/>
              <a:gd name="connsiteX467" fmla="*/ 423511 w 807149"/>
              <a:gd name="connsiteY467" fmla="*/ 244952 h 807149"/>
              <a:gd name="connsiteX468" fmla="*/ 423586 w 807149"/>
              <a:gd name="connsiteY468" fmla="*/ 244936 h 807149"/>
              <a:gd name="connsiteX469" fmla="*/ 449693 w 807149"/>
              <a:gd name="connsiteY469" fmla="*/ 233359 h 807149"/>
              <a:gd name="connsiteX470" fmla="*/ 459479 w 807149"/>
              <a:gd name="connsiteY470" fmla="*/ 223901 h 807149"/>
              <a:gd name="connsiteX471" fmla="*/ 459479 w 807149"/>
              <a:gd name="connsiteY471" fmla="*/ 223898 h 807149"/>
              <a:gd name="connsiteX472" fmla="*/ 459766 w 807149"/>
              <a:gd name="connsiteY472" fmla="*/ 223546 h 807149"/>
              <a:gd name="connsiteX473" fmla="*/ 459775 w 807149"/>
              <a:gd name="connsiteY473" fmla="*/ 223535 h 807149"/>
              <a:gd name="connsiteX474" fmla="*/ 462341 w 807149"/>
              <a:gd name="connsiteY474" fmla="*/ 220101 h 807149"/>
              <a:gd name="connsiteX475" fmla="*/ 462615 w 807149"/>
              <a:gd name="connsiteY475" fmla="*/ 219703 h 807149"/>
              <a:gd name="connsiteX476" fmla="*/ 462884 w 807149"/>
              <a:gd name="connsiteY476" fmla="*/ 219301 h 807149"/>
              <a:gd name="connsiteX477" fmla="*/ 463149 w 807149"/>
              <a:gd name="connsiteY477" fmla="*/ 218908 h 807149"/>
              <a:gd name="connsiteX478" fmla="*/ 463153 w 807149"/>
              <a:gd name="connsiteY478" fmla="*/ 218897 h 807149"/>
              <a:gd name="connsiteX479" fmla="*/ 463682 w 807149"/>
              <a:gd name="connsiteY479" fmla="*/ 218081 h 807149"/>
              <a:gd name="connsiteX480" fmla="*/ 463935 w 807149"/>
              <a:gd name="connsiteY480" fmla="*/ 217677 h 807149"/>
              <a:gd name="connsiteX481" fmla="*/ 463940 w 807149"/>
              <a:gd name="connsiteY481" fmla="*/ 217668 h 807149"/>
              <a:gd name="connsiteX482" fmla="*/ 468857 w 807149"/>
              <a:gd name="connsiteY482" fmla="*/ 207492 h 807149"/>
              <a:gd name="connsiteX483" fmla="*/ 469016 w 807149"/>
              <a:gd name="connsiteY483" fmla="*/ 207031 h 807149"/>
              <a:gd name="connsiteX484" fmla="*/ 469016 w 807149"/>
              <a:gd name="connsiteY484" fmla="*/ 207025 h 807149"/>
              <a:gd name="connsiteX485" fmla="*/ 469318 w 807149"/>
              <a:gd name="connsiteY485" fmla="*/ 206087 h 807149"/>
              <a:gd name="connsiteX486" fmla="*/ 469459 w 807149"/>
              <a:gd name="connsiteY486" fmla="*/ 205621 h 807149"/>
              <a:gd name="connsiteX487" fmla="*/ 469459 w 807149"/>
              <a:gd name="connsiteY487" fmla="*/ 205615 h 807149"/>
              <a:gd name="connsiteX488" fmla="*/ 469597 w 807149"/>
              <a:gd name="connsiteY488" fmla="*/ 205143 h 807149"/>
              <a:gd name="connsiteX489" fmla="*/ 469960 w 807149"/>
              <a:gd name="connsiteY489" fmla="*/ 203761 h 807149"/>
              <a:gd name="connsiteX490" fmla="*/ 469971 w 807149"/>
              <a:gd name="connsiteY490" fmla="*/ 203715 h 807149"/>
              <a:gd name="connsiteX491" fmla="*/ 470030 w 807149"/>
              <a:gd name="connsiteY491" fmla="*/ 203480 h 807149"/>
              <a:gd name="connsiteX492" fmla="*/ 470085 w 807149"/>
              <a:gd name="connsiteY492" fmla="*/ 203238 h 807149"/>
              <a:gd name="connsiteX493" fmla="*/ 470192 w 807149"/>
              <a:gd name="connsiteY493" fmla="*/ 202762 h 807149"/>
              <a:gd name="connsiteX494" fmla="*/ 470192 w 807149"/>
              <a:gd name="connsiteY494" fmla="*/ 202758 h 807149"/>
              <a:gd name="connsiteX495" fmla="*/ 470291 w 807149"/>
              <a:gd name="connsiteY495" fmla="*/ 202278 h 807149"/>
              <a:gd name="connsiteX496" fmla="*/ 470387 w 807149"/>
              <a:gd name="connsiteY496" fmla="*/ 201800 h 807149"/>
              <a:gd name="connsiteX497" fmla="*/ 470388 w 807149"/>
              <a:gd name="connsiteY497" fmla="*/ 201788 h 807149"/>
              <a:gd name="connsiteX498" fmla="*/ 470531 w 807149"/>
              <a:gd name="connsiteY498" fmla="*/ 200987 h 807149"/>
              <a:gd name="connsiteX499" fmla="*/ 470557 w 807149"/>
              <a:gd name="connsiteY499" fmla="*/ 200830 h 807149"/>
              <a:gd name="connsiteX500" fmla="*/ 470596 w 807149"/>
              <a:gd name="connsiteY500" fmla="*/ 200589 h 807149"/>
              <a:gd name="connsiteX501" fmla="*/ 470632 w 807149"/>
              <a:gd name="connsiteY501" fmla="*/ 200345 h 807149"/>
              <a:gd name="connsiteX502" fmla="*/ 470649 w 807149"/>
              <a:gd name="connsiteY502" fmla="*/ 200215 h 807149"/>
              <a:gd name="connsiteX503" fmla="*/ 470745 w 807149"/>
              <a:gd name="connsiteY503" fmla="*/ 199512 h 807149"/>
              <a:gd name="connsiteX504" fmla="*/ 470770 w 807149"/>
              <a:gd name="connsiteY504" fmla="*/ 199300 h 807149"/>
              <a:gd name="connsiteX505" fmla="*/ 470932 w 807149"/>
              <a:gd name="connsiteY505" fmla="*/ 197512 h 807149"/>
              <a:gd name="connsiteX506" fmla="*/ 470938 w 807149"/>
              <a:gd name="connsiteY506" fmla="*/ 197420 h 807149"/>
              <a:gd name="connsiteX507" fmla="*/ 470963 w 807149"/>
              <a:gd name="connsiteY507" fmla="*/ 196930 h 807149"/>
              <a:gd name="connsiteX508" fmla="*/ 470964 w 807149"/>
              <a:gd name="connsiteY508" fmla="*/ 196930 h 807149"/>
              <a:gd name="connsiteX509" fmla="*/ 470982 w 807149"/>
              <a:gd name="connsiteY509" fmla="*/ 196440 h 807149"/>
              <a:gd name="connsiteX510" fmla="*/ 470993 w 807149"/>
              <a:gd name="connsiteY510" fmla="*/ 195948 h 807149"/>
              <a:gd name="connsiteX511" fmla="*/ 470997 w 807149"/>
              <a:gd name="connsiteY511" fmla="*/ 195457 h 807149"/>
              <a:gd name="connsiteX512" fmla="*/ 470912 w 807149"/>
              <a:gd name="connsiteY512" fmla="*/ 195454 h 807149"/>
              <a:gd name="connsiteX513" fmla="*/ 465605 w 807149"/>
              <a:gd name="connsiteY513" fmla="*/ 195176 h 807149"/>
              <a:gd name="connsiteX514" fmla="*/ 464532 w 807149"/>
              <a:gd name="connsiteY514" fmla="*/ 195120 h 807149"/>
              <a:gd name="connsiteX515" fmla="*/ 423925 w 807149"/>
              <a:gd name="connsiteY515" fmla="*/ 210671 h 807149"/>
              <a:gd name="connsiteX516" fmla="*/ 371085 w 807149"/>
              <a:gd name="connsiteY516" fmla="*/ 173423 h 807149"/>
              <a:gd name="connsiteX517" fmla="*/ 402504 w 807149"/>
              <a:gd name="connsiteY517" fmla="*/ 131550 h 807149"/>
              <a:gd name="connsiteX518" fmla="*/ 428968 w 807149"/>
              <a:gd name="connsiteY518" fmla="*/ 161166 h 807149"/>
              <a:gd name="connsiteX519" fmla="*/ 470998 w 807149"/>
              <a:gd name="connsiteY519" fmla="*/ 159607 h 807149"/>
              <a:gd name="connsiteX520" fmla="*/ 449477 w 807149"/>
              <a:gd name="connsiteY520" fmla="*/ 117246 h 807149"/>
              <a:gd name="connsiteX521" fmla="*/ 369320 w 807149"/>
              <a:gd name="connsiteY521" fmla="*/ 109231 h 807149"/>
              <a:gd name="connsiteX522" fmla="*/ 356816 w 807149"/>
              <a:gd name="connsiteY522" fmla="*/ 115416 h 807149"/>
              <a:gd name="connsiteX523" fmla="*/ 323111 w 807149"/>
              <a:gd name="connsiteY523" fmla="*/ 173636 h 807149"/>
              <a:gd name="connsiteX524" fmla="*/ 121516 w 807149"/>
              <a:gd name="connsiteY524" fmla="*/ 345057 h 807149"/>
              <a:gd name="connsiteX525" fmla="*/ 119305 w 807149"/>
              <a:gd name="connsiteY525" fmla="*/ 347453 h 807149"/>
              <a:gd name="connsiteX526" fmla="*/ 117535 w 807149"/>
              <a:gd name="connsiteY526" fmla="*/ 357303 h 807149"/>
              <a:gd name="connsiteX527" fmla="*/ 121328 w 807149"/>
              <a:gd name="connsiteY527" fmla="*/ 363741 h 807149"/>
              <a:gd name="connsiteX528" fmla="*/ 125433 w 807149"/>
              <a:gd name="connsiteY528" fmla="*/ 364439 h 807149"/>
              <a:gd name="connsiteX529" fmla="*/ 131998 w 807149"/>
              <a:gd name="connsiteY529" fmla="*/ 360524 h 807149"/>
              <a:gd name="connsiteX530" fmla="*/ 138878 w 807149"/>
              <a:gd name="connsiteY530" fmla="*/ 349040 h 807149"/>
              <a:gd name="connsiteX531" fmla="*/ 138373 w 807149"/>
              <a:gd name="connsiteY531" fmla="*/ 342282 h 807149"/>
              <a:gd name="connsiteX532" fmla="*/ 144054 w 807149"/>
              <a:gd name="connsiteY532" fmla="*/ 345944 h 807149"/>
              <a:gd name="connsiteX533" fmla="*/ 157437 w 807149"/>
              <a:gd name="connsiteY533" fmla="*/ 345498 h 807149"/>
              <a:gd name="connsiteX534" fmla="*/ 164005 w 807149"/>
              <a:gd name="connsiteY534" fmla="*/ 341594 h 807149"/>
              <a:gd name="connsiteX535" fmla="*/ 165395 w 807149"/>
              <a:gd name="connsiteY535" fmla="*/ 337680 h 807149"/>
              <a:gd name="connsiteX536" fmla="*/ 161603 w 807149"/>
              <a:gd name="connsiteY536" fmla="*/ 331235 h 807149"/>
              <a:gd name="connsiteX537" fmla="*/ 152136 w 807149"/>
              <a:gd name="connsiteY537" fmla="*/ 328026 h 807149"/>
              <a:gd name="connsiteX538" fmla="*/ 148914 w 807149"/>
              <a:gd name="connsiteY538" fmla="*/ 328777 h 807149"/>
              <a:gd name="connsiteX539" fmla="*/ 148914 w 807149"/>
              <a:gd name="connsiteY539" fmla="*/ 328769 h 807149"/>
              <a:gd name="connsiteX540" fmla="*/ 154533 w 807149"/>
              <a:gd name="connsiteY540" fmla="*/ 313049 h 807149"/>
              <a:gd name="connsiteX541" fmla="*/ 150494 w 807149"/>
              <a:gd name="connsiteY541" fmla="*/ 306168 h 807149"/>
              <a:gd name="connsiteX542" fmla="*/ 146453 w 807149"/>
              <a:gd name="connsiteY542" fmla="*/ 299288 h 807149"/>
              <a:gd name="connsiteX543" fmla="*/ 141970 w 807149"/>
              <a:gd name="connsiteY543" fmla="*/ 298847 h 807149"/>
              <a:gd name="connsiteX544" fmla="*/ 132444 w 807149"/>
              <a:gd name="connsiteY544" fmla="*/ 332180 h 807149"/>
              <a:gd name="connsiteX545" fmla="*/ 98608 w 807149"/>
              <a:gd name="connsiteY545" fmla="*/ 324415 h 807149"/>
              <a:gd name="connsiteX546" fmla="*/ 96835 w 807149"/>
              <a:gd name="connsiteY546" fmla="*/ 328579 h 807149"/>
              <a:gd name="connsiteX547" fmla="*/ 100875 w 807149"/>
              <a:gd name="connsiteY547" fmla="*/ 335462 h 807149"/>
              <a:gd name="connsiteX548" fmla="*/ 104911 w 807149"/>
              <a:gd name="connsiteY548" fmla="*/ 342343 h 807149"/>
              <a:gd name="connsiteX549" fmla="*/ 121324 w 807149"/>
              <a:gd name="connsiteY549" fmla="*/ 344996 h 807149"/>
              <a:gd name="connsiteX550" fmla="*/ 121516 w 807149"/>
              <a:gd name="connsiteY550" fmla="*/ 345057 h 807149"/>
              <a:gd name="connsiteX551" fmla="*/ 246887 w 807149"/>
              <a:gd name="connsiteY551" fmla="*/ 384954 h 807149"/>
              <a:gd name="connsiteX552" fmla="*/ 226877 w 807149"/>
              <a:gd name="connsiteY552" fmla="*/ 381098 h 807149"/>
              <a:gd name="connsiteX553" fmla="*/ 220691 w 807149"/>
              <a:gd name="connsiteY553" fmla="*/ 383497 h 807149"/>
              <a:gd name="connsiteX554" fmla="*/ 220816 w 807149"/>
              <a:gd name="connsiteY554" fmla="*/ 383497 h 807149"/>
              <a:gd name="connsiteX555" fmla="*/ 227762 w 807149"/>
              <a:gd name="connsiteY555" fmla="*/ 350295 h 807149"/>
              <a:gd name="connsiteX556" fmla="*/ 217723 w 807149"/>
              <a:gd name="connsiteY556" fmla="*/ 337610 h 807149"/>
              <a:gd name="connsiteX557" fmla="*/ 207620 w 807149"/>
              <a:gd name="connsiteY557" fmla="*/ 324918 h 807149"/>
              <a:gd name="connsiteX558" fmla="*/ 198406 w 807149"/>
              <a:gd name="connsiteY558" fmla="*/ 325301 h 807149"/>
              <a:gd name="connsiteX559" fmla="*/ 188558 w 807149"/>
              <a:gd name="connsiteY559" fmla="*/ 395057 h 807149"/>
              <a:gd name="connsiteX560" fmla="*/ 118354 w 807149"/>
              <a:gd name="connsiteY560" fmla="*/ 388802 h 807149"/>
              <a:gd name="connsiteX561" fmla="*/ 115897 w 807149"/>
              <a:gd name="connsiteY561" fmla="*/ 397709 h 807149"/>
              <a:gd name="connsiteX562" fmla="*/ 125996 w 807149"/>
              <a:gd name="connsiteY562" fmla="*/ 410393 h 807149"/>
              <a:gd name="connsiteX563" fmla="*/ 136036 w 807149"/>
              <a:gd name="connsiteY563" fmla="*/ 423088 h 807149"/>
              <a:gd name="connsiteX564" fmla="*/ 169872 w 807149"/>
              <a:gd name="connsiteY564" fmla="*/ 423842 h 807149"/>
              <a:gd name="connsiteX565" fmla="*/ 170000 w 807149"/>
              <a:gd name="connsiteY565" fmla="*/ 423842 h 807149"/>
              <a:gd name="connsiteX566" fmla="*/ 166208 w 807149"/>
              <a:gd name="connsiteY566" fmla="*/ 429267 h 807149"/>
              <a:gd name="connsiteX567" fmla="*/ 165449 w 807149"/>
              <a:gd name="connsiteY567" fmla="*/ 449597 h 807149"/>
              <a:gd name="connsiteX568" fmla="*/ 174925 w 807149"/>
              <a:gd name="connsiteY568" fmla="*/ 461531 h 807149"/>
              <a:gd name="connsiteX569" fmla="*/ 183377 w 807149"/>
              <a:gd name="connsiteY569" fmla="*/ 461719 h 807149"/>
              <a:gd name="connsiteX570" fmla="*/ 195558 w 807149"/>
              <a:gd name="connsiteY570" fmla="*/ 452061 h 807149"/>
              <a:gd name="connsiteX571" fmla="*/ 206166 w 807149"/>
              <a:gd name="connsiteY571" fmla="*/ 426999 h 807149"/>
              <a:gd name="connsiteX572" fmla="*/ 203329 w 807149"/>
              <a:gd name="connsiteY572" fmla="*/ 413553 h 807149"/>
              <a:gd name="connsiteX573" fmla="*/ 215757 w 807149"/>
              <a:gd name="connsiteY573" fmla="*/ 419360 h 807149"/>
              <a:gd name="connsiteX574" fmla="*/ 242592 w 807149"/>
              <a:gd name="connsiteY574" fmla="*/ 414753 h 807149"/>
              <a:gd name="connsiteX575" fmla="*/ 254771 w 807149"/>
              <a:gd name="connsiteY575" fmla="*/ 405095 h 807149"/>
              <a:gd name="connsiteX576" fmla="*/ 256478 w 807149"/>
              <a:gd name="connsiteY576" fmla="*/ 396760 h 807149"/>
              <a:gd name="connsiteX577" fmla="*/ 247007 w 807149"/>
              <a:gd name="connsiteY577" fmla="*/ 384826 h 807149"/>
              <a:gd name="connsiteX578" fmla="*/ 246887 w 807149"/>
              <a:gd name="connsiteY578" fmla="*/ 384954 h 807149"/>
              <a:gd name="connsiteX579" fmla="*/ 200492 w 807149"/>
              <a:gd name="connsiteY579" fmla="*/ 215703 h 807149"/>
              <a:gd name="connsiteX580" fmla="*/ 208827 w 807149"/>
              <a:gd name="connsiteY580" fmla="*/ 223030 h 807149"/>
              <a:gd name="connsiteX581" fmla="*/ 231673 w 807149"/>
              <a:gd name="connsiteY581" fmla="*/ 219368 h 807149"/>
              <a:gd name="connsiteX582" fmla="*/ 229779 w 807149"/>
              <a:gd name="connsiteY582" fmla="*/ 223475 h 807149"/>
              <a:gd name="connsiteX583" fmla="*/ 231738 w 807149"/>
              <a:gd name="connsiteY583" fmla="*/ 237294 h 807149"/>
              <a:gd name="connsiteX584" fmla="*/ 239568 w 807149"/>
              <a:gd name="connsiteY584" fmla="*/ 244175 h 807149"/>
              <a:gd name="connsiteX585" fmla="*/ 245309 w 807149"/>
              <a:gd name="connsiteY585" fmla="*/ 243294 h 807149"/>
              <a:gd name="connsiteX586" fmla="*/ 252317 w 807149"/>
              <a:gd name="connsiteY586" fmla="*/ 235276 h 807149"/>
              <a:gd name="connsiteX587" fmla="*/ 256356 w 807149"/>
              <a:gd name="connsiteY587" fmla="*/ 217100 h 807149"/>
              <a:gd name="connsiteX588" fmla="*/ 252760 w 807149"/>
              <a:gd name="connsiteY588" fmla="*/ 208384 h 807149"/>
              <a:gd name="connsiteX589" fmla="*/ 261855 w 807149"/>
              <a:gd name="connsiteY589" fmla="*/ 210788 h 807149"/>
              <a:gd name="connsiteX590" fmla="*/ 279335 w 807149"/>
              <a:gd name="connsiteY590" fmla="*/ 204406 h 807149"/>
              <a:gd name="connsiteX591" fmla="*/ 286342 w 807149"/>
              <a:gd name="connsiteY591" fmla="*/ 196391 h 807149"/>
              <a:gd name="connsiteX592" fmla="*/ 286470 w 807149"/>
              <a:gd name="connsiteY592" fmla="*/ 190589 h 807149"/>
              <a:gd name="connsiteX593" fmla="*/ 278641 w 807149"/>
              <a:gd name="connsiteY593" fmla="*/ 183708 h 807149"/>
              <a:gd name="connsiteX594" fmla="*/ 264691 w 807149"/>
              <a:gd name="connsiteY594" fmla="*/ 183578 h 807149"/>
              <a:gd name="connsiteX595" fmla="*/ 260781 w 807149"/>
              <a:gd name="connsiteY595" fmla="*/ 185975 h 807149"/>
              <a:gd name="connsiteX596" fmla="*/ 260776 w 807149"/>
              <a:gd name="connsiteY596" fmla="*/ 185975 h 807149"/>
              <a:gd name="connsiteX597" fmla="*/ 261407 w 807149"/>
              <a:gd name="connsiteY597" fmla="*/ 162746 h 807149"/>
              <a:gd name="connsiteX598" fmla="*/ 253073 w 807149"/>
              <a:gd name="connsiteY598" fmla="*/ 155421 h 807149"/>
              <a:gd name="connsiteX599" fmla="*/ 244738 w 807149"/>
              <a:gd name="connsiteY599" fmla="*/ 148096 h 807149"/>
              <a:gd name="connsiteX600" fmla="*/ 238618 w 807149"/>
              <a:gd name="connsiteY600" fmla="*/ 149490 h 807149"/>
              <a:gd name="connsiteX601" fmla="*/ 240511 w 807149"/>
              <a:gd name="connsiteY601" fmla="*/ 197718 h 807149"/>
              <a:gd name="connsiteX602" fmla="*/ 192471 w 807149"/>
              <a:gd name="connsiteY602" fmla="*/ 202075 h 807149"/>
              <a:gd name="connsiteX603" fmla="*/ 191903 w 807149"/>
              <a:gd name="connsiteY603" fmla="*/ 208384 h 807149"/>
              <a:gd name="connsiteX604" fmla="*/ 200237 w 807149"/>
              <a:gd name="connsiteY604" fmla="*/ 215710 h 807149"/>
              <a:gd name="connsiteX605" fmla="*/ 200492 w 807149"/>
              <a:gd name="connsiteY605" fmla="*/ 215703 h 807149"/>
              <a:gd name="connsiteX606" fmla="*/ 724704 w 807149"/>
              <a:gd name="connsiteY606" fmla="*/ 361785 h 807149"/>
              <a:gd name="connsiteX607" fmla="*/ 660244 w 807149"/>
              <a:gd name="connsiteY607" fmla="*/ 390317 h 807149"/>
              <a:gd name="connsiteX608" fmla="*/ 628429 w 807149"/>
              <a:gd name="connsiteY608" fmla="*/ 327441 h 807149"/>
              <a:gd name="connsiteX609" fmla="*/ 619593 w 807149"/>
              <a:gd name="connsiteY609" fmla="*/ 330033 h 807149"/>
              <a:gd name="connsiteX610" fmla="*/ 614163 w 807149"/>
              <a:gd name="connsiteY610" fmla="*/ 345310 h 807149"/>
              <a:gd name="connsiteX611" fmla="*/ 608739 w 807149"/>
              <a:gd name="connsiteY611" fmla="*/ 360518 h 807149"/>
              <a:gd name="connsiteX612" fmla="*/ 625971 w 807149"/>
              <a:gd name="connsiteY612" fmla="*/ 389624 h 807149"/>
              <a:gd name="connsiteX613" fmla="*/ 626096 w 807149"/>
              <a:gd name="connsiteY613" fmla="*/ 389624 h 807149"/>
              <a:gd name="connsiteX614" fmla="*/ 619401 w 807149"/>
              <a:gd name="connsiteY614" fmla="*/ 389371 h 807149"/>
              <a:gd name="connsiteX615" fmla="*/ 601728 w 807149"/>
              <a:gd name="connsiteY615" fmla="*/ 399474 h 807149"/>
              <a:gd name="connsiteX616" fmla="*/ 596615 w 807149"/>
              <a:gd name="connsiteY616" fmla="*/ 413803 h 807149"/>
              <a:gd name="connsiteX617" fmla="*/ 600909 w 807149"/>
              <a:gd name="connsiteY617" fmla="*/ 421122 h 807149"/>
              <a:gd name="connsiteX618" fmla="*/ 615552 w 807149"/>
              <a:gd name="connsiteY618" fmla="*/ 426365 h 807149"/>
              <a:gd name="connsiteX619" fmla="*/ 642444 w 807149"/>
              <a:gd name="connsiteY619" fmla="*/ 422072 h 807149"/>
              <a:gd name="connsiteX620" fmla="*/ 652351 w 807149"/>
              <a:gd name="connsiteY620" fmla="*/ 412539 h 807149"/>
              <a:gd name="connsiteX621" fmla="*/ 653995 w 807149"/>
              <a:gd name="connsiteY621" fmla="*/ 426173 h 807149"/>
              <a:gd name="connsiteX622" fmla="*/ 672113 w 807149"/>
              <a:gd name="connsiteY622" fmla="*/ 446502 h 807149"/>
              <a:gd name="connsiteX623" fmla="*/ 686758 w 807149"/>
              <a:gd name="connsiteY623" fmla="*/ 451743 h 807149"/>
              <a:gd name="connsiteX624" fmla="*/ 694716 w 807149"/>
              <a:gd name="connsiteY624" fmla="*/ 448780 h 807149"/>
              <a:gd name="connsiteX625" fmla="*/ 699829 w 807149"/>
              <a:gd name="connsiteY625" fmla="*/ 434443 h 807149"/>
              <a:gd name="connsiteX626" fmla="*/ 692510 w 807149"/>
              <a:gd name="connsiteY626" fmla="*/ 415443 h 807149"/>
              <a:gd name="connsiteX627" fmla="*/ 687138 w 807149"/>
              <a:gd name="connsiteY627" fmla="*/ 411463 h 807149"/>
              <a:gd name="connsiteX628" fmla="*/ 687271 w 807149"/>
              <a:gd name="connsiteY628" fmla="*/ 411470 h 807149"/>
              <a:gd name="connsiteX629" fmla="*/ 719021 w 807149"/>
              <a:gd name="connsiteY629" fmla="*/ 399912 h 807149"/>
              <a:gd name="connsiteX630" fmla="*/ 724449 w 807149"/>
              <a:gd name="connsiteY630" fmla="*/ 384704 h 807149"/>
              <a:gd name="connsiteX631" fmla="*/ 729878 w 807149"/>
              <a:gd name="connsiteY631" fmla="*/ 369424 h 807149"/>
              <a:gd name="connsiteX632" fmla="*/ 724704 w 807149"/>
              <a:gd name="connsiteY632" fmla="*/ 361788 h 807149"/>
              <a:gd name="connsiteX633" fmla="*/ 724704 w 807149"/>
              <a:gd name="connsiteY633" fmla="*/ 361785 h 807149"/>
              <a:gd name="connsiteX634" fmla="*/ 403576 w 807149"/>
              <a:gd name="connsiteY634" fmla="*/ 0 h 807149"/>
              <a:gd name="connsiteX635" fmla="*/ 0 w 807149"/>
              <a:gd name="connsiteY635" fmla="*/ 403576 h 807149"/>
              <a:gd name="connsiteX636" fmla="*/ 403576 w 807149"/>
              <a:gd name="connsiteY636" fmla="*/ 807150 h 807149"/>
              <a:gd name="connsiteX637" fmla="*/ 807150 w 807149"/>
              <a:gd name="connsiteY637" fmla="*/ 403576 h 807149"/>
              <a:gd name="connsiteX638" fmla="*/ 403576 w 807149"/>
              <a:gd name="connsiteY638" fmla="*/ 0 h 807149"/>
              <a:gd name="connsiteX639" fmla="*/ 749260 w 807149"/>
              <a:gd name="connsiteY639" fmla="*/ 513732 h 807149"/>
              <a:gd name="connsiteX640" fmla="*/ 621301 w 807149"/>
              <a:gd name="connsiteY640" fmla="*/ 693080 h 807149"/>
              <a:gd name="connsiteX641" fmla="*/ 517578 w 807149"/>
              <a:gd name="connsiteY641" fmla="*/ 746424 h 807149"/>
              <a:gd name="connsiteX642" fmla="*/ 497759 w 807149"/>
              <a:gd name="connsiteY642" fmla="*/ 752418 h 807149"/>
              <a:gd name="connsiteX643" fmla="*/ 492772 w 807149"/>
              <a:gd name="connsiteY643" fmla="*/ 749331 h 807149"/>
              <a:gd name="connsiteX644" fmla="*/ 472763 w 807149"/>
              <a:gd name="connsiteY644" fmla="*/ 659373 h 807149"/>
              <a:gd name="connsiteX645" fmla="*/ 457289 w 807149"/>
              <a:gd name="connsiteY645" fmla="*/ 585513 h 807149"/>
              <a:gd name="connsiteX646" fmla="*/ 455591 w 807149"/>
              <a:gd name="connsiteY646" fmla="*/ 568149 h 807149"/>
              <a:gd name="connsiteX647" fmla="*/ 469224 w 807149"/>
              <a:gd name="connsiteY647" fmla="*/ 547635 h 807149"/>
              <a:gd name="connsiteX648" fmla="*/ 492145 w 807149"/>
              <a:gd name="connsiteY648" fmla="*/ 537348 h 807149"/>
              <a:gd name="connsiteX649" fmla="*/ 518591 w 807149"/>
              <a:gd name="connsiteY649" fmla="*/ 513484 h 807149"/>
              <a:gd name="connsiteX650" fmla="*/ 538855 w 807149"/>
              <a:gd name="connsiteY650" fmla="*/ 467906 h 807149"/>
              <a:gd name="connsiteX651" fmla="*/ 539491 w 807149"/>
              <a:gd name="connsiteY651" fmla="*/ 430976 h 807149"/>
              <a:gd name="connsiteX652" fmla="*/ 528943 w 807149"/>
              <a:gd name="connsiteY652" fmla="*/ 426869 h 807149"/>
              <a:gd name="connsiteX653" fmla="*/ 522250 w 807149"/>
              <a:gd name="connsiteY653" fmla="*/ 440758 h 807149"/>
              <a:gd name="connsiteX654" fmla="*/ 521618 w 807149"/>
              <a:gd name="connsiteY654" fmla="*/ 454585 h 807149"/>
              <a:gd name="connsiteX655" fmla="*/ 516318 w 807149"/>
              <a:gd name="connsiteY655" fmla="*/ 463987 h 807149"/>
              <a:gd name="connsiteX656" fmla="*/ 495613 w 807149"/>
              <a:gd name="connsiteY656" fmla="*/ 486148 h 807149"/>
              <a:gd name="connsiteX657" fmla="*/ 478314 w 807149"/>
              <a:gd name="connsiteY657" fmla="*/ 497576 h 807149"/>
              <a:gd name="connsiteX658" fmla="*/ 441507 w 807149"/>
              <a:gd name="connsiteY658" fmla="*/ 504830 h 807149"/>
              <a:gd name="connsiteX659" fmla="*/ 415245 w 807149"/>
              <a:gd name="connsiteY659" fmla="*/ 540440 h 807149"/>
              <a:gd name="connsiteX660" fmla="*/ 413039 w 807149"/>
              <a:gd name="connsiteY660" fmla="*/ 614804 h 807149"/>
              <a:gd name="connsiteX661" fmla="*/ 416633 w 807149"/>
              <a:gd name="connsiteY661" fmla="*/ 744593 h 807149"/>
              <a:gd name="connsiteX662" fmla="*/ 417394 w 807149"/>
              <a:gd name="connsiteY662" fmla="*/ 760438 h 807149"/>
              <a:gd name="connsiteX663" fmla="*/ 414111 w 807149"/>
              <a:gd name="connsiteY663" fmla="*/ 764352 h 807149"/>
              <a:gd name="connsiteX664" fmla="*/ 400731 w 807149"/>
              <a:gd name="connsiteY664" fmla="*/ 764790 h 807149"/>
              <a:gd name="connsiteX665" fmla="*/ 396183 w 807149"/>
              <a:gd name="connsiteY665" fmla="*/ 760059 h 807149"/>
              <a:gd name="connsiteX666" fmla="*/ 397514 w 807149"/>
              <a:gd name="connsiteY666" fmla="*/ 667768 h 807149"/>
              <a:gd name="connsiteX667" fmla="*/ 396124 w 807149"/>
              <a:gd name="connsiteY667" fmla="*/ 560256 h 807149"/>
              <a:gd name="connsiteX668" fmla="*/ 391452 w 807149"/>
              <a:gd name="connsiteY668" fmla="*/ 527748 h 807149"/>
              <a:gd name="connsiteX669" fmla="*/ 373271 w 807149"/>
              <a:gd name="connsiteY669" fmla="*/ 507043 h 807149"/>
              <a:gd name="connsiteX670" fmla="*/ 334953 w 807149"/>
              <a:gd name="connsiteY670" fmla="*/ 497511 h 807149"/>
              <a:gd name="connsiteX671" fmla="*/ 312543 w 807149"/>
              <a:gd name="connsiteY671" fmla="*/ 484005 h 807149"/>
              <a:gd name="connsiteX672" fmla="*/ 293226 w 807149"/>
              <a:gd name="connsiteY672" fmla="*/ 463867 h 807149"/>
              <a:gd name="connsiteX673" fmla="*/ 287357 w 807149"/>
              <a:gd name="connsiteY673" fmla="*/ 452629 h 807149"/>
              <a:gd name="connsiteX674" fmla="*/ 286025 w 807149"/>
              <a:gd name="connsiteY674" fmla="*/ 435648 h 807149"/>
              <a:gd name="connsiteX675" fmla="*/ 280974 w 807149"/>
              <a:gd name="connsiteY675" fmla="*/ 427059 h 807149"/>
              <a:gd name="connsiteX676" fmla="*/ 273969 w 807149"/>
              <a:gd name="connsiteY676" fmla="*/ 425104 h 807149"/>
              <a:gd name="connsiteX677" fmla="*/ 269612 w 807149"/>
              <a:gd name="connsiteY677" fmla="*/ 431356 h 807149"/>
              <a:gd name="connsiteX678" fmla="*/ 279394 w 807149"/>
              <a:gd name="connsiteY678" fmla="*/ 493416 h 807149"/>
              <a:gd name="connsiteX679" fmla="*/ 296000 w 807149"/>
              <a:gd name="connsiteY679" fmla="*/ 520680 h 807149"/>
              <a:gd name="connsiteX680" fmla="*/ 329522 w 807149"/>
              <a:gd name="connsiteY680" fmla="*/ 542775 h 807149"/>
              <a:gd name="connsiteX681" fmla="*/ 341453 w 807149"/>
              <a:gd name="connsiteY681" fmla="*/ 547890 h 807149"/>
              <a:gd name="connsiteX682" fmla="*/ 353762 w 807149"/>
              <a:gd name="connsiteY682" fmla="*/ 567398 h 807149"/>
              <a:gd name="connsiteX683" fmla="*/ 350352 w 807149"/>
              <a:gd name="connsiteY683" fmla="*/ 593972 h 807149"/>
              <a:gd name="connsiteX684" fmla="*/ 340817 w 807149"/>
              <a:gd name="connsiteY684" fmla="*/ 637156 h 807149"/>
              <a:gd name="connsiteX685" fmla="*/ 328884 w 807149"/>
              <a:gd name="connsiteY685" fmla="*/ 684812 h 807149"/>
              <a:gd name="connsiteX686" fmla="*/ 319797 w 807149"/>
              <a:gd name="connsiteY686" fmla="*/ 721427 h 807149"/>
              <a:gd name="connsiteX687" fmla="*/ 313167 w 807149"/>
              <a:gd name="connsiteY687" fmla="*/ 749073 h 807149"/>
              <a:gd name="connsiteX688" fmla="*/ 308121 w 807149"/>
              <a:gd name="connsiteY688" fmla="*/ 751474 h 807149"/>
              <a:gd name="connsiteX689" fmla="*/ 137424 w 807149"/>
              <a:gd name="connsiteY689" fmla="*/ 646058 h 807149"/>
              <a:gd name="connsiteX690" fmla="*/ 67980 w 807149"/>
              <a:gd name="connsiteY690" fmla="*/ 532238 h 807149"/>
              <a:gd name="connsiteX691" fmla="*/ 47847 w 807149"/>
              <a:gd name="connsiteY691" fmla="*/ 451811 h 807149"/>
              <a:gd name="connsiteX692" fmla="*/ 45125 w 807149"/>
              <a:gd name="connsiteY692" fmla="*/ 383634 h 807149"/>
              <a:gd name="connsiteX693" fmla="*/ 54089 w 807149"/>
              <a:gd name="connsiteY693" fmla="*/ 321388 h 807149"/>
              <a:gd name="connsiteX694" fmla="*/ 84149 w 807149"/>
              <a:gd name="connsiteY694" fmla="*/ 239069 h 807149"/>
              <a:gd name="connsiteX695" fmla="*/ 182558 w 807149"/>
              <a:gd name="connsiteY695" fmla="*/ 119762 h 807149"/>
              <a:gd name="connsiteX696" fmla="*/ 292777 w 807149"/>
              <a:gd name="connsiteY696" fmla="*/ 60670 h 807149"/>
              <a:gd name="connsiteX697" fmla="*/ 370551 w 807149"/>
              <a:gd name="connsiteY697" fmla="*/ 44384 h 807149"/>
              <a:gd name="connsiteX698" fmla="*/ 431912 w 807149"/>
              <a:gd name="connsiteY698" fmla="*/ 43506 h 807149"/>
              <a:gd name="connsiteX699" fmla="*/ 510063 w 807149"/>
              <a:gd name="connsiteY699" fmla="*/ 57958 h 807149"/>
              <a:gd name="connsiteX700" fmla="*/ 624201 w 807149"/>
              <a:gd name="connsiteY700" fmla="*/ 116416 h 807149"/>
              <a:gd name="connsiteX701" fmla="*/ 721416 w 807149"/>
              <a:gd name="connsiteY701" fmla="*/ 228972 h 807149"/>
              <a:gd name="connsiteX702" fmla="*/ 755572 w 807149"/>
              <a:gd name="connsiteY702" fmla="*/ 315772 h 807149"/>
              <a:gd name="connsiteX703" fmla="*/ 765478 w 807149"/>
              <a:gd name="connsiteY703" fmla="*/ 428702 h 807149"/>
              <a:gd name="connsiteX704" fmla="*/ 749255 w 807149"/>
              <a:gd name="connsiteY704" fmla="*/ 513864 h 807149"/>
              <a:gd name="connsiteX705" fmla="*/ 749260 w 807149"/>
              <a:gd name="connsiteY705" fmla="*/ 513732 h 807149"/>
              <a:gd name="connsiteX706" fmla="*/ 603373 w 807149"/>
              <a:gd name="connsiteY706" fmla="*/ 283566 h 807149"/>
              <a:gd name="connsiteX707" fmla="*/ 609743 w 807149"/>
              <a:gd name="connsiteY707" fmla="*/ 292348 h 807149"/>
              <a:gd name="connsiteX708" fmla="*/ 632406 w 807149"/>
              <a:gd name="connsiteY708" fmla="*/ 293802 h 807149"/>
              <a:gd name="connsiteX709" fmla="*/ 632469 w 807149"/>
              <a:gd name="connsiteY709" fmla="*/ 293795 h 807149"/>
              <a:gd name="connsiteX710" fmla="*/ 629757 w 807149"/>
              <a:gd name="connsiteY710" fmla="*/ 297328 h 807149"/>
              <a:gd name="connsiteX711" fmla="*/ 628618 w 807149"/>
              <a:gd name="connsiteY711" fmla="*/ 310971 h 807149"/>
              <a:gd name="connsiteX712" fmla="*/ 634622 w 807149"/>
              <a:gd name="connsiteY712" fmla="*/ 319241 h 807149"/>
              <a:gd name="connsiteX713" fmla="*/ 640300 w 807149"/>
              <a:gd name="connsiteY713" fmla="*/ 319617 h 807149"/>
              <a:gd name="connsiteX714" fmla="*/ 648761 w 807149"/>
              <a:gd name="connsiteY714" fmla="*/ 313498 h 807149"/>
              <a:gd name="connsiteX715" fmla="*/ 656589 w 807149"/>
              <a:gd name="connsiteY715" fmla="*/ 296959 h 807149"/>
              <a:gd name="connsiteX716" fmla="*/ 655074 w 807149"/>
              <a:gd name="connsiteY716" fmla="*/ 287865 h 807149"/>
              <a:gd name="connsiteX717" fmla="*/ 663281 w 807149"/>
              <a:gd name="connsiteY717" fmla="*/ 292157 h 807149"/>
              <a:gd name="connsiteX718" fmla="*/ 681398 w 807149"/>
              <a:gd name="connsiteY718" fmla="*/ 289818 h 807149"/>
              <a:gd name="connsiteX719" fmla="*/ 689855 w 807149"/>
              <a:gd name="connsiteY719" fmla="*/ 283697 h 807149"/>
              <a:gd name="connsiteX720" fmla="*/ 691245 w 807149"/>
              <a:gd name="connsiteY720" fmla="*/ 278146 h 807149"/>
              <a:gd name="connsiteX721" fmla="*/ 685250 w 807149"/>
              <a:gd name="connsiteY721" fmla="*/ 269872 h 807149"/>
              <a:gd name="connsiteX722" fmla="*/ 671923 w 807149"/>
              <a:gd name="connsiteY722" fmla="*/ 266717 h 807149"/>
              <a:gd name="connsiteX723" fmla="*/ 667698 w 807149"/>
              <a:gd name="connsiteY723" fmla="*/ 268169 h 807149"/>
              <a:gd name="connsiteX724" fmla="*/ 667761 w 807149"/>
              <a:gd name="connsiteY724" fmla="*/ 268169 h 807149"/>
              <a:gd name="connsiteX725" fmla="*/ 673377 w 807149"/>
              <a:gd name="connsiteY725" fmla="*/ 246075 h 807149"/>
              <a:gd name="connsiteX726" fmla="*/ 667002 w 807149"/>
              <a:gd name="connsiteY726" fmla="*/ 237294 h 807149"/>
              <a:gd name="connsiteX727" fmla="*/ 660632 w 807149"/>
              <a:gd name="connsiteY727" fmla="*/ 228460 h 807149"/>
              <a:gd name="connsiteX728" fmla="*/ 654446 w 807149"/>
              <a:gd name="connsiteY728" fmla="*/ 228460 h 807149"/>
              <a:gd name="connsiteX729" fmla="*/ 645791 w 807149"/>
              <a:gd name="connsiteY729" fmla="*/ 275051 h 807149"/>
              <a:gd name="connsiteX730" fmla="*/ 598823 w 807149"/>
              <a:gd name="connsiteY730" fmla="*/ 268798 h 807149"/>
              <a:gd name="connsiteX731" fmla="*/ 596931 w 807149"/>
              <a:gd name="connsiteY731" fmla="*/ 274669 h 807149"/>
              <a:gd name="connsiteX732" fmla="*/ 603303 w 807149"/>
              <a:gd name="connsiteY732" fmla="*/ 283506 h 807149"/>
              <a:gd name="connsiteX733" fmla="*/ 603373 w 807149"/>
              <a:gd name="connsiteY733" fmla="*/ 283566 h 807149"/>
              <a:gd name="connsiteX734" fmla="*/ 603303 w 807149"/>
              <a:gd name="connsiteY734" fmla="*/ 223030 h 807149"/>
              <a:gd name="connsiteX735" fmla="*/ 606085 w 807149"/>
              <a:gd name="connsiteY735" fmla="*/ 214696 h 807149"/>
              <a:gd name="connsiteX736" fmla="*/ 601601 w 807149"/>
              <a:gd name="connsiteY736" fmla="*/ 203847 h 807149"/>
              <a:gd name="connsiteX737" fmla="*/ 598446 w 807149"/>
              <a:gd name="connsiteY737" fmla="*/ 201631 h 807149"/>
              <a:gd name="connsiteX738" fmla="*/ 598511 w 807149"/>
              <a:gd name="connsiteY738" fmla="*/ 201631 h 807149"/>
              <a:gd name="connsiteX739" fmla="*/ 616626 w 807149"/>
              <a:gd name="connsiteY739" fmla="*/ 194495 h 807149"/>
              <a:gd name="connsiteX740" fmla="*/ 619529 w 807149"/>
              <a:gd name="connsiteY740" fmla="*/ 185657 h 807149"/>
              <a:gd name="connsiteX741" fmla="*/ 622433 w 807149"/>
              <a:gd name="connsiteY741" fmla="*/ 176758 h 807149"/>
              <a:gd name="connsiteX742" fmla="*/ 619346 w 807149"/>
              <a:gd name="connsiteY742" fmla="*/ 172468 h 807149"/>
              <a:gd name="connsiteX743" fmla="*/ 582606 w 807149"/>
              <a:gd name="connsiteY743" fmla="*/ 189822 h 807149"/>
              <a:gd name="connsiteX744" fmla="*/ 563414 w 807149"/>
              <a:gd name="connsiteY744" fmla="*/ 154032 h 807149"/>
              <a:gd name="connsiteX745" fmla="*/ 558363 w 807149"/>
              <a:gd name="connsiteY745" fmla="*/ 155672 h 807149"/>
              <a:gd name="connsiteX746" fmla="*/ 555457 w 807149"/>
              <a:gd name="connsiteY746" fmla="*/ 164574 h 807149"/>
              <a:gd name="connsiteX747" fmla="*/ 552559 w 807149"/>
              <a:gd name="connsiteY747" fmla="*/ 173415 h 807149"/>
              <a:gd name="connsiteX748" fmla="*/ 562903 w 807149"/>
              <a:gd name="connsiteY748" fmla="*/ 189953 h 807149"/>
              <a:gd name="connsiteX749" fmla="*/ 562968 w 807149"/>
              <a:gd name="connsiteY749" fmla="*/ 189953 h 807149"/>
              <a:gd name="connsiteX750" fmla="*/ 559119 w 807149"/>
              <a:gd name="connsiteY750" fmla="*/ 189953 h 807149"/>
              <a:gd name="connsiteX751" fmla="*/ 549076 w 807149"/>
              <a:gd name="connsiteY751" fmla="*/ 196008 h 807149"/>
              <a:gd name="connsiteX752" fmla="*/ 546300 w 807149"/>
              <a:gd name="connsiteY752" fmla="*/ 204345 h 807149"/>
              <a:gd name="connsiteX753" fmla="*/ 548894 w 807149"/>
              <a:gd name="connsiteY753" fmla="*/ 208510 h 807149"/>
              <a:gd name="connsiteX754" fmla="*/ 557411 w 807149"/>
              <a:gd name="connsiteY754" fmla="*/ 211288 h 807149"/>
              <a:gd name="connsiteX755" fmla="*/ 572818 w 807149"/>
              <a:gd name="connsiteY755" fmla="*/ 208447 h 807149"/>
              <a:gd name="connsiteX756" fmla="*/ 578374 w 807149"/>
              <a:gd name="connsiteY756" fmla="*/ 202831 h 807149"/>
              <a:gd name="connsiteX757" fmla="*/ 579506 w 807149"/>
              <a:gd name="connsiteY757" fmla="*/ 210655 h 807149"/>
              <a:gd name="connsiteX758" fmla="*/ 590236 w 807149"/>
              <a:gd name="connsiteY758" fmla="*/ 222081 h 807149"/>
              <a:gd name="connsiteX759" fmla="*/ 598759 w 807149"/>
              <a:gd name="connsiteY759" fmla="*/ 224865 h 807149"/>
              <a:gd name="connsiteX760" fmla="*/ 603303 w 807149"/>
              <a:gd name="connsiteY760" fmla="*/ 223030 h 807149"/>
              <a:gd name="connsiteX761" fmla="*/ 585758 w 807149"/>
              <a:gd name="connsiteY761" fmla="*/ 353009 h 807149"/>
              <a:gd name="connsiteX762" fmla="*/ 538850 w 807149"/>
              <a:gd name="connsiteY762" fmla="*/ 364942 h 807149"/>
              <a:gd name="connsiteX763" fmla="*/ 524520 w 807149"/>
              <a:gd name="connsiteY763" fmla="*/ 318670 h 807149"/>
              <a:gd name="connsiteX764" fmla="*/ 518211 w 807149"/>
              <a:gd name="connsiteY764" fmla="*/ 319429 h 807149"/>
              <a:gd name="connsiteX765" fmla="*/ 512785 w 807149"/>
              <a:gd name="connsiteY765" fmla="*/ 329150 h 807149"/>
              <a:gd name="connsiteX766" fmla="*/ 507352 w 807149"/>
              <a:gd name="connsiteY766" fmla="*/ 338813 h 807149"/>
              <a:gd name="connsiteX767" fmla="*/ 515687 w 807149"/>
              <a:gd name="connsiteY767" fmla="*/ 360524 h 807149"/>
              <a:gd name="connsiteX768" fmla="*/ 515752 w 807149"/>
              <a:gd name="connsiteY768" fmla="*/ 360524 h 807149"/>
              <a:gd name="connsiteX769" fmla="*/ 511265 w 807149"/>
              <a:gd name="connsiteY769" fmla="*/ 359577 h 807149"/>
              <a:gd name="connsiteX770" fmla="*/ 498135 w 807149"/>
              <a:gd name="connsiteY770" fmla="*/ 364380 h 807149"/>
              <a:gd name="connsiteX771" fmla="*/ 493022 w 807149"/>
              <a:gd name="connsiteY771" fmla="*/ 373523 h 807149"/>
              <a:gd name="connsiteX772" fmla="*/ 495107 w 807149"/>
              <a:gd name="connsiteY772" fmla="*/ 378951 h 807149"/>
              <a:gd name="connsiteX773" fmla="*/ 504450 w 807149"/>
              <a:gd name="connsiteY773" fmla="*/ 384195 h 807149"/>
              <a:gd name="connsiteX774" fmla="*/ 523136 w 807149"/>
              <a:gd name="connsiteY774" fmla="*/ 384383 h 807149"/>
              <a:gd name="connsiteX775" fmla="*/ 530968 w 807149"/>
              <a:gd name="connsiteY775" fmla="*/ 379084 h 807149"/>
              <a:gd name="connsiteX776" fmla="*/ 530520 w 807149"/>
              <a:gd name="connsiteY776" fmla="*/ 388486 h 807149"/>
              <a:gd name="connsiteX777" fmla="*/ 540433 w 807149"/>
              <a:gd name="connsiteY777" fmla="*/ 404331 h 807149"/>
              <a:gd name="connsiteX778" fmla="*/ 549778 w 807149"/>
              <a:gd name="connsiteY778" fmla="*/ 409572 h 807149"/>
              <a:gd name="connsiteX779" fmla="*/ 555526 w 807149"/>
              <a:gd name="connsiteY779" fmla="*/ 408498 h 807149"/>
              <a:gd name="connsiteX780" fmla="*/ 560629 w 807149"/>
              <a:gd name="connsiteY780" fmla="*/ 399341 h 807149"/>
              <a:gd name="connsiteX781" fmla="*/ 557858 w 807149"/>
              <a:gd name="connsiteY781" fmla="*/ 385642 h 807149"/>
              <a:gd name="connsiteX782" fmla="*/ 554698 w 807149"/>
              <a:gd name="connsiteY782" fmla="*/ 382299 h 807149"/>
              <a:gd name="connsiteX783" fmla="*/ 554760 w 807149"/>
              <a:gd name="connsiteY783" fmla="*/ 382304 h 807149"/>
              <a:gd name="connsiteX784" fmla="*/ 577614 w 807149"/>
              <a:gd name="connsiteY784" fmla="*/ 378138 h 807149"/>
              <a:gd name="connsiteX785" fmla="*/ 583039 w 807149"/>
              <a:gd name="connsiteY785" fmla="*/ 368478 h 807149"/>
              <a:gd name="connsiteX786" fmla="*/ 588470 w 807149"/>
              <a:gd name="connsiteY786" fmla="*/ 358756 h 807149"/>
              <a:gd name="connsiteX787" fmla="*/ 585818 w 807149"/>
              <a:gd name="connsiteY787" fmla="*/ 353009 h 807149"/>
              <a:gd name="connsiteX788" fmla="*/ 585758 w 807149"/>
              <a:gd name="connsiteY788" fmla="*/ 353009 h 807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</a:cxnLst>
            <a:rect l="l" t="t" r="r" b="b"/>
            <a:pathLst>
              <a:path w="807149" h="807149">
                <a:moveTo>
                  <a:pt x="146453" y="276124"/>
                </a:moveTo>
                <a:lnTo>
                  <a:pt x="154283" y="280481"/>
                </a:lnTo>
                <a:cubicBezTo>
                  <a:pt x="159458" y="283386"/>
                  <a:pt x="165643" y="283448"/>
                  <a:pt x="169936" y="280662"/>
                </a:cubicBezTo>
                <a:cubicBezTo>
                  <a:pt x="172906" y="278713"/>
                  <a:pt x="175811" y="276753"/>
                  <a:pt x="176499" y="276182"/>
                </a:cubicBezTo>
                <a:cubicBezTo>
                  <a:pt x="176379" y="277068"/>
                  <a:pt x="176187" y="280541"/>
                  <a:pt x="176122" y="284074"/>
                </a:cubicBezTo>
                <a:cubicBezTo>
                  <a:pt x="175999" y="289253"/>
                  <a:pt x="179216" y="294433"/>
                  <a:pt x="184457" y="297395"/>
                </a:cubicBezTo>
                <a:lnTo>
                  <a:pt x="192289" y="301750"/>
                </a:lnTo>
                <a:cubicBezTo>
                  <a:pt x="194115" y="302759"/>
                  <a:pt x="196265" y="302385"/>
                  <a:pt x="197081" y="300865"/>
                </a:cubicBezTo>
                <a:lnTo>
                  <a:pt x="201381" y="293233"/>
                </a:lnTo>
                <a:cubicBezTo>
                  <a:pt x="203334" y="289758"/>
                  <a:pt x="202450" y="285088"/>
                  <a:pt x="199040" y="281738"/>
                </a:cubicBezTo>
                <a:cubicBezTo>
                  <a:pt x="197966" y="280671"/>
                  <a:pt x="196961" y="279663"/>
                  <a:pt x="196386" y="278966"/>
                </a:cubicBezTo>
                <a:lnTo>
                  <a:pt x="196448" y="278966"/>
                </a:lnTo>
                <a:cubicBezTo>
                  <a:pt x="203647" y="283003"/>
                  <a:pt x="212292" y="281423"/>
                  <a:pt x="215638" y="275489"/>
                </a:cubicBezTo>
                <a:lnTo>
                  <a:pt x="220187" y="267349"/>
                </a:lnTo>
                <a:lnTo>
                  <a:pt x="224729" y="259205"/>
                </a:lnTo>
                <a:cubicBezTo>
                  <a:pt x="225678" y="257563"/>
                  <a:pt x="224602" y="255229"/>
                  <a:pt x="222519" y="254409"/>
                </a:cubicBezTo>
                <a:cubicBezTo>
                  <a:pt x="201253" y="245758"/>
                  <a:pt x="183190" y="264374"/>
                  <a:pt x="183190" y="264374"/>
                </a:cubicBezTo>
                <a:cubicBezTo>
                  <a:pt x="183190" y="264374"/>
                  <a:pt x="189627" y="239195"/>
                  <a:pt x="171202" y="225558"/>
                </a:cubicBezTo>
                <a:cubicBezTo>
                  <a:pt x="169368" y="224229"/>
                  <a:pt x="166840" y="224549"/>
                  <a:pt x="165956" y="226189"/>
                </a:cubicBezTo>
                <a:lnTo>
                  <a:pt x="161413" y="234332"/>
                </a:lnTo>
                <a:lnTo>
                  <a:pt x="156871" y="242477"/>
                </a:lnTo>
                <a:cubicBezTo>
                  <a:pt x="153524" y="248407"/>
                  <a:pt x="156676" y="256617"/>
                  <a:pt x="163878" y="260651"/>
                </a:cubicBezTo>
                <a:lnTo>
                  <a:pt x="163943" y="260651"/>
                </a:lnTo>
                <a:cubicBezTo>
                  <a:pt x="163056" y="260531"/>
                  <a:pt x="161667" y="260213"/>
                  <a:pt x="160212" y="259892"/>
                </a:cubicBezTo>
                <a:cubicBezTo>
                  <a:pt x="155607" y="258760"/>
                  <a:pt x="151125" y="260403"/>
                  <a:pt x="149165" y="263933"/>
                </a:cubicBezTo>
                <a:lnTo>
                  <a:pt x="144873" y="271572"/>
                </a:lnTo>
                <a:cubicBezTo>
                  <a:pt x="144054" y="273090"/>
                  <a:pt x="144815" y="275111"/>
                  <a:pt x="146581" y="276119"/>
                </a:cubicBezTo>
                <a:lnTo>
                  <a:pt x="146453" y="276124"/>
                </a:lnTo>
                <a:close/>
                <a:moveTo>
                  <a:pt x="301165" y="438626"/>
                </a:moveTo>
                <a:lnTo>
                  <a:pt x="301165" y="356115"/>
                </a:lnTo>
                <a:lnTo>
                  <a:pt x="295938" y="365381"/>
                </a:lnTo>
                <a:cubicBezTo>
                  <a:pt x="294871" y="367406"/>
                  <a:pt x="292029" y="367912"/>
                  <a:pt x="289686" y="366586"/>
                </a:cubicBezTo>
                <a:lnTo>
                  <a:pt x="279525" y="360838"/>
                </a:lnTo>
                <a:cubicBezTo>
                  <a:pt x="272704" y="356988"/>
                  <a:pt x="268478" y="350230"/>
                  <a:pt x="268667" y="343477"/>
                </a:cubicBezTo>
                <a:cubicBezTo>
                  <a:pt x="268793" y="338870"/>
                  <a:pt x="268983" y="334325"/>
                  <a:pt x="269174" y="333189"/>
                </a:cubicBezTo>
                <a:cubicBezTo>
                  <a:pt x="268345" y="333942"/>
                  <a:pt x="264502" y="336473"/>
                  <a:pt x="260648" y="338995"/>
                </a:cubicBezTo>
                <a:cubicBezTo>
                  <a:pt x="255031" y="342723"/>
                  <a:pt x="246952" y="342600"/>
                  <a:pt x="240199" y="338813"/>
                </a:cubicBezTo>
                <a:lnTo>
                  <a:pt x="230028" y="333060"/>
                </a:lnTo>
                <a:cubicBezTo>
                  <a:pt x="227696" y="331799"/>
                  <a:pt x="226687" y="329085"/>
                  <a:pt x="227756" y="327127"/>
                </a:cubicBezTo>
                <a:lnTo>
                  <a:pt x="233380" y="317153"/>
                </a:lnTo>
                <a:cubicBezTo>
                  <a:pt x="235965" y="312614"/>
                  <a:pt x="241771" y="310463"/>
                  <a:pt x="247773" y="311920"/>
                </a:cubicBezTo>
                <a:cubicBezTo>
                  <a:pt x="249726" y="312359"/>
                  <a:pt x="251496" y="312799"/>
                  <a:pt x="252696" y="312921"/>
                </a:cubicBezTo>
                <a:lnTo>
                  <a:pt x="252627" y="312921"/>
                </a:lnTo>
                <a:cubicBezTo>
                  <a:pt x="243283" y="307683"/>
                  <a:pt x="239184" y="296947"/>
                  <a:pt x="243539" y="289187"/>
                </a:cubicBezTo>
                <a:lnTo>
                  <a:pt x="249472" y="278584"/>
                </a:lnTo>
                <a:lnTo>
                  <a:pt x="255410" y="267972"/>
                </a:lnTo>
                <a:cubicBezTo>
                  <a:pt x="256611" y="265828"/>
                  <a:pt x="259889" y="265385"/>
                  <a:pt x="262288" y="267155"/>
                </a:cubicBezTo>
                <a:cubicBezTo>
                  <a:pt x="286406" y="284955"/>
                  <a:pt x="277947" y="317782"/>
                  <a:pt x="277947" y="317782"/>
                </a:cubicBezTo>
                <a:cubicBezTo>
                  <a:pt x="277947" y="317782"/>
                  <a:pt x="285248" y="310270"/>
                  <a:pt x="296495" y="305543"/>
                </a:cubicBezTo>
                <a:lnTo>
                  <a:pt x="296495" y="231193"/>
                </a:lnTo>
                <a:lnTo>
                  <a:pt x="300897" y="231193"/>
                </a:lnTo>
                <a:lnTo>
                  <a:pt x="300735" y="230925"/>
                </a:lnTo>
                <a:lnTo>
                  <a:pt x="300801" y="230982"/>
                </a:lnTo>
                <a:lnTo>
                  <a:pt x="292342" y="217160"/>
                </a:lnTo>
                <a:cubicBezTo>
                  <a:pt x="290640" y="214321"/>
                  <a:pt x="292282" y="210279"/>
                  <a:pt x="295880" y="208639"/>
                </a:cubicBezTo>
                <a:cubicBezTo>
                  <a:pt x="297888" y="207733"/>
                  <a:pt x="299883" y="206979"/>
                  <a:pt x="301862" y="206351"/>
                </a:cubicBezTo>
                <a:cubicBezTo>
                  <a:pt x="298415" y="196177"/>
                  <a:pt x="296495" y="185187"/>
                  <a:pt x="296495" y="173636"/>
                </a:cubicBezTo>
                <a:cubicBezTo>
                  <a:pt x="296495" y="158318"/>
                  <a:pt x="301723" y="141692"/>
                  <a:pt x="310067" y="127279"/>
                </a:cubicBezTo>
                <a:cubicBezTo>
                  <a:pt x="318368" y="112941"/>
                  <a:pt x="330261" y="100141"/>
                  <a:pt x="343610" y="92440"/>
                </a:cubicBezTo>
                <a:cubicBezTo>
                  <a:pt x="346369" y="90849"/>
                  <a:pt x="348890" y="89496"/>
                  <a:pt x="351041" y="88434"/>
                </a:cubicBezTo>
                <a:cubicBezTo>
                  <a:pt x="353713" y="87111"/>
                  <a:pt x="356433" y="85859"/>
                  <a:pt x="358922" y="84798"/>
                </a:cubicBezTo>
                <a:cubicBezTo>
                  <a:pt x="373902" y="78422"/>
                  <a:pt x="395034" y="76061"/>
                  <a:pt x="414802" y="78039"/>
                </a:cubicBezTo>
                <a:cubicBezTo>
                  <a:pt x="433984" y="79955"/>
                  <a:pt x="453086" y="86023"/>
                  <a:pt x="466112" y="96557"/>
                </a:cubicBezTo>
                <a:cubicBezTo>
                  <a:pt x="474127" y="103039"/>
                  <a:pt x="481787" y="110983"/>
                  <a:pt x="487578" y="121104"/>
                </a:cubicBezTo>
                <a:cubicBezTo>
                  <a:pt x="493694" y="131791"/>
                  <a:pt x="497616" y="144439"/>
                  <a:pt x="497616" y="159607"/>
                </a:cubicBezTo>
                <a:lnTo>
                  <a:pt x="497616" y="189520"/>
                </a:lnTo>
                <a:cubicBezTo>
                  <a:pt x="512649" y="213160"/>
                  <a:pt x="505080" y="242602"/>
                  <a:pt x="505080" y="242602"/>
                </a:cubicBezTo>
                <a:cubicBezTo>
                  <a:pt x="505080" y="242602"/>
                  <a:pt x="536519" y="210279"/>
                  <a:pt x="573387" y="225305"/>
                </a:cubicBezTo>
                <a:cubicBezTo>
                  <a:pt x="577044" y="226815"/>
                  <a:pt x="578878" y="230794"/>
                  <a:pt x="577240" y="233699"/>
                </a:cubicBezTo>
                <a:lnTo>
                  <a:pt x="569280" y="247838"/>
                </a:lnTo>
                <a:lnTo>
                  <a:pt x="561391" y="261918"/>
                </a:lnTo>
                <a:cubicBezTo>
                  <a:pt x="555586" y="272269"/>
                  <a:pt x="540624" y="275051"/>
                  <a:pt x="528124" y="267977"/>
                </a:cubicBezTo>
                <a:lnTo>
                  <a:pt x="528006" y="267977"/>
                </a:lnTo>
                <a:cubicBezTo>
                  <a:pt x="529073" y="269179"/>
                  <a:pt x="530711" y="270947"/>
                  <a:pt x="532609" y="272777"/>
                </a:cubicBezTo>
                <a:cubicBezTo>
                  <a:pt x="538477" y="278584"/>
                  <a:pt x="540057" y="286668"/>
                  <a:pt x="536649" y="292726"/>
                </a:cubicBezTo>
                <a:lnTo>
                  <a:pt x="529196" y="306048"/>
                </a:lnTo>
                <a:cubicBezTo>
                  <a:pt x="527743" y="308698"/>
                  <a:pt x="524020" y="309391"/>
                  <a:pt x="520862" y="307624"/>
                </a:cubicBezTo>
                <a:lnTo>
                  <a:pt x="507288" y="300046"/>
                </a:lnTo>
                <a:cubicBezTo>
                  <a:pt x="505479" y="299035"/>
                  <a:pt x="503806" y="297864"/>
                  <a:pt x="502286" y="296566"/>
                </a:cubicBezTo>
                <a:lnTo>
                  <a:pt x="502286" y="310924"/>
                </a:lnTo>
                <a:lnTo>
                  <a:pt x="490417" y="310924"/>
                </a:lnTo>
                <a:cubicBezTo>
                  <a:pt x="491248" y="312473"/>
                  <a:pt x="492007" y="314048"/>
                  <a:pt x="492698" y="315643"/>
                </a:cubicBezTo>
                <a:cubicBezTo>
                  <a:pt x="496213" y="323750"/>
                  <a:pt x="497798" y="331971"/>
                  <a:pt x="497798" y="339857"/>
                </a:cubicBezTo>
                <a:cubicBezTo>
                  <a:pt x="497798" y="355715"/>
                  <a:pt x="491582" y="371075"/>
                  <a:pt x="481933" y="381896"/>
                </a:cubicBezTo>
                <a:cubicBezTo>
                  <a:pt x="480365" y="383656"/>
                  <a:pt x="478475" y="385546"/>
                  <a:pt x="476350" y="387430"/>
                </a:cubicBezTo>
                <a:lnTo>
                  <a:pt x="480361" y="394666"/>
                </a:lnTo>
                <a:cubicBezTo>
                  <a:pt x="483997" y="401218"/>
                  <a:pt x="487291" y="407157"/>
                  <a:pt x="489087" y="410780"/>
                </a:cubicBezTo>
                <a:cubicBezTo>
                  <a:pt x="489507" y="411627"/>
                  <a:pt x="490143" y="412638"/>
                  <a:pt x="490738" y="413587"/>
                </a:cubicBezTo>
                <a:cubicBezTo>
                  <a:pt x="494716" y="419913"/>
                  <a:pt x="498150" y="425372"/>
                  <a:pt x="499068" y="436441"/>
                </a:cubicBezTo>
                <a:lnTo>
                  <a:pt x="501459" y="465243"/>
                </a:lnTo>
                <a:lnTo>
                  <a:pt x="409400" y="465243"/>
                </a:lnTo>
                <a:lnTo>
                  <a:pt x="396429" y="439207"/>
                </a:lnTo>
                <a:lnTo>
                  <a:pt x="396429" y="465243"/>
                </a:lnTo>
                <a:lnTo>
                  <a:pt x="301165" y="465243"/>
                </a:lnTo>
                <a:lnTo>
                  <a:pt x="301165" y="438626"/>
                </a:lnTo>
                <a:close/>
                <a:moveTo>
                  <a:pt x="301165" y="343847"/>
                </a:moveTo>
                <a:lnTo>
                  <a:pt x="301165" y="339157"/>
                </a:lnTo>
                <a:cubicBezTo>
                  <a:pt x="299121" y="338677"/>
                  <a:pt x="297079" y="337894"/>
                  <a:pt x="295116" y="336786"/>
                </a:cubicBezTo>
                <a:lnTo>
                  <a:pt x="295054" y="336786"/>
                </a:lnTo>
                <a:cubicBezTo>
                  <a:pt x="295875" y="337670"/>
                  <a:pt x="297140" y="338998"/>
                  <a:pt x="298527" y="340387"/>
                </a:cubicBezTo>
                <a:cubicBezTo>
                  <a:pt x="299598" y="341458"/>
                  <a:pt x="300479" y="342627"/>
                  <a:pt x="301165" y="343847"/>
                </a:cubicBezTo>
                <a:close/>
                <a:moveTo>
                  <a:pt x="404172" y="192982"/>
                </a:moveTo>
                <a:cubicBezTo>
                  <a:pt x="404370" y="191137"/>
                  <a:pt x="404577" y="189408"/>
                  <a:pt x="404858" y="187783"/>
                </a:cubicBezTo>
                <a:lnTo>
                  <a:pt x="402350" y="187783"/>
                </a:lnTo>
                <a:lnTo>
                  <a:pt x="402350" y="161166"/>
                </a:lnTo>
                <a:cubicBezTo>
                  <a:pt x="402350" y="159873"/>
                  <a:pt x="402334" y="158871"/>
                  <a:pt x="402300" y="158178"/>
                </a:cubicBezTo>
                <a:cubicBezTo>
                  <a:pt x="399240" y="158488"/>
                  <a:pt x="398517" y="165815"/>
                  <a:pt x="397897" y="172078"/>
                </a:cubicBezTo>
                <a:cubicBezTo>
                  <a:pt x="397648" y="174590"/>
                  <a:pt x="397581" y="175428"/>
                  <a:pt x="397493" y="176231"/>
                </a:cubicBezTo>
                <a:cubicBezTo>
                  <a:pt x="396600" y="184468"/>
                  <a:pt x="397214" y="189439"/>
                  <a:pt x="398704" y="192094"/>
                </a:cubicBezTo>
                <a:cubicBezTo>
                  <a:pt x="398814" y="192294"/>
                  <a:pt x="398764" y="192336"/>
                  <a:pt x="398799" y="192351"/>
                </a:cubicBezTo>
                <a:cubicBezTo>
                  <a:pt x="399685" y="192694"/>
                  <a:pt x="401013" y="192707"/>
                  <a:pt x="402456" y="192506"/>
                </a:cubicBezTo>
                <a:cubicBezTo>
                  <a:pt x="403870" y="192312"/>
                  <a:pt x="403888" y="193144"/>
                  <a:pt x="404172" y="192982"/>
                </a:cubicBezTo>
                <a:close/>
                <a:moveTo>
                  <a:pt x="402157" y="157065"/>
                </a:moveTo>
                <a:cubicBezTo>
                  <a:pt x="401859" y="156733"/>
                  <a:pt x="402019" y="156965"/>
                  <a:pt x="402225" y="157299"/>
                </a:cubicBezTo>
                <a:cubicBezTo>
                  <a:pt x="402206" y="157172"/>
                  <a:pt x="402183" y="157093"/>
                  <a:pt x="402157" y="157065"/>
                </a:cubicBezTo>
                <a:close/>
                <a:moveTo>
                  <a:pt x="327781" y="303012"/>
                </a:moveTo>
                <a:lnTo>
                  <a:pt x="327781" y="438626"/>
                </a:lnTo>
                <a:lnTo>
                  <a:pt x="369813" y="438626"/>
                </a:lnTo>
                <a:lnTo>
                  <a:pt x="369813" y="382510"/>
                </a:lnTo>
                <a:lnTo>
                  <a:pt x="399390" y="382510"/>
                </a:lnTo>
                <a:cubicBezTo>
                  <a:pt x="400691" y="388101"/>
                  <a:pt x="403275" y="391899"/>
                  <a:pt x="405624" y="396533"/>
                </a:cubicBezTo>
                <a:cubicBezTo>
                  <a:pt x="408060" y="401346"/>
                  <a:pt x="409619" y="405491"/>
                  <a:pt x="411864" y="410549"/>
                </a:cubicBezTo>
                <a:lnTo>
                  <a:pt x="425854" y="438626"/>
                </a:lnTo>
                <a:lnTo>
                  <a:pt x="472555" y="438626"/>
                </a:lnTo>
                <a:cubicBezTo>
                  <a:pt x="471978" y="431687"/>
                  <a:pt x="468372" y="428770"/>
                  <a:pt x="465278" y="422530"/>
                </a:cubicBezTo>
                <a:cubicBezTo>
                  <a:pt x="460182" y="412244"/>
                  <a:pt x="443164" y="383763"/>
                  <a:pt x="441421" y="376276"/>
                </a:cubicBezTo>
                <a:cubicBezTo>
                  <a:pt x="449282" y="375620"/>
                  <a:pt x="457748" y="369075"/>
                  <a:pt x="462075" y="364221"/>
                </a:cubicBezTo>
                <a:cubicBezTo>
                  <a:pt x="479540" y="344632"/>
                  <a:pt x="477398" y="298336"/>
                  <a:pt x="405617" y="298336"/>
                </a:cubicBezTo>
                <a:lnTo>
                  <a:pt x="332451" y="298336"/>
                </a:lnTo>
                <a:cubicBezTo>
                  <a:pt x="328865" y="298336"/>
                  <a:pt x="327781" y="299421"/>
                  <a:pt x="327781" y="303012"/>
                </a:cubicBezTo>
                <a:close/>
                <a:moveTo>
                  <a:pt x="405617" y="357569"/>
                </a:moveTo>
                <a:lnTo>
                  <a:pt x="369813" y="357569"/>
                </a:lnTo>
                <a:cubicBezTo>
                  <a:pt x="369813" y="317064"/>
                  <a:pt x="364674" y="323275"/>
                  <a:pt x="390049" y="323275"/>
                </a:cubicBezTo>
                <a:cubicBezTo>
                  <a:pt x="442508" y="323275"/>
                  <a:pt x="428970" y="357569"/>
                  <a:pt x="405617" y="357569"/>
                </a:cubicBezTo>
                <a:close/>
                <a:moveTo>
                  <a:pt x="323111" y="284307"/>
                </a:moveTo>
                <a:lnTo>
                  <a:pt x="475670" y="284307"/>
                </a:lnTo>
                <a:lnTo>
                  <a:pt x="475670" y="273767"/>
                </a:lnTo>
                <a:lnTo>
                  <a:pt x="475667" y="273767"/>
                </a:lnTo>
                <a:lnTo>
                  <a:pt x="475667" y="262486"/>
                </a:lnTo>
                <a:lnTo>
                  <a:pt x="475667" y="262319"/>
                </a:lnTo>
                <a:lnTo>
                  <a:pt x="475665" y="262157"/>
                </a:lnTo>
                <a:lnTo>
                  <a:pt x="475664" y="262157"/>
                </a:lnTo>
                <a:lnTo>
                  <a:pt x="475662" y="261996"/>
                </a:lnTo>
                <a:lnTo>
                  <a:pt x="475660" y="261996"/>
                </a:lnTo>
                <a:lnTo>
                  <a:pt x="475655" y="261842"/>
                </a:lnTo>
                <a:lnTo>
                  <a:pt x="475654" y="261842"/>
                </a:lnTo>
                <a:lnTo>
                  <a:pt x="475649" y="261688"/>
                </a:lnTo>
                <a:lnTo>
                  <a:pt x="475646" y="261688"/>
                </a:lnTo>
                <a:lnTo>
                  <a:pt x="475639" y="261540"/>
                </a:lnTo>
                <a:lnTo>
                  <a:pt x="475638" y="261540"/>
                </a:lnTo>
                <a:lnTo>
                  <a:pt x="475629" y="261396"/>
                </a:lnTo>
                <a:lnTo>
                  <a:pt x="475628" y="261396"/>
                </a:lnTo>
                <a:lnTo>
                  <a:pt x="475616" y="261255"/>
                </a:lnTo>
                <a:lnTo>
                  <a:pt x="475613" y="261255"/>
                </a:lnTo>
                <a:lnTo>
                  <a:pt x="475600" y="261115"/>
                </a:lnTo>
                <a:lnTo>
                  <a:pt x="475599" y="261115"/>
                </a:lnTo>
                <a:lnTo>
                  <a:pt x="475586" y="260981"/>
                </a:lnTo>
                <a:lnTo>
                  <a:pt x="475584" y="260981"/>
                </a:lnTo>
                <a:lnTo>
                  <a:pt x="475566" y="260849"/>
                </a:lnTo>
                <a:lnTo>
                  <a:pt x="475565" y="260849"/>
                </a:lnTo>
                <a:lnTo>
                  <a:pt x="475545" y="260721"/>
                </a:lnTo>
                <a:lnTo>
                  <a:pt x="475544" y="260721"/>
                </a:lnTo>
                <a:lnTo>
                  <a:pt x="475524" y="260596"/>
                </a:lnTo>
                <a:lnTo>
                  <a:pt x="475522" y="260596"/>
                </a:lnTo>
                <a:lnTo>
                  <a:pt x="475500" y="260475"/>
                </a:lnTo>
                <a:lnTo>
                  <a:pt x="475498" y="260475"/>
                </a:lnTo>
                <a:lnTo>
                  <a:pt x="475472" y="260356"/>
                </a:lnTo>
                <a:lnTo>
                  <a:pt x="475471" y="260356"/>
                </a:lnTo>
                <a:lnTo>
                  <a:pt x="475443" y="260241"/>
                </a:lnTo>
                <a:lnTo>
                  <a:pt x="475441" y="260241"/>
                </a:lnTo>
                <a:lnTo>
                  <a:pt x="475414" y="260127"/>
                </a:lnTo>
                <a:lnTo>
                  <a:pt x="475410" y="260127"/>
                </a:lnTo>
                <a:lnTo>
                  <a:pt x="475381" y="260019"/>
                </a:lnTo>
                <a:lnTo>
                  <a:pt x="475378" y="260019"/>
                </a:lnTo>
                <a:lnTo>
                  <a:pt x="475346" y="259913"/>
                </a:lnTo>
                <a:lnTo>
                  <a:pt x="475344" y="259913"/>
                </a:lnTo>
                <a:lnTo>
                  <a:pt x="475308" y="259810"/>
                </a:lnTo>
                <a:lnTo>
                  <a:pt x="475307" y="259810"/>
                </a:lnTo>
                <a:lnTo>
                  <a:pt x="475269" y="259711"/>
                </a:lnTo>
                <a:lnTo>
                  <a:pt x="475268" y="259711"/>
                </a:lnTo>
                <a:lnTo>
                  <a:pt x="475227" y="259613"/>
                </a:lnTo>
                <a:lnTo>
                  <a:pt x="475226" y="259613"/>
                </a:lnTo>
                <a:lnTo>
                  <a:pt x="475183" y="259519"/>
                </a:lnTo>
                <a:lnTo>
                  <a:pt x="475182" y="259519"/>
                </a:lnTo>
                <a:lnTo>
                  <a:pt x="475138" y="259428"/>
                </a:lnTo>
                <a:lnTo>
                  <a:pt x="475136" y="259428"/>
                </a:lnTo>
                <a:lnTo>
                  <a:pt x="475089" y="259339"/>
                </a:lnTo>
                <a:lnTo>
                  <a:pt x="475088" y="259339"/>
                </a:lnTo>
                <a:lnTo>
                  <a:pt x="475039" y="259253"/>
                </a:lnTo>
                <a:lnTo>
                  <a:pt x="475036" y="259253"/>
                </a:lnTo>
                <a:lnTo>
                  <a:pt x="474985" y="259172"/>
                </a:lnTo>
                <a:lnTo>
                  <a:pt x="474982" y="259172"/>
                </a:lnTo>
                <a:lnTo>
                  <a:pt x="474929" y="259093"/>
                </a:lnTo>
                <a:lnTo>
                  <a:pt x="474927" y="259093"/>
                </a:lnTo>
                <a:lnTo>
                  <a:pt x="474870" y="259015"/>
                </a:lnTo>
                <a:lnTo>
                  <a:pt x="474869" y="259015"/>
                </a:lnTo>
                <a:lnTo>
                  <a:pt x="474809" y="258942"/>
                </a:lnTo>
                <a:lnTo>
                  <a:pt x="474807" y="258942"/>
                </a:lnTo>
                <a:lnTo>
                  <a:pt x="474745" y="258869"/>
                </a:lnTo>
                <a:lnTo>
                  <a:pt x="474744" y="258869"/>
                </a:lnTo>
                <a:lnTo>
                  <a:pt x="474681" y="258801"/>
                </a:lnTo>
                <a:lnTo>
                  <a:pt x="474679" y="258801"/>
                </a:lnTo>
                <a:lnTo>
                  <a:pt x="474612" y="258736"/>
                </a:lnTo>
                <a:lnTo>
                  <a:pt x="474609" y="258736"/>
                </a:lnTo>
                <a:lnTo>
                  <a:pt x="474539" y="258671"/>
                </a:lnTo>
                <a:lnTo>
                  <a:pt x="474538" y="258671"/>
                </a:lnTo>
                <a:lnTo>
                  <a:pt x="474465" y="258609"/>
                </a:lnTo>
                <a:lnTo>
                  <a:pt x="474463" y="258609"/>
                </a:lnTo>
                <a:lnTo>
                  <a:pt x="474389" y="258552"/>
                </a:lnTo>
                <a:lnTo>
                  <a:pt x="474387" y="258552"/>
                </a:lnTo>
                <a:lnTo>
                  <a:pt x="474309" y="258497"/>
                </a:lnTo>
                <a:lnTo>
                  <a:pt x="474307" y="258497"/>
                </a:lnTo>
                <a:lnTo>
                  <a:pt x="474228" y="258444"/>
                </a:lnTo>
                <a:lnTo>
                  <a:pt x="474225" y="258444"/>
                </a:lnTo>
                <a:lnTo>
                  <a:pt x="474142" y="258392"/>
                </a:lnTo>
                <a:lnTo>
                  <a:pt x="474139" y="258392"/>
                </a:lnTo>
                <a:lnTo>
                  <a:pt x="474053" y="258342"/>
                </a:lnTo>
                <a:lnTo>
                  <a:pt x="474051" y="258342"/>
                </a:lnTo>
                <a:lnTo>
                  <a:pt x="473964" y="258296"/>
                </a:lnTo>
                <a:lnTo>
                  <a:pt x="473962" y="258296"/>
                </a:lnTo>
                <a:lnTo>
                  <a:pt x="473868" y="258252"/>
                </a:lnTo>
                <a:lnTo>
                  <a:pt x="473866" y="258252"/>
                </a:lnTo>
                <a:lnTo>
                  <a:pt x="473772" y="258210"/>
                </a:lnTo>
                <a:lnTo>
                  <a:pt x="473770" y="258210"/>
                </a:lnTo>
                <a:lnTo>
                  <a:pt x="473673" y="258171"/>
                </a:lnTo>
                <a:lnTo>
                  <a:pt x="473672" y="258171"/>
                </a:lnTo>
                <a:lnTo>
                  <a:pt x="473569" y="258134"/>
                </a:lnTo>
                <a:lnTo>
                  <a:pt x="473568" y="258134"/>
                </a:lnTo>
                <a:lnTo>
                  <a:pt x="473464" y="258098"/>
                </a:lnTo>
                <a:lnTo>
                  <a:pt x="473462" y="258098"/>
                </a:lnTo>
                <a:lnTo>
                  <a:pt x="473355" y="258066"/>
                </a:lnTo>
                <a:lnTo>
                  <a:pt x="473354" y="258066"/>
                </a:lnTo>
                <a:lnTo>
                  <a:pt x="473242" y="258035"/>
                </a:lnTo>
                <a:lnTo>
                  <a:pt x="473240" y="258035"/>
                </a:lnTo>
                <a:lnTo>
                  <a:pt x="473128" y="258007"/>
                </a:lnTo>
                <a:lnTo>
                  <a:pt x="473126" y="258007"/>
                </a:lnTo>
                <a:lnTo>
                  <a:pt x="473010" y="257980"/>
                </a:lnTo>
                <a:lnTo>
                  <a:pt x="473006" y="257980"/>
                </a:lnTo>
                <a:lnTo>
                  <a:pt x="472886" y="257955"/>
                </a:lnTo>
                <a:lnTo>
                  <a:pt x="472885" y="257955"/>
                </a:lnTo>
                <a:lnTo>
                  <a:pt x="472763" y="257934"/>
                </a:lnTo>
                <a:lnTo>
                  <a:pt x="472760" y="257934"/>
                </a:lnTo>
                <a:lnTo>
                  <a:pt x="472635" y="257913"/>
                </a:lnTo>
                <a:lnTo>
                  <a:pt x="472632" y="257913"/>
                </a:lnTo>
                <a:lnTo>
                  <a:pt x="472502" y="257894"/>
                </a:lnTo>
                <a:lnTo>
                  <a:pt x="472500" y="257894"/>
                </a:lnTo>
                <a:lnTo>
                  <a:pt x="472369" y="257879"/>
                </a:lnTo>
                <a:lnTo>
                  <a:pt x="472366" y="257879"/>
                </a:lnTo>
                <a:lnTo>
                  <a:pt x="472231" y="257863"/>
                </a:lnTo>
                <a:lnTo>
                  <a:pt x="472229" y="257863"/>
                </a:lnTo>
                <a:lnTo>
                  <a:pt x="472090" y="257850"/>
                </a:lnTo>
                <a:lnTo>
                  <a:pt x="472087" y="257850"/>
                </a:lnTo>
                <a:lnTo>
                  <a:pt x="471944" y="257840"/>
                </a:lnTo>
                <a:lnTo>
                  <a:pt x="471942" y="257840"/>
                </a:lnTo>
                <a:lnTo>
                  <a:pt x="471795" y="257831"/>
                </a:lnTo>
                <a:lnTo>
                  <a:pt x="471793" y="257831"/>
                </a:lnTo>
                <a:lnTo>
                  <a:pt x="471644" y="257824"/>
                </a:lnTo>
                <a:lnTo>
                  <a:pt x="471642" y="257824"/>
                </a:lnTo>
                <a:lnTo>
                  <a:pt x="471486" y="257818"/>
                </a:lnTo>
                <a:lnTo>
                  <a:pt x="471485" y="257818"/>
                </a:lnTo>
                <a:lnTo>
                  <a:pt x="471328" y="257814"/>
                </a:lnTo>
                <a:lnTo>
                  <a:pt x="471326" y="257814"/>
                </a:lnTo>
                <a:lnTo>
                  <a:pt x="471165" y="257809"/>
                </a:lnTo>
                <a:lnTo>
                  <a:pt x="471164" y="257809"/>
                </a:lnTo>
                <a:lnTo>
                  <a:pt x="470998" y="257809"/>
                </a:lnTo>
                <a:lnTo>
                  <a:pt x="470997" y="257809"/>
                </a:lnTo>
                <a:lnTo>
                  <a:pt x="437846" y="257809"/>
                </a:lnTo>
                <a:lnTo>
                  <a:pt x="378222" y="257809"/>
                </a:lnTo>
                <a:lnTo>
                  <a:pt x="335829" y="257809"/>
                </a:lnTo>
                <a:lnTo>
                  <a:pt x="323111" y="257809"/>
                </a:lnTo>
                <a:lnTo>
                  <a:pt x="323111" y="284307"/>
                </a:lnTo>
                <a:close/>
                <a:moveTo>
                  <a:pt x="323111" y="173636"/>
                </a:moveTo>
                <a:cubicBezTo>
                  <a:pt x="323111" y="185163"/>
                  <a:pt x="325656" y="195901"/>
                  <a:pt x="330044" y="205417"/>
                </a:cubicBezTo>
                <a:lnTo>
                  <a:pt x="330416" y="206210"/>
                </a:lnTo>
                <a:lnTo>
                  <a:pt x="330878" y="207164"/>
                </a:lnTo>
                <a:lnTo>
                  <a:pt x="331342" y="208090"/>
                </a:lnTo>
                <a:lnTo>
                  <a:pt x="331390" y="208186"/>
                </a:lnTo>
                <a:cubicBezTo>
                  <a:pt x="331668" y="208726"/>
                  <a:pt x="331950" y="209266"/>
                  <a:pt x="332239" y="209798"/>
                </a:cubicBezTo>
                <a:lnTo>
                  <a:pt x="332417" y="210123"/>
                </a:lnTo>
                <a:lnTo>
                  <a:pt x="332847" y="210898"/>
                </a:lnTo>
                <a:lnTo>
                  <a:pt x="333370" y="211808"/>
                </a:lnTo>
                <a:lnTo>
                  <a:pt x="333381" y="211828"/>
                </a:lnTo>
                <a:lnTo>
                  <a:pt x="333887" y="212679"/>
                </a:lnTo>
                <a:lnTo>
                  <a:pt x="333962" y="212803"/>
                </a:lnTo>
                <a:cubicBezTo>
                  <a:pt x="334284" y="213338"/>
                  <a:pt x="334615" y="213870"/>
                  <a:pt x="334950" y="214396"/>
                </a:cubicBezTo>
                <a:lnTo>
                  <a:pt x="335053" y="214558"/>
                </a:lnTo>
                <a:cubicBezTo>
                  <a:pt x="336163" y="216287"/>
                  <a:pt x="337339" y="217964"/>
                  <a:pt x="338572" y="219580"/>
                </a:cubicBezTo>
                <a:lnTo>
                  <a:pt x="339203" y="220393"/>
                </a:lnTo>
                <a:cubicBezTo>
                  <a:pt x="340463" y="222000"/>
                  <a:pt x="341784" y="223545"/>
                  <a:pt x="343156" y="225029"/>
                </a:cubicBezTo>
                <a:lnTo>
                  <a:pt x="343283" y="225162"/>
                </a:lnTo>
                <a:cubicBezTo>
                  <a:pt x="343711" y="225623"/>
                  <a:pt x="344146" y="226077"/>
                  <a:pt x="344585" y="226526"/>
                </a:cubicBezTo>
                <a:lnTo>
                  <a:pt x="344603" y="226544"/>
                </a:lnTo>
                <a:cubicBezTo>
                  <a:pt x="345067" y="227016"/>
                  <a:pt x="345534" y="227482"/>
                  <a:pt x="346008" y="227941"/>
                </a:cubicBezTo>
                <a:lnTo>
                  <a:pt x="346032" y="227965"/>
                </a:lnTo>
                <a:lnTo>
                  <a:pt x="346687" y="228590"/>
                </a:lnTo>
                <a:lnTo>
                  <a:pt x="346759" y="228659"/>
                </a:lnTo>
                <a:lnTo>
                  <a:pt x="347500" y="229344"/>
                </a:lnTo>
                <a:lnTo>
                  <a:pt x="348130" y="229912"/>
                </a:lnTo>
                <a:lnTo>
                  <a:pt x="348365" y="230121"/>
                </a:lnTo>
                <a:cubicBezTo>
                  <a:pt x="348796" y="230505"/>
                  <a:pt x="349233" y="230880"/>
                  <a:pt x="349672" y="231253"/>
                </a:cubicBezTo>
                <a:lnTo>
                  <a:pt x="349787" y="231350"/>
                </a:lnTo>
                <a:lnTo>
                  <a:pt x="350535" y="231970"/>
                </a:lnTo>
                <a:lnTo>
                  <a:pt x="351311" y="232596"/>
                </a:lnTo>
                <a:lnTo>
                  <a:pt x="351998" y="233135"/>
                </a:lnTo>
                <a:lnTo>
                  <a:pt x="352219" y="233307"/>
                </a:lnTo>
                <a:cubicBezTo>
                  <a:pt x="352654" y="233641"/>
                  <a:pt x="353092" y="233970"/>
                  <a:pt x="353533" y="234293"/>
                </a:cubicBezTo>
                <a:lnTo>
                  <a:pt x="353736" y="234442"/>
                </a:lnTo>
                <a:lnTo>
                  <a:pt x="354454" y="234956"/>
                </a:lnTo>
                <a:lnTo>
                  <a:pt x="354492" y="234986"/>
                </a:lnTo>
                <a:lnTo>
                  <a:pt x="355304" y="235552"/>
                </a:lnTo>
                <a:lnTo>
                  <a:pt x="355935" y="235980"/>
                </a:lnTo>
                <a:lnTo>
                  <a:pt x="356394" y="236287"/>
                </a:lnTo>
                <a:lnTo>
                  <a:pt x="356946" y="236648"/>
                </a:lnTo>
                <a:lnTo>
                  <a:pt x="357778" y="237176"/>
                </a:lnTo>
                <a:lnTo>
                  <a:pt x="358614" y="237691"/>
                </a:lnTo>
                <a:lnTo>
                  <a:pt x="359455" y="238194"/>
                </a:lnTo>
                <a:lnTo>
                  <a:pt x="360166" y="238606"/>
                </a:lnTo>
                <a:lnTo>
                  <a:pt x="360563" y="238832"/>
                </a:lnTo>
                <a:lnTo>
                  <a:pt x="361155" y="239163"/>
                </a:lnTo>
                <a:lnTo>
                  <a:pt x="362014" y="239625"/>
                </a:lnTo>
                <a:lnTo>
                  <a:pt x="362054" y="239646"/>
                </a:lnTo>
                <a:lnTo>
                  <a:pt x="362849" y="240063"/>
                </a:lnTo>
                <a:lnTo>
                  <a:pt x="362877" y="240078"/>
                </a:lnTo>
                <a:lnTo>
                  <a:pt x="363744" y="240512"/>
                </a:lnTo>
                <a:lnTo>
                  <a:pt x="364418" y="240840"/>
                </a:lnTo>
                <a:lnTo>
                  <a:pt x="364979" y="241106"/>
                </a:lnTo>
                <a:lnTo>
                  <a:pt x="365921" y="241538"/>
                </a:lnTo>
                <a:lnTo>
                  <a:pt x="366512" y="241802"/>
                </a:lnTo>
                <a:lnTo>
                  <a:pt x="367263" y="242125"/>
                </a:lnTo>
                <a:lnTo>
                  <a:pt x="368153" y="242495"/>
                </a:lnTo>
                <a:lnTo>
                  <a:pt x="368838" y="242766"/>
                </a:lnTo>
                <a:lnTo>
                  <a:pt x="369501" y="243022"/>
                </a:lnTo>
                <a:lnTo>
                  <a:pt x="369944" y="243191"/>
                </a:lnTo>
                <a:lnTo>
                  <a:pt x="370848" y="243515"/>
                </a:lnTo>
                <a:lnTo>
                  <a:pt x="370960" y="243554"/>
                </a:lnTo>
                <a:lnTo>
                  <a:pt x="371750" y="243828"/>
                </a:lnTo>
                <a:lnTo>
                  <a:pt x="371753" y="243828"/>
                </a:lnTo>
                <a:lnTo>
                  <a:pt x="372661" y="244127"/>
                </a:lnTo>
                <a:lnTo>
                  <a:pt x="372717" y="244143"/>
                </a:lnTo>
                <a:lnTo>
                  <a:pt x="373249" y="244310"/>
                </a:lnTo>
                <a:lnTo>
                  <a:pt x="374181" y="244587"/>
                </a:lnTo>
                <a:lnTo>
                  <a:pt x="374467" y="244673"/>
                </a:lnTo>
                <a:lnTo>
                  <a:pt x="374485" y="244676"/>
                </a:lnTo>
                <a:lnTo>
                  <a:pt x="375403" y="244930"/>
                </a:lnTo>
                <a:lnTo>
                  <a:pt x="375563" y="244972"/>
                </a:lnTo>
                <a:lnTo>
                  <a:pt x="376300" y="245163"/>
                </a:lnTo>
                <a:lnTo>
                  <a:pt x="376323" y="245168"/>
                </a:lnTo>
                <a:lnTo>
                  <a:pt x="377246" y="245392"/>
                </a:lnTo>
                <a:cubicBezTo>
                  <a:pt x="378405" y="245663"/>
                  <a:pt x="379575" y="245901"/>
                  <a:pt x="380745" y="246101"/>
                </a:cubicBezTo>
                <a:lnTo>
                  <a:pt x="380891" y="246127"/>
                </a:lnTo>
                <a:lnTo>
                  <a:pt x="382046" y="246308"/>
                </a:lnTo>
                <a:lnTo>
                  <a:pt x="382192" y="246329"/>
                </a:lnTo>
                <a:lnTo>
                  <a:pt x="382208" y="246333"/>
                </a:lnTo>
                <a:lnTo>
                  <a:pt x="382336" y="246351"/>
                </a:lnTo>
                <a:cubicBezTo>
                  <a:pt x="382771" y="246411"/>
                  <a:pt x="383204" y="246471"/>
                  <a:pt x="383640" y="246521"/>
                </a:cubicBezTo>
                <a:lnTo>
                  <a:pt x="383770" y="246535"/>
                </a:lnTo>
                <a:lnTo>
                  <a:pt x="383786" y="246535"/>
                </a:lnTo>
                <a:lnTo>
                  <a:pt x="383931" y="246553"/>
                </a:lnTo>
                <a:lnTo>
                  <a:pt x="385094" y="246672"/>
                </a:lnTo>
                <a:lnTo>
                  <a:pt x="385240" y="246685"/>
                </a:lnTo>
                <a:lnTo>
                  <a:pt x="385337" y="246694"/>
                </a:lnTo>
                <a:lnTo>
                  <a:pt x="385386" y="246698"/>
                </a:lnTo>
                <a:lnTo>
                  <a:pt x="385530" y="246709"/>
                </a:lnTo>
                <a:lnTo>
                  <a:pt x="386695" y="246793"/>
                </a:lnTo>
                <a:lnTo>
                  <a:pt x="386841" y="246803"/>
                </a:lnTo>
                <a:lnTo>
                  <a:pt x="386907" y="246806"/>
                </a:lnTo>
                <a:lnTo>
                  <a:pt x="386985" y="246811"/>
                </a:lnTo>
                <a:cubicBezTo>
                  <a:pt x="387464" y="246840"/>
                  <a:pt x="387942" y="246858"/>
                  <a:pt x="388421" y="246874"/>
                </a:cubicBezTo>
                <a:lnTo>
                  <a:pt x="388443" y="246874"/>
                </a:lnTo>
                <a:lnTo>
                  <a:pt x="388477" y="246876"/>
                </a:lnTo>
                <a:lnTo>
                  <a:pt x="388500" y="246876"/>
                </a:lnTo>
                <a:cubicBezTo>
                  <a:pt x="389016" y="246891"/>
                  <a:pt x="389532" y="246899"/>
                  <a:pt x="390048" y="246899"/>
                </a:cubicBezTo>
                <a:lnTo>
                  <a:pt x="390049" y="246899"/>
                </a:lnTo>
                <a:lnTo>
                  <a:pt x="390638" y="246899"/>
                </a:lnTo>
                <a:lnTo>
                  <a:pt x="391156" y="246899"/>
                </a:lnTo>
                <a:lnTo>
                  <a:pt x="391225" y="246899"/>
                </a:lnTo>
                <a:lnTo>
                  <a:pt x="391811" y="246899"/>
                </a:lnTo>
                <a:lnTo>
                  <a:pt x="392252" y="246899"/>
                </a:lnTo>
                <a:lnTo>
                  <a:pt x="392392" y="246899"/>
                </a:lnTo>
                <a:lnTo>
                  <a:pt x="392972" y="246899"/>
                </a:lnTo>
                <a:lnTo>
                  <a:pt x="393339" y="246899"/>
                </a:lnTo>
                <a:lnTo>
                  <a:pt x="393550" y="246899"/>
                </a:lnTo>
                <a:lnTo>
                  <a:pt x="394123" y="246899"/>
                </a:lnTo>
                <a:lnTo>
                  <a:pt x="394418" y="246897"/>
                </a:lnTo>
                <a:lnTo>
                  <a:pt x="394697" y="246897"/>
                </a:lnTo>
                <a:lnTo>
                  <a:pt x="395265" y="246897"/>
                </a:lnTo>
                <a:lnTo>
                  <a:pt x="395488" y="246896"/>
                </a:lnTo>
                <a:lnTo>
                  <a:pt x="395832" y="246896"/>
                </a:lnTo>
                <a:lnTo>
                  <a:pt x="396397" y="246894"/>
                </a:lnTo>
                <a:lnTo>
                  <a:pt x="396551" y="246894"/>
                </a:lnTo>
                <a:lnTo>
                  <a:pt x="396960" y="246891"/>
                </a:lnTo>
                <a:lnTo>
                  <a:pt x="397519" y="246887"/>
                </a:lnTo>
                <a:lnTo>
                  <a:pt x="397602" y="246887"/>
                </a:lnTo>
                <a:lnTo>
                  <a:pt x="398076" y="246886"/>
                </a:lnTo>
                <a:lnTo>
                  <a:pt x="398632" y="246881"/>
                </a:lnTo>
                <a:lnTo>
                  <a:pt x="398647" y="246881"/>
                </a:lnTo>
                <a:lnTo>
                  <a:pt x="399185" y="246876"/>
                </a:lnTo>
                <a:lnTo>
                  <a:pt x="399683" y="246873"/>
                </a:lnTo>
                <a:lnTo>
                  <a:pt x="399737" y="246873"/>
                </a:lnTo>
                <a:lnTo>
                  <a:pt x="400285" y="246865"/>
                </a:lnTo>
                <a:lnTo>
                  <a:pt x="400712" y="246860"/>
                </a:lnTo>
                <a:lnTo>
                  <a:pt x="400830" y="246858"/>
                </a:lnTo>
                <a:lnTo>
                  <a:pt x="401375" y="246852"/>
                </a:lnTo>
                <a:lnTo>
                  <a:pt x="401730" y="246845"/>
                </a:lnTo>
                <a:lnTo>
                  <a:pt x="401917" y="246842"/>
                </a:lnTo>
                <a:lnTo>
                  <a:pt x="402456" y="246834"/>
                </a:lnTo>
                <a:lnTo>
                  <a:pt x="402744" y="246827"/>
                </a:lnTo>
                <a:lnTo>
                  <a:pt x="402994" y="246823"/>
                </a:lnTo>
                <a:lnTo>
                  <a:pt x="403529" y="246811"/>
                </a:lnTo>
                <a:lnTo>
                  <a:pt x="403750" y="246806"/>
                </a:lnTo>
                <a:lnTo>
                  <a:pt x="404063" y="246798"/>
                </a:lnTo>
                <a:lnTo>
                  <a:pt x="404594" y="246784"/>
                </a:lnTo>
                <a:lnTo>
                  <a:pt x="404749" y="246780"/>
                </a:lnTo>
                <a:lnTo>
                  <a:pt x="405124" y="246771"/>
                </a:lnTo>
                <a:lnTo>
                  <a:pt x="405651" y="246753"/>
                </a:lnTo>
                <a:lnTo>
                  <a:pt x="405742" y="246751"/>
                </a:lnTo>
                <a:lnTo>
                  <a:pt x="406178" y="246737"/>
                </a:lnTo>
                <a:lnTo>
                  <a:pt x="406702" y="246717"/>
                </a:lnTo>
                <a:lnTo>
                  <a:pt x="406727" y="246717"/>
                </a:lnTo>
                <a:lnTo>
                  <a:pt x="407225" y="246698"/>
                </a:lnTo>
                <a:lnTo>
                  <a:pt x="407703" y="246677"/>
                </a:lnTo>
                <a:lnTo>
                  <a:pt x="407744" y="246675"/>
                </a:lnTo>
                <a:lnTo>
                  <a:pt x="408263" y="246652"/>
                </a:lnTo>
                <a:lnTo>
                  <a:pt x="408678" y="246633"/>
                </a:lnTo>
                <a:lnTo>
                  <a:pt x="408779" y="246628"/>
                </a:lnTo>
                <a:lnTo>
                  <a:pt x="409293" y="246602"/>
                </a:lnTo>
                <a:lnTo>
                  <a:pt x="409643" y="246584"/>
                </a:lnTo>
                <a:lnTo>
                  <a:pt x="409806" y="246574"/>
                </a:lnTo>
                <a:lnTo>
                  <a:pt x="410318" y="246545"/>
                </a:lnTo>
                <a:lnTo>
                  <a:pt x="410604" y="246527"/>
                </a:lnTo>
                <a:lnTo>
                  <a:pt x="410828" y="246514"/>
                </a:lnTo>
                <a:lnTo>
                  <a:pt x="411335" y="246480"/>
                </a:lnTo>
                <a:lnTo>
                  <a:pt x="411556" y="246467"/>
                </a:lnTo>
                <a:lnTo>
                  <a:pt x="411843" y="246446"/>
                </a:lnTo>
                <a:lnTo>
                  <a:pt x="412347" y="246409"/>
                </a:lnTo>
                <a:lnTo>
                  <a:pt x="412505" y="246398"/>
                </a:lnTo>
                <a:lnTo>
                  <a:pt x="412850" y="246372"/>
                </a:lnTo>
                <a:lnTo>
                  <a:pt x="413352" y="246331"/>
                </a:lnTo>
                <a:lnTo>
                  <a:pt x="413447" y="246323"/>
                </a:lnTo>
                <a:lnTo>
                  <a:pt x="413853" y="246287"/>
                </a:lnTo>
                <a:lnTo>
                  <a:pt x="414352" y="246243"/>
                </a:lnTo>
                <a:lnTo>
                  <a:pt x="414387" y="246240"/>
                </a:lnTo>
                <a:lnTo>
                  <a:pt x="414849" y="246196"/>
                </a:lnTo>
                <a:lnTo>
                  <a:pt x="415318" y="246151"/>
                </a:lnTo>
                <a:lnTo>
                  <a:pt x="415345" y="246148"/>
                </a:lnTo>
                <a:lnTo>
                  <a:pt x="415840" y="246096"/>
                </a:lnTo>
                <a:lnTo>
                  <a:pt x="416332" y="246042"/>
                </a:lnTo>
                <a:lnTo>
                  <a:pt x="416825" y="245987"/>
                </a:lnTo>
                <a:lnTo>
                  <a:pt x="417169" y="245947"/>
                </a:lnTo>
                <a:lnTo>
                  <a:pt x="417315" y="245929"/>
                </a:lnTo>
                <a:lnTo>
                  <a:pt x="417804" y="245869"/>
                </a:lnTo>
                <a:lnTo>
                  <a:pt x="418291" y="245805"/>
                </a:lnTo>
                <a:lnTo>
                  <a:pt x="418779" y="245741"/>
                </a:lnTo>
                <a:lnTo>
                  <a:pt x="419002" y="245710"/>
                </a:lnTo>
                <a:lnTo>
                  <a:pt x="419263" y="245671"/>
                </a:lnTo>
                <a:lnTo>
                  <a:pt x="419749" y="245603"/>
                </a:lnTo>
                <a:lnTo>
                  <a:pt x="419910" y="245577"/>
                </a:lnTo>
                <a:lnTo>
                  <a:pt x="420231" y="245528"/>
                </a:lnTo>
                <a:lnTo>
                  <a:pt x="420715" y="245453"/>
                </a:lnTo>
                <a:lnTo>
                  <a:pt x="420817" y="245436"/>
                </a:lnTo>
                <a:lnTo>
                  <a:pt x="421195" y="245372"/>
                </a:lnTo>
                <a:lnTo>
                  <a:pt x="421675" y="245293"/>
                </a:lnTo>
                <a:lnTo>
                  <a:pt x="421719" y="245285"/>
                </a:lnTo>
                <a:lnTo>
                  <a:pt x="422155" y="245209"/>
                </a:lnTo>
                <a:lnTo>
                  <a:pt x="422616" y="245124"/>
                </a:lnTo>
                <a:lnTo>
                  <a:pt x="422634" y="245121"/>
                </a:lnTo>
                <a:lnTo>
                  <a:pt x="423109" y="245030"/>
                </a:lnTo>
                <a:lnTo>
                  <a:pt x="423511" y="244952"/>
                </a:lnTo>
                <a:lnTo>
                  <a:pt x="423586" y="244936"/>
                </a:lnTo>
                <a:cubicBezTo>
                  <a:pt x="432491" y="243163"/>
                  <a:pt x="440919" y="239786"/>
                  <a:pt x="449693" y="233359"/>
                </a:cubicBezTo>
                <a:cubicBezTo>
                  <a:pt x="452887" y="231018"/>
                  <a:pt x="456323" y="227772"/>
                  <a:pt x="459479" y="223901"/>
                </a:cubicBezTo>
                <a:lnTo>
                  <a:pt x="459479" y="223898"/>
                </a:lnTo>
                <a:lnTo>
                  <a:pt x="459766" y="223546"/>
                </a:lnTo>
                <a:lnTo>
                  <a:pt x="459775" y="223535"/>
                </a:lnTo>
                <a:cubicBezTo>
                  <a:pt x="460655" y="222438"/>
                  <a:pt x="461517" y="221290"/>
                  <a:pt x="462341" y="220101"/>
                </a:cubicBezTo>
                <a:lnTo>
                  <a:pt x="462615" y="219703"/>
                </a:lnTo>
                <a:lnTo>
                  <a:pt x="462884" y="219301"/>
                </a:lnTo>
                <a:lnTo>
                  <a:pt x="463149" y="218908"/>
                </a:lnTo>
                <a:lnTo>
                  <a:pt x="463153" y="218897"/>
                </a:lnTo>
                <a:lnTo>
                  <a:pt x="463682" y="218081"/>
                </a:lnTo>
                <a:lnTo>
                  <a:pt x="463935" y="217677"/>
                </a:lnTo>
                <a:lnTo>
                  <a:pt x="463940" y="217668"/>
                </a:lnTo>
                <a:cubicBezTo>
                  <a:pt x="465918" y="214491"/>
                  <a:pt x="467619" y="211065"/>
                  <a:pt x="468857" y="207492"/>
                </a:cubicBezTo>
                <a:lnTo>
                  <a:pt x="469016" y="207031"/>
                </a:lnTo>
                <a:lnTo>
                  <a:pt x="469016" y="207025"/>
                </a:lnTo>
                <a:lnTo>
                  <a:pt x="469318" y="206087"/>
                </a:lnTo>
                <a:lnTo>
                  <a:pt x="469459" y="205621"/>
                </a:lnTo>
                <a:lnTo>
                  <a:pt x="469459" y="205615"/>
                </a:lnTo>
                <a:lnTo>
                  <a:pt x="469597" y="205143"/>
                </a:lnTo>
                <a:cubicBezTo>
                  <a:pt x="469726" y="204684"/>
                  <a:pt x="469850" y="204223"/>
                  <a:pt x="469960" y="203761"/>
                </a:cubicBezTo>
                <a:lnTo>
                  <a:pt x="469971" y="203715"/>
                </a:lnTo>
                <a:lnTo>
                  <a:pt x="470030" y="203480"/>
                </a:lnTo>
                <a:lnTo>
                  <a:pt x="470085" y="203238"/>
                </a:lnTo>
                <a:lnTo>
                  <a:pt x="470192" y="202762"/>
                </a:lnTo>
                <a:lnTo>
                  <a:pt x="470192" y="202758"/>
                </a:lnTo>
                <a:lnTo>
                  <a:pt x="470291" y="202278"/>
                </a:lnTo>
                <a:lnTo>
                  <a:pt x="470387" y="201800"/>
                </a:lnTo>
                <a:lnTo>
                  <a:pt x="470388" y="201788"/>
                </a:lnTo>
                <a:lnTo>
                  <a:pt x="470531" y="200987"/>
                </a:lnTo>
                <a:lnTo>
                  <a:pt x="470557" y="200830"/>
                </a:lnTo>
                <a:lnTo>
                  <a:pt x="470596" y="200589"/>
                </a:lnTo>
                <a:lnTo>
                  <a:pt x="470632" y="200345"/>
                </a:lnTo>
                <a:lnTo>
                  <a:pt x="470649" y="200215"/>
                </a:lnTo>
                <a:lnTo>
                  <a:pt x="470745" y="199512"/>
                </a:lnTo>
                <a:lnTo>
                  <a:pt x="470770" y="199300"/>
                </a:lnTo>
                <a:cubicBezTo>
                  <a:pt x="470838" y="198705"/>
                  <a:pt x="470894" y="198109"/>
                  <a:pt x="470932" y="197512"/>
                </a:cubicBezTo>
                <a:lnTo>
                  <a:pt x="470938" y="197420"/>
                </a:lnTo>
                <a:lnTo>
                  <a:pt x="470963" y="196930"/>
                </a:lnTo>
                <a:lnTo>
                  <a:pt x="470964" y="196930"/>
                </a:lnTo>
                <a:lnTo>
                  <a:pt x="470982" y="196440"/>
                </a:lnTo>
                <a:lnTo>
                  <a:pt x="470993" y="195948"/>
                </a:lnTo>
                <a:lnTo>
                  <a:pt x="470997" y="195457"/>
                </a:lnTo>
                <a:lnTo>
                  <a:pt x="470912" y="195454"/>
                </a:lnTo>
                <a:lnTo>
                  <a:pt x="465605" y="195176"/>
                </a:lnTo>
                <a:lnTo>
                  <a:pt x="464532" y="195120"/>
                </a:lnTo>
                <a:cubicBezTo>
                  <a:pt x="412909" y="192357"/>
                  <a:pt x="440513" y="192378"/>
                  <a:pt x="423925" y="210671"/>
                </a:cubicBezTo>
                <a:cubicBezTo>
                  <a:pt x="412198" y="223600"/>
                  <a:pt x="365078" y="228817"/>
                  <a:pt x="371085" y="173423"/>
                </a:cubicBezTo>
                <a:cubicBezTo>
                  <a:pt x="373051" y="155287"/>
                  <a:pt x="373153" y="131550"/>
                  <a:pt x="402504" y="131550"/>
                </a:cubicBezTo>
                <a:cubicBezTo>
                  <a:pt x="419701" y="131550"/>
                  <a:pt x="428968" y="143418"/>
                  <a:pt x="428968" y="161166"/>
                </a:cubicBezTo>
                <a:cubicBezTo>
                  <a:pt x="445104" y="161166"/>
                  <a:pt x="455075" y="159607"/>
                  <a:pt x="470998" y="159607"/>
                </a:cubicBezTo>
                <a:cubicBezTo>
                  <a:pt x="470998" y="139441"/>
                  <a:pt x="460835" y="126433"/>
                  <a:pt x="449477" y="117246"/>
                </a:cubicBezTo>
                <a:cubicBezTo>
                  <a:pt x="431113" y="102395"/>
                  <a:pt x="390518" y="100207"/>
                  <a:pt x="369320" y="109231"/>
                </a:cubicBezTo>
                <a:cubicBezTo>
                  <a:pt x="365303" y="110941"/>
                  <a:pt x="360580" y="113246"/>
                  <a:pt x="356816" y="115416"/>
                </a:cubicBezTo>
                <a:cubicBezTo>
                  <a:pt x="338504" y="125982"/>
                  <a:pt x="323111" y="152332"/>
                  <a:pt x="323111" y="173636"/>
                </a:cubicBezTo>
                <a:close/>
                <a:moveTo>
                  <a:pt x="121516" y="345057"/>
                </a:moveTo>
                <a:cubicBezTo>
                  <a:pt x="121015" y="345690"/>
                  <a:pt x="120191" y="346574"/>
                  <a:pt x="119305" y="347453"/>
                </a:cubicBezTo>
                <a:cubicBezTo>
                  <a:pt x="116536" y="350357"/>
                  <a:pt x="115837" y="354401"/>
                  <a:pt x="117535" y="357303"/>
                </a:cubicBezTo>
                <a:lnTo>
                  <a:pt x="121328" y="363741"/>
                </a:lnTo>
                <a:cubicBezTo>
                  <a:pt x="122087" y="365006"/>
                  <a:pt x="123912" y="365323"/>
                  <a:pt x="125433" y="364439"/>
                </a:cubicBezTo>
                <a:lnTo>
                  <a:pt x="131998" y="360524"/>
                </a:lnTo>
                <a:cubicBezTo>
                  <a:pt x="136359" y="357939"/>
                  <a:pt x="139071" y="353453"/>
                  <a:pt x="138878" y="349040"/>
                </a:cubicBezTo>
                <a:cubicBezTo>
                  <a:pt x="138751" y="346004"/>
                  <a:pt x="138503" y="343038"/>
                  <a:pt x="138373" y="342282"/>
                </a:cubicBezTo>
                <a:cubicBezTo>
                  <a:pt x="138943" y="342728"/>
                  <a:pt x="141465" y="344366"/>
                  <a:pt x="144054" y="345944"/>
                </a:cubicBezTo>
                <a:cubicBezTo>
                  <a:pt x="147777" y="348280"/>
                  <a:pt x="153086" y="348092"/>
                  <a:pt x="157437" y="345498"/>
                </a:cubicBezTo>
                <a:lnTo>
                  <a:pt x="164005" y="341594"/>
                </a:lnTo>
                <a:cubicBezTo>
                  <a:pt x="165518" y="340708"/>
                  <a:pt x="166154" y="338938"/>
                  <a:pt x="165395" y="337680"/>
                </a:cubicBezTo>
                <a:lnTo>
                  <a:pt x="161603" y="331235"/>
                </a:lnTo>
                <a:cubicBezTo>
                  <a:pt x="159833" y="328268"/>
                  <a:pt x="156048" y="326943"/>
                  <a:pt x="152136" y="328026"/>
                </a:cubicBezTo>
                <a:cubicBezTo>
                  <a:pt x="150870" y="328333"/>
                  <a:pt x="149735" y="328654"/>
                  <a:pt x="148914" y="328777"/>
                </a:cubicBezTo>
                <a:lnTo>
                  <a:pt x="148914" y="328769"/>
                </a:lnTo>
                <a:cubicBezTo>
                  <a:pt x="154978" y="325174"/>
                  <a:pt x="157500" y="318097"/>
                  <a:pt x="154533" y="313049"/>
                </a:cubicBezTo>
                <a:lnTo>
                  <a:pt x="150494" y="306168"/>
                </a:lnTo>
                <a:lnTo>
                  <a:pt x="146453" y="299288"/>
                </a:lnTo>
                <a:cubicBezTo>
                  <a:pt x="145632" y="297898"/>
                  <a:pt x="143485" y="297650"/>
                  <a:pt x="141970" y="298847"/>
                </a:cubicBezTo>
                <a:cubicBezTo>
                  <a:pt x="126441" y="310841"/>
                  <a:pt x="132444" y="332180"/>
                  <a:pt x="132444" y="332180"/>
                </a:cubicBezTo>
                <a:cubicBezTo>
                  <a:pt x="132444" y="332180"/>
                  <a:pt x="116656" y="316583"/>
                  <a:pt x="98608" y="324415"/>
                </a:cubicBezTo>
                <a:cubicBezTo>
                  <a:pt x="96835" y="325174"/>
                  <a:pt x="95952" y="327192"/>
                  <a:pt x="96835" y="328579"/>
                </a:cubicBezTo>
                <a:lnTo>
                  <a:pt x="100875" y="335462"/>
                </a:lnTo>
                <a:lnTo>
                  <a:pt x="104911" y="342343"/>
                </a:lnTo>
                <a:cubicBezTo>
                  <a:pt x="107882" y="347393"/>
                  <a:pt x="115264" y="348593"/>
                  <a:pt x="121324" y="344996"/>
                </a:cubicBezTo>
                <a:lnTo>
                  <a:pt x="121516" y="345057"/>
                </a:lnTo>
                <a:close/>
                <a:moveTo>
                  <a:pt x="246887" y="384954"/>
                </a:moveTo>
                <a:cubicBezTo>
                  <a:pt x="242530" y="379528"/>
                  <a:pt x="234512" y="377883"/>
                  <a:pt x="226877" y="381098"/>
                </a:cubicBezTo>
                <a:cubicBezTo>
                  <a:pt x="224481" y="382114"/>
                  <a:pt x="222203" y="383001"/>
                  <a:pt x="220691" y="383497"/>
                </a:cubicBezTo>
                <a:lnTo>
                  <a:pt x="220816" y="383497"/>
                </a:lnTo>
                <a:cubicBezTo>
                  <a:pt x="232054" y="374533"/>
                  <a:pt x="235146" y="359640"/>
                  <a:pt x="227762" y="350295"/>
                </a:cubicBezTo>
                <a:lnTo>
                  <a:pt x="217723" y="337610"/>
                </a:lnTo>
                <a:lnTo>
                  <a:pt x="207620" y="324918"/>
                </a:lnTo>
                <a:cubicBezTo>
                  <a:pt x="205537" y="322329"/>
                  <a:pt x="201183" y="322462"/>
                  <a:pt x="198406" y="325301"/>
                </a:cubicBezTo>
                <a:cubicBezTo>
                  <a:pt x="170505" y="353771"/>
                  <a:pt x="188558" y="395057"/>
                  <a:pt x="188558" y="395057"/>
                </a:cubicBezTo>
                <a:cubicBezTo>
                  <a:pt x="188558" y="395057"/>
                  <a:pt x="152385" y="368100"/>
                  <a:pt x="118354" y="388802"/>
                </a:cubicBezTo>
                <a:cubicBezTo>
                  <a:pt x="115017" y="390830"/>
                  <a:pt x="113875" y="395122"/>
                  <a:pt x="115897" y="397709"/>
                </a:cubicBezTo>
                <a:lnTo>
                  <a:pt x="125996" y="410393"/>
                </a:lnTo>
                <a:lnTo>
                  <a:pt x="136036" y="423088"/>
                </a:lnTo>
                <a:cubicBezTo>
                  <a:pt x="143418" y="432367"/>
                  <a:pt x="158634" y="432743"/>
                  <a:pt x="169872" y="423842"/>
                </a:cubicBezTo>
                <a:lnTo>
                  <a:pt x="170000" y="423842"/>
                </a:lnTo>
                <a:cubicBezTo>
                  <a:pt x="169176" y="425104"/>
                  <a:pt x="167788" y="427122"/>
                  <a:pt x="166208" y="429267"/>
                </a:cubicBezTo>
                <a:cubicBezTo>
                  <a:pt x="161413" y="435953"/>
                  <a:pt x="161098" y="444168"/>
                  <a:pt x="165449" y="449597"/>
                </a:cubicBezTo>
                <a:lnTo>
                  <a:pt x="174925" y="461531"/>
                </a:lnTo>
                <a:cubicBezTo>
                  <a:pt x="176817" y="463867"/>
                  <a:pt x="180600" y="463995"/>
                  <a:pt x="183377" y="461719"/>
                </a:cubicBezTo>
                <a:lnTo>
                  <a:pt x="195558" y="452061"/>
                </a:lnTo>
                <a:cubicBezTo>
                  <a:pt x="203641" y="445621"/>
                  <a:pt x="207813" y="435775"/>
                  <a:pt x="206166" y="426999"/>
                </a:cubicBezTo>
                <a:cubicBezTo>
                  <a:pt x="205029" y="420938"/>
                  <a:pt x="203767" y="415000"/>
                  <a:pt x="203329" y="413553"/>
                </a:cubicBezTo>
                <a:cubicBezTo>
                  <a:pt x="204588" y="414309"/>
                  <a:pt x="210142" y="416898"/>
                  <a:pt x="215757" y="419360"/>
                </a:cubicBezTo>
                <a:cubicBezTo>
                  <a:pt x="223970" y="423021"/>
                  <a:pt x="234512" y="421187"/>
                  <a:pt x="242592" y="414753"/>
                </a:cubicBezTo>
                <a:lnTo>
                  <a:pt x="254771" y="405095"/>
                </a:lnTo>
                <a:cubicBezTo>
                  <a:pt x="257616" y="402879"/>
                  <a:pt x="258369" y="399158"/>
                  <a:pt x="256478" y="396760"/>
                </a:cubicBezTo>
                <a:lnTo>
                  <a:pt x="247007" y="384826"/>
                </a:lnTo>
                <a:lnTo>
                  <a:pt x="246887" y="384954"/>
                </a:lnTo>
                <a:close/>
                <a:moveTo>
                  <a:pt x="200492" y="215703"/>
                </a:moveTo>
                <a:lnTo>
                  <a:pt x="208827" y="223030"/>
                </a:lnTo>
                <a:cubicBezTo>
                  <a:pt x="214944" y="228397"/>
                  <a:pt x="225240" y="226752"/>
                  <a:pt x="231673" y="219368"/>
                </a:cubicBezTo>
                <a:cubicBezTo>
                  <a:pt x="231297" y="220317"/>
                  <a:pt x="230606" y="221832"/>
                  <a:pt x="229779" y="223475"/>
                </a:cubicBezTo>
                <a:cubicBezTo>
                  <a:pt x="227321" y="228586"/>
                  <a:pt x="228143" y="234142"/>
                  <a:pt x="231738" y="237294"/>
                </a:cubicBezTo>
                <a:lnTo>
                  <a:pt x="239568" y="244175"/>
                </a:lnTo>
                <a:cubicBezTo>
                  <a:pt x="241082" y="245505"/>
                  <a:pt x="243664" y="245129"/>
                  <a:pt x="245309" y="243294"/>
                </a:cubicBezTo>
                <a:lnTo>
                  <a:pt x="252317" y="235276"/>
                </a:lnTo>
                <a:cubicBezTo>
                  <a:pt x="256994" y="229975"/>
                  <a:pt x="258564" y="222845"/>
                  <a:pt x="256356" y="217100"/>
                </a:cubicBezTo>
                <a:cubicBezTo>
                  <a:pt x="254839" y="213187"/>
                  <a:pt x="253266" y="209336"/>
                  <a:pt x="252760" y="208384"/>
                </a:cubicBezTo>
                <a:cubicBezTo>
                  <a:pt x="253709" y="208765"/>
                  <a:pt x="257745" y="209837"/>
                  <a:pt x="261855" y="210788"/>
                </a:cubicBezTo>
                <a:cubicBezTo>
                  <a:pt x="267847" y="212238"/>
                  <a:pt x="274669" y="209709"/>
                  <a:pt x="279335" y="204406"/>
                </a:cubicBezTo>
                <a:lnTo>
                  <a:pt x="286342" y="196391"/>
                </a:lnTo>
                <a:cubicBezTo>
                  <a:pt x="287986" y="194566"/>
                  <a:pt x="288051" y="191977"/>
                  <a:pt x="286470" y="190589"/>
                </a:cubicBezTo>
                <a:lnTo>
                  <a:pt x="278641" y="183708"/>
                </a:lnTo>
                <a:cubicBezTo>
                  <a:pt x="275045" y="180544"/>
                  <a:pt x="269429" y="180483"/>
                  <a:pt x="264691" y="183578"/>
                </a:cubicBezTo>
                <a:cubicBezTo>
                  <a:pt x="263174" y="184587"/>
                  <a:pt x="261789" y="185473"/>
                  <a:pt x="260781" y="185975"/>
                </a:cubicBezTo>
                <a:lnTo>
                  <a:pt x="260776" y="185975"/>
                </a:lnTo>
                <a:cubicBezTo>
                  <a:pt x="267220" y="178531"/>
                  <a:pt x="267529" y="168114"/>
                  <a:pt x="261407" y="162746"/>
                </a:cubicBezTo>
                <a:lnTo>
                  <a:pt x="253073" y="155421"/>
                </a:lnTo>
                <a:lnTo>
                  <a:pt x="244738" y="148096"/>
                </a:lnTo>
                <a:cubicBezTo>
                  <a:pt x="243035" y="146581"/>
                  <a:pt x="240139" y="147219"/>
                  <a:pt x="238618" y="149490"/>
                </a:cubicBezTo>
                <a:cubicBezTo>
                  <a:pt x="223339" y="172085"/>
                  <a:pt x="240511" y="197718"/>
                  <a:pt x="240511" y="197718"/>
                </a:cubicBezTo>
                <a:cubicBezTo>
                  <a:pt x="240511" y="197718"/>
                  <a:pt x="212864" y="184024"/>
                  <a:pt x="192471" y="202075"/>
                </a:cubicBezTo>
                <a:cubicBezTo>
                  <a:pt x="190446" y="203847"/>
                  <a:pt x="190196" y="206872"/>
                  <a:pt x="191903" y="208384"/>
                </a:cubicBezTo>
                <a:lnTo>
                  <a:pt x="200237" y="215710"/>
                </a:lnTo>
                <a:lnTo>
                  <a:pt x="200492" y="215703"/>
                </a:lnTo>
                <a:close/>
                <a:moveTo>
                  <a:pt x="724704" y="361785"/>
                </a:moveTo>
                <a:cubicBezTo>
                  <a:pt x="685822" y="353136"/>
                  <a:pt x="660244" y="390317"/>
                  <a:pt x="660244" y="390317"/>
                </a:cubicBezTo>
                <a:cubicBezTo>
                  <a:pt x="660244" y="390317"/>
                  <a:pt x="663975" y="345369"/>
                  <a:pt x="628429" y="327441"/>
                </a:cubicBezTo>
                <a:cubicBezTo>
                  <a:pt x="624896" y="325674"/>
                  <a:pt x="620727" y="326938"/>
                  <a:pt x="619593" y="330033"/>
                </a:cubicBezTo>
                <a:lnTo>
                  <a:pt x="614163" y="345310"/>
                </a:lnTo>
                <a:lnTo>
                  <a:pt x="608739" y="360518"/>
                </a:lnTo>
                <a:cubicBezTo>
                  <a:pt x="604760" y="371699"/>
                  <a:pt x="612531" y="384821"/>
                  <a:pt x="625971" y="389624"/>
                </a:cubicBezTo>
                <a:lnTo>
                  <a:pt x="626096" y="389624"/>
                </a:lnTo>
                <a:cubicBezTo>
                  <a:pt x="624522" y="389624"/>
                  <a:pt x="622060" y="389558"/>
                  <a:pt x="619401" y="389371"/>
                </a:cubicBezTo>
                <a:cubicBezTo>
                  <a:pt x="611196" y="388802"/>
                  <a:pt x="604065" y="392908"/>
                  <a:pt x="601728" y="399474"/>
                </a:cubicBezTo>
                <a:lnTo>
                  <a:pt x="596615" y="413803"/>
                </a:lnTo>
                <a:cubicBezTo>
                  <a:pt x="595606" y="416646"/>
                  <a:pt x="597501" y="419923"/>
                  <a:pt x="600909" y="421122"/>
                </a:cubicBezTo>
                <a:lnTo>
                  <a:pt x="615552" y="426365"/>
                </a:lnTo>
                <a:cubicBezTo>
                  <a:pt x="625277" y="429829"/>
                  <a:pt x="635813" y="428191"/>
                  <a:pt x="642444" y="422072"/>
                </a:cubicBezTo>
                <a:cubicBezTo>
                  <a:pt x="646989" y="417903"/>
                  <a:pt x="651348" y="413679"/>
                  <a:pt x="652351" y="412539"/>
                </a:cubicBezTo>
                <a:cubicBezTo>
                  <a:pt x="652351" y="414054"/>
                  <a:pt x="653111" y="420114"/>
                  <a:pt x="653995" y="426173"/>
                </a:cubicBezTo>
                <a:cubicBezTo>
                  <a:pt x="655259" y="435074"/>
                  <a:pt x="662330" y="443029"/>
                  <a:pt x="672113" y="446502"/>
                </a:cubicBezTo>
                <a:lnTo>
                  <a:pt x="686758" y="451743"/>
                </a:lnTo>
                <a:cubicBezTo>
                  <a:pt x="690171" y="452940"/>
                  <a:pt x="693701" y="451610"/>
                  <a:pt x="694716" y="448780"/>
                </a:cubicBezTo>
                <a:lnTo>
                  <a:pt x="699829" y="434443"/>
                </a:lnTo>
                <a:cubicBezTo>
                  <a:pt x="702162" y="427880"/>
                  <a:pt x="699258" y="420179"/>
                  <a:pt x="692510" y="415443"/>
                </a:cubicBezTo>
                <a:cubicBezTo>
                  <a:pt x="690359" y="413927"/>
                  <a:pt x="688401" y="412474"/>
                  <a:pt x="687138" y="411463"/>
                </a:cubicBezTo>
                <a:lnTo>
                  <a:pt x="687271" y="411470"/>
                </a:lnTo>
                <a:cubicBezTo>
                  <a:pt x="700780" y="416325"/>
                  <a:pt x="715045" y="411090"/>
                  <a:pt x="719021" y="399912"/>
                </a:cubicBezTo>
                <a:lnTo>
                  <a:pt x="724449" y="384704"/>
                </a:lnTo>
                <a:lnTo>
                  <a:pt x="729878" y="369424"/>
                </a:lnTo>
                <a:cubicBezTo>
                  <a:pt x="731012" y="366332"/>
                  <a:pt x="728550" y="362674"/>
                  <a:pt x="724704" y="361788"/>
                </a:cubicBezTo>
                <a:lnTo>
                  <a:pt x="724704" y="361785"/>
                </a:lnTo>
                <a:close/>
                <a:moveTo>
                  <a:pt x="403576" y="0"/>
                </a:moveTo>
                <a:cubicBezTo>
                  <a:pt x="180669" y="0"/>
                  <a:pt x="0" y="180674"/>
                  <a:pt x="0" y="403576"/>
                </a:cubicBezTo>
                <a:cubicBezTo>
                  <a:pt x="0" y="626480"/>
                  <a:pt x="180669" y="807150"/>
                  <a:pt x="403576" y="807150"/>
                </a:cubicBezTo>
                <a:cubicBezTo>
                  <a:pt x="626476" y="807150"/>
                  <a:pt x="807150" y="626480"/>
                  <a:pt x="807150" y="403576"/>
                </a:cubicBezTo>
                <a:cubicBezTo>
                  <a:pt x="807150" y="180674"/>
                  <a:pt x="626476" y="0"/>
                  <a:pt x="403576" y="0"/>
                </a:cubicBezTo>
                <a:close/>
                <a:moveTo>
                  <a:pt x="749260" y="513732"/>
                </a:moveTo>
                <a:cubicBezTo>
                  <a:pt x="725398" y="586900"/>
                  <a:pt x="682910" y="646871"/>
                  <a:pt x="621301" y="693080"/>
                </a:cubicBezTo>
                <a:cubicBezTo>
                  <a:pt x="589795" y="716747"/>
                  <a:pt x="555271" y="734682"/>
                  <a:pt x="517578" y="746424"/>
                </a:cubicBezTo>
                <a:cubicBezTo>
                  <a:pt x="511015" y="748504"/>
                  <a:pt x="504325" y="750332"/>
                  <a:pt x="497759" y="752418"/>
                </a:cubicBezTo>
                <a:cubicBezTo>
                  <a:pt x="494726" y="753365"/>
                  <a:pt x="493467" y="752483"/>
                  <a:pt x="492772" y="749331"/>
                </a:cubicBezTo>
                <a:cubicBezTo>
                  <a:pt x="486208" y="719341"/>
                  <a:pt x="479518" y="689358"/>
                  <a:pt x="472763" y="659373"/>
                </a:cubicBezTo>
                <a:cubicBezTo>
                  <a:pt x="467210" y="634815"/>
                  <a:pt x="461591" y="610322"/>
                  <a:pt x="457289" y="585513"/>
                </a:cubicBezTo>
                <a:cubicBezTo>
                  <a:pt x="456289" y="579761"/>
                  <a:pt x="455526" y="574026"/>
                  <a:pt x="455591" y="568149"/>
                </a:cubicBezTo>
                <a:cubicBezTo>
                  <a:pt x="455719" y="556599"/>
                  <a:pt x="458748" y="552119"/>
                  <a:pt x="469224" y="547635"/>
                </a:cubicBezTo>
                <a:cubicBezTo>
                  <a:pt x="476927" y="544352"/>
                  <a:pt x="484571" y="540879"/>
                  <a:pt x="492145" y="537348"/>
                </a:cubicBezTo>
                <a:cubicBezTo>
                  <a:pt x="503315" y="532038"/>
                  <a:pt x="512217" y="524087"/>
                  <a:pt x="518591" y="513484"/>
                </a:cubicBezTo>
                <a:cubicBezTo>
                  <a:pt x="527245" y="499154"/>
                  <a:pt x="536209" y="484827"/>
                  <a:pt x="538855" y="467906"/>
                </a:cubicBezTo>
                <a:cubicBezTo>
                  <a:pt x="540749" y="455661"/>
                  <a:pt x="540816" y="443279"/>
                  <a:pt x="539491" y="430976"/>
                </a:cubicBezTo>
                <a:cubicBezTo>
                  <a:pt x="538855" y="425354"/>
                  <a:pt x="533430" y="423269"/>
                  <a:pt x="528943" y="426869"/>
                </a:cubicBezTo>
                <a:cubicBezTo>
                  <a:pt x="524523" y="430407"/>
                  <a:pt x="522756" y="435333"/>
                  <a:pt x="522250" y="440758"/>
                </a:cubicBezTo>
                <a:cubicBezTo>
                  <a:pt x="521811" y="445365"/>
                  <a:pt x="521747" y="449978"/>
                  <a:pt x="521618" y="454585"/>
                </a:cubicBezTo>
                <a:cubicBezTo>
                  <a:pt x="521556" y="458751"/>
                  <a:pt x="519981" y="462031"/>
                  <a:pt x="516318" y="463987"/>
                </a:cubicBezTo>
                <a:cubicBezTo>
                  <a:pt x="506916" y="469039"/>
                  <a:pt x="500281" y="476617"/>
                  <a:pt x="495613" y="486148"/>
                </a:cubicBezTo>
                <a:cubicBezTo>
                  <a:pt x="492075" y="493342"/>
                  <a:pt x="486456" y="497003"/>
                  <a:pt x="478314" y="497576"/>
                </a:cubicBezTo>
                <a:cubicBezTo>
                  <a:pt x="465752" y="498395"/>
                  <a:pt x="453503" y="500100"/>
                  <a:pt x="441507" y="504830"/>
                </a:cubicBezTo>
                <a:cubicBezTo>
                  <a:pt x="424903" y="511401"/>
                  <a:pt x="417144" y="523326"/>
                  <a:pt x="415245" y="540440"/>
                </a:cubicBezTo>
                <a:cubicBezTo>
                  <a:pt x="412532" y="565187"/>
                  <a:pt x="412724" y="589998"/>
                  <a:pt x="413039" y="614804"/>
                </a:cubicBezTo>
                <a:cubicBezTo>
                  <a:pt x="413606" y="658046"/>
                  <a:pt x="415245" y="701289"/>
                  <a:pt x="416633" y="744593"/>
                </a:cubicBezTo>
                <a:cubicBezTo>
                  <a:pt x="416825" y="749894"/>
                  <a:pt x="416956" y="755200"/>
                  <a:pt x="417394" y="760438"/>
                </a:cubicBezTo>
                <a:cubicBezTo>
                  <a:pt x="417589" y="763085"/>
                  <a:pt x="416633" y="764034"/>
                  <a:pt x="414111" y="764352"/>
                </a:cubicBezTo>
                <a:cubicBezTo>
                  <a:pt x="409630" y="764855"/>
                  <a:pt x="405208" y="764790"/>
                  <a:pt x="400731" y="764790"/>
                </a:cubicBezTo>
                <a:cubicBezTo>
                  <a:pt x="397325" y="764790"/>
                  <a:pt x="396124" y="763720"/>
                  <a:pt x="396183" y="760059"/>
                </a:cubicBezTo>
                <a:cubicBezTo>
                  <a:pt x="396629" y="726665"/>
                  <a:pt x="397699" y="693334"/>
                  <a:pt x="397514" y="667768"/>
                </a:cubicBezTo>
                <a:cubicBezTo>
                  <a:pt x="397764" y="626670"/>
                  <a:pt x="397888" y="593468"/>
                  <a:pt x="396124" y="560256"/>
                </a:cubicBezTo>
                <a:cubicBezTo>
                  <a:pt x="395553" y="549339"/>
                  <a:pt x="394544" y="538352"/>
                  <a:pt x="391452" y="527748"/>
                </a:cubicBezTo>
                <a:cubicBezTo>
                  <a:pt x="388677" y="518091"/>
                  <a:pt x="382167" y="511395"/>
                  <a:pt x="373271" y="507043"/>
                </a:cubicBezTo>
                <a:cubicBezTo>
                  <a:pt x="361209" y="501109"/>
                  <a:pt x="348462" y="497451"/>
                  <a:pt x="334953" y="497511"/>
                </a:cubicBezTo>
                <a:cubicBezTo>
                  <a:pt x="324532" y="497511"/>
                  <a:pt x="317085" y="493658"/>
                  <a:pt x="312543" y="484005"/>
                </a:cubicBezTo>
                <a:cubicBezTo>
                  <a:pt x="308442" y="475227"/>
                  <a:pt x="301874" y="468411"/>
                  <a:pt x="293226" y="463867"/>
                </a:cubicBezTo>
                <a:cubicBezTo>
                  <a:pt x="288614" y="461465"/>
                  <a:pt x="287669" y="457239"/>
                  <a:pt x="287357" y="452629"/>
                </a:cubicBezTo>
                <a:cubicBezTo>
                  <a:pt x="286976" y="446945"/>
                  <a:pt x="287730" y="441202"/>
                  <a:pt x="286025" y="435648"/>
                </a:cubicBezTo>
                <a:cubicBezTo>
                  <a:pt x="285016" y="432367"/>
                  <a:pt x="283566" y="429398"/>
                  <a:pt x="280974" y="427059"/>
                </a:cubicBezTo>
                <a:cubicBezTo>
                  <a:pt x="278956" y="425236"/>
                  <a:pt x="276680" y="424163"/>
                  <a:pt x="273969" y="425104"/>
                </a:cubicBezTo>
                <a:cubicBezTo>
                  <a:pt x="271069" y="426115"/>
                  <a:pt x="269737" y="428514"/>
                  <a:pt x="269612" y="431356"/>
                </a:cubicBezTo>
                <a:cubicBezTo>
                  <a:pt x="268415" y="452699"/>
                  <a:pt x="268282" y="473900"/>
                  <a:pt x="279394" y="493416"/>
                </a:cubicBezTo>
                <a:cubicBezTo>
                  <a:pt x="284635" y="502684"/>
                  <a:pt x="289373" y="512285"/>
                  <a:pt x="296000" y="520680"/>
                </a:cubicBezTo>
                <a:cubicBezTo>
                  <a:pt x="304714" y="531790"/>
                  <a:pt x="317150" y="537216"/>
                  <a:pt x="329522" y="542775"/>
                </a:cubicBezTo>
                <a:cubicBezTo>
                  <a:pt x="333499" y="544544"/>
                  <a:pt x="337410" y="546310"/>
                  <a:pt x="341453" y="547890"/>
                </a:cubicBezTo>
                <a:cubicBezTo>
                  <a:pt x="350417" y="551360"/>
                  <a:pt x="353825" y="558244"/>
                  <a:pt x="353762" y="567398"/>
                </a:cubicBezTo>
                <a:cubicBezTo>
                  <a:pt x="353632" y="576362"/>
                  <a:pt x="352180" y="585200"/>
                  <a:pt x="350352" y="593972"/>
                </a:cubicBezTo>
                <a:cubicBezTo>
                  <a:pt x="347383" y="608427"/>
                  <a:pt x="344232" y="622822"/>
                  <a:pt x="340817" y="637156"/>
                </a:cubicBezTo>
                <a:cubicBezTo>
                  <a:pt x="337032" y="653061"/>
                  <a:pt x="332867" y="668908"/>
                  <a:pt x="328884" y="684812"/>
                </a:cubicBezTo>
                <a:cubicBezTo>
                  <a:pt x="325857" y="696997"/>
                  <a:pt x="322762" y="709243"/>
                  <a:pt x="319797" y="721427"/>
                </a:cubicBezTo>
                <a:cubicBezTo>
                  <a:pt x="317523" y="730647"/>
                  <a:pt x="315310" y="739799"/>
                  <a:pt x="313167" y="749073"/>
                </a:cubicBezTo>
                <a:cubicBezTo>
                  <a:pt x="312408" y="752233"/>
                  <a:pt x="310833" y="752233"/>
                  <a:pt x="308121" y="751474"/>
                </a:cubicBezTo>
                <a:cubicBezTo>
                  <a:pt x="241075" y="732728"/>
                  <a:pt x="184199" y="697567"/>
                  <a:pt x="137424" y="646058"/>
                </a:cubicBezTo>
                <a:cubicBezTo>
                  <a:pt x="106994" y="612593"/>
                  <a:pt x="83950" y="574466"/>
                  <a:pt x="67980" y="532238"/>
                </a:cubicBezTo>
                <a:cubicBezTo>
                  <a:pt x="58135" y="506228"/>
                  <a:pt x="51567" y="479396"/>
                  <a:pt x="47847" y="451811"/>
                </a:cubicBezTo>
                <a:cubicBezTo>
                  <a:pt x="44812" y="429147"/>
                  <a:pt x="43935" y="406425"/>
                  <a:pt x="45125" y="383634"/>
                </a:cubicBezTo>
                <a:cubicBezTo>
                  <a:pt x="46269" y="362674"/>
                  <a:pt x="49357" y="341907"/>
                  <a:pt x="54089" y="321388"/>
                </a:cubicBezTo>
                <a:cubicBezTo>
                  <a:pt x="60784" y="292668"/>
                  <a:pt x="70702" y="265208"/>
                  <a:pt x="84149" y="239069"/>
                </a:cubicBezTo>
                <a:cubicBezTo>
                  <a:pt x="108258" y="192232"/>
                  <a:pt x="141082" y="152337"/>
                  <a:pt x="182558" y="119762"/>
                </a:cubicBezTo>
                <a:cubicBezTo>
                  <a:pt x="215826" y="93628"/>
                  <a:pt x="252507" y="73803"/>
                  <a:pt x="292777" y="60670"/>
                </a:cubicBezTo>
                <a:cubicBezTo>
                  <a:pt x="318090" y="52405"/>
                  <a:pt x="343978" y="47039"/>
                  <a:pt x="370551" y="44384"/>
                </a:cubicBezTo>
                <a:cubicBezTo>
                  <a:pt x="391008" y="42366"/>
                  <a:pt x="411460" y="42176"/>
                  <a:pt x="431912" y="43506"/>
                </a:cubicBezTo>
                <a:cubicBezTo>
                  <a:pt x="458491" y="45270"/>
                  <a:pt x="484564" y="50254"/>
                  <a:pt x="510063" y="57958"/>
                </a:cubicBezTo>
                <a:cubicBezTo>
                  <a:pt x="551608" y="70585"/>
                  <a:pt x="589729" y="90086"/>
                  <a:pt x="624201" y="116416"/>
                </a:cubicBezTo>
                <a:cubicBezTo>
                  <a:pt x="664415" y="147159"/>
                  <a:pt x="696861" y="184782"/>
                  <a:pt x="721416" y="228972"/>
                </a:cubicBezTo>
                <a:cubicBezTo>
                  <a:pt x="736635" y="256366"/>
                  <a:pt x="747936" y="285342"/>
                  <a:pt x="755572" y="315772"/>
                </a:cubicBezTo>
                <a:cubicBezTo>
                  <a:pt x="764914" y="352891"/>
                  <a:pt x="767942" y="390580"/>
                  <a:pt x="765478" y="428702"/>
                </a:cubicBezTo>
                <a:cubicBezTo>
                  <a:pt x="763592" y="457679"/>
                  <a:pt x="758219" y="486217"/>
                  <a:pt x="749255" y="513864"/>
                </a:cubicBezTo>
                <a:lnTo>
                  <a:pt x="749260" y="513732"/>
                </a:lnTo>
                <a:close/>
                <a:moveTo>
                  <a:pt x="603373" y="283566"/>
                </a:moveTo>
                <a:lnTo>
                  <a:pt x="609743" y="292348"/>
                </a:lnTo>
                <a:cubicBezTo>
                  <a:pt x="614413" y="298782"/>
                  <a:pt x="624639" y="299475"/>
                  <a:pt x="632406" y="293802"/>
                </a:cubicBezTo>
                <a:lnTo>
                  <a:pt x="632469" y="293795"/>
                </a:lnTo>
                <a:cubicBezTo>
                  <a:pt x="631905" y="294623"/>
                  <a:pt x="630896" y="295941"/>
                  <a:pt x="629757" y="297328"/>
                </a:cubicBezTo>
                <a:cubicBezTo>
                  <a:pt x="626346" y="301690"/>
                  <a:pt x="625909" y="307181"/>
                  <a:pt x="628618" y="310971"/>
                </a:cubicBezTo>
                <a:lnTo>
                  <a:pt x="634622" y="319241"/>
                </a:lnTo>
                <a:cubicBezTo>
                  <a:pt x="635826" y="320884"/>
                  <a:pt x="638343" y="321067"/>
                  <a:pt x="640300" y="319617"/>
                </a:cubicBezTo>
                <a:lnTo>
                  <a:pt x="648761" y="313498"/>
                </a:lnTo>
                <a:cubicBezTo>
                  <a:pt x="654381" y="309391"/>
                  <a:pt x="657468" y="302949"/>
                  <a:pt x="656589" y="296959"/>
                </a:cubicBezTo>
                <a:cubicBezTo>
                  <a:pt x="656020" y="292851"/>
                  <a:pt x="655324" y="288815"/>
                  <a:pt x="655074" y="287865"/>
                </a:cubicBezTo>
                <a:cubicBezTo>
                  <a:pt x="655895" y="288428"/>
                  <a:pt x="659556" y="290329"/>
                  <a:pt x="663281" y="292157"/>
                </a:cubicBezTo>
                <a:cubicBezTo>
                  <a:pt x="668712" y="294809"/>
                  <a:pt x="675783" y="293928"/>
                  <a:pt x="681398" y="289818"/>
                </a:cubicBezTo>
                <a:lnTo>
                  <a:pt x="689855" y="283697"/>
                </a:lnTo>
                <a:cubicBezTo>
                  <a:pt x="691816" y="282309"/>
                  <a:pt x="692444" y="279785"/>
                  <a:pt x="691245" y="278146"/>
                </a:cubicBezTo>
                <a:lnTo>
                  <a:pt x="685250" y="269872"/>
                </a:lnTo>
                <a:cubicBezTo>
                  <a:pt x="682471" y="266086"/>
                  <a:pt x="677105" y="264764"/>
                  <a:pt x="671923" y="266717"/>
                </a:cubicBezTo>
                <a:cubicBezTo>
                  <a:pt x="670283" y="267349"/>
                  <a:pt x="668712" y="267852"/>
                  <a:pt x="667698" y="268169"/>
                </a:cubicBezTo>
                <a:lnTo>
                  <a:pt x="667761" y="268169"/>
                </a:lnTo>
                <a:cubicBezTo>
                  <a:pt x="675526" y="262488"/>
                  <a:pt x="678047" y="252516"/>
                  <a:pt x="673377" y="246075"/>
                </a:cubicBezTo>
                <a:lnTo>
                  <a:pt x="667002" y="237294"/>
                </a:lnTo>
                <a:lnTo>
                  <a:pt x="660632" y="228460"/>
                </a:lnTo>
                <a:cubicBezTo>
                  <a:pt x="659305" y="226695"/>
                  <a:pt x="656401" y="226632"/>
                  <a:pt x="654446" y="228460"/>
                </a:cubicBezTo>
                <a:cubicBezTo>
                  <a:pt x="634873" y="246771"/>
                  <a:pt x="645791" y="275051"/>
                  <a:pt x="645791" y="275051"/>
                </a:cubicBezTo>
                <a:cubicBezTo>
                  <a:pt x="645791" y="275051"/>
                  <a:pt x="622308" y="255918"/>
                  <a:pt x="598823" y="268798"/>
                </a:cubicBezTo>
                <a:cubicBezTo>
                  <a:pt x="596495" y="270062"/>
                  <a:pt x="595606" y="272905"/>
                  <a:pt x="596931" y="274669"/>
                </a:cubicBezTo>
                <a:lnTo>
                  <a:pt x="603303" y="283506"/>
                </a:lnTo>
                <a:lnTo>
                  <a:pt x="603373" y="283566"/>
                </a:lnTo>
                <a:close/>
                <a:moveTo>
                  <a:pt x="603303" y="223030"/>
                </a:moveTo>
                <a:lnTo>
                  <a:pt x="606085" y="214696"/>
                </a:lnTo>
                <a:cubicBezTo>
                  <a:pt x="607347" y="210905"/>
                  <a:pt x="605579" y="206491"/>
                  <a:pt x="601601" y="203847"/>
                </a:cubicBezTo>
                <a:cubicBezTo>
                  <a:pt x="600338" y="203018"/>
                  <a:pt x="599205" y="202199"/>
                  <a:pt x="598446" y="201631"/>
                </a:cubicBezTo>
                <a:lnTo>
                  <a:pt x="598511" y="201631"/>
                </a:lnTo>
                <a:cubicBezTo>
                  <a:pt x="606340" y="204218"/>
                  <a:pt x="614478" y="201001"/>
                  <a:pt x="616626" y="194495"/>
                </a:cubicBezTo>
                <a:lnTo>
                  <a:pt x="619529" y="185657"/>
                </a:lnTo>
                <a:lnTo>
                  <a:pt x="622433" y="176758"/>
                </a:lnTo>
                <a:cubicBezTo>
                  <a:pt x="623004" y="174930"/>
                  <a:pt x="621557" y="172906"/>
                  <a:pt x="619346" y="172468"/>
                </a:cubicBezTo>
                <a:cubicBezTo>
                  <a:pt x="596805" y="168047"/>
                  <a:pt x="582606" y="189822"/>
                  <a:pt x="582606" y="189822"/>
                </a:cubicBezTo>
                <a:cubicBezTo>
                  <a:pt x="582606" y="189822"/>
                  <a:pt x="584119" y="163883"/>
                  <a:pt x="563414" y="154032"/>
                </a:cubicBezTo>
                <a:cubicBezTo>
                  <a:pt x="561391" y="153086"/>
                  <a:pt x="558927" y="153844"/>
                  <a:pt x="558363" y="155672"/>
                </a:cubicBezTo>
                <a:lnTo>
                  <a:pt x="555457" y="164574"/>
                </a:lnTo>
                <a:lnTo>
                  <a:pt x="552559" y="173415"/>
                </a:lnTo>
                <a:cubicBezTo>
                  <a:pt x="550408" y="179915"/>
                  <a:pt x="555081" y="187364"/>
                  <a:pt x="562903" y="189953"/>
                </a:cubicBezTo>
                <a:lnTo>
                  <a:pt x="562968" y="189953"/>
                </a:lnTo>
                <a:cubicBezTo>
                  <a:pt x="562021" y="189953"/>
                  <a:pt x="560629" y="189953"/>
                  <a:pt x="559119" y="189953"/>
                </a:cubicBezTo>
                <a:cubicBezTo>
                  <a:pt x="554385" y="189765"/>
                  <a:pt x="550343" y="192227"/>
                  <a:pt x="549076" y="196008"/>
                </a:cubicBezTo>
                <a:lnTo>
                  <a:pt x="546300" y="204345"/>
                </a:lnTo>
                <a:cubicBezTo>
                  <a:pt x="545736" y="205986"/>
                  <a:pt x="546936" y="207879"/>
                  <a:pt x="548894" y="208510"/>
                </a:cubicBezTo>
                <a:lnTo>
                  <a:pt x="557411" y="211288"/>
                </a:lnTo>
                <a:cubicBezTo>
                  <a:pt x="563095" y="213181"/>
                  <a:pt x="569097" y="212048"/>
                  <a:pt x="572818" y="208447"/>
                </a:cubicBezTo>
                <a:cubicBezTo>
                  <a:pt x="575339" y="205986"/>
                  <a:pt x="577869" y="203522"/>
                  <a:pt x="578374" y="202831"/>
                </a:cubicBezTo>
                <a:cubicBezTo>
                  <a:pt x="578374" y="203714"/>
                  <a:pt x="578937" y="207185"/>
                  <a:pt x="579506" y="210655"/>
                </a:cubicBezTo>
                <a:cubicBezTo>
                  <a:pt x="580327" y="215768"/>
                  <a:pt x="584559" y="220250"/>
                  <a:pt x="590236" y="222081"/>
                </a:cubicBezTo>
                <a:lnTo>
                  <a:pt x="598759" y="224865"/>
                </a:lnTo>
                <a:cubicBezTo>
                  <a:pt x="600717" y="225494"/>
                  <a:pt x="602743" y="224667"/>
                  <a:pt x="603303" y="223030"/>
                </a:cubicBezTo>
                <a:close/>
                <a:moveTo>
                  <a:pt x="585758" y="353009"/>
                </a:moveTo>
                <a:cubicBezTo>
                  <a:pt x="560442" y="342656"/>
                  <a:pt x="538850" y="364942"/>
                  <a:pt x="538850" y="364942"/>
                </a:cubicBezTo>
                <a:cubicBezTo>
                  <a:pt x="538850" y="364942"/>
                  <a:pt x="546555" y="334958"/>
                  <a:pt x="524520" y="318670"/>
                </a:cubicBezTo>
                <a:cubicBezTo>
                  <a:pt x="522377" y="317094"/>
                  <a:pt x="519343" y="317471"/>
                  <a:pt x="518211" y="319429"/>
                </a:cubicBezTo>
                <a:lnTo>
                  <a:pt x="512785" y="329150"/>
                </a:lnTo>
                <a:lnTo>
                  <a:pt x="507352" y="338813"/>
                </a:lnTo>
                <a:cubicBezTo>
                  <a:pt x="503376" y="345944"/>
                  <a:pt x="507096" y="355664"/>
                  <a:pt x="515687" y="360524"/>
                </a:cubicBezTo>
                <a:lnTo>
                  <a:pt x="515752" y="360524"/>
                </a:lnTo>
                <a:cubicBezTo>
                  <a:pt x="514673" y="360401"/>
                  <a:pt x="513036" y="360015"/>
                  <a:pt x="511265" y="359577"/>
                </a:cubicBezTo>
                <a:cubicBezTo>
                  <a:pt x="505774" y="358252"/>
                  <a:pt x="500471" y="360205"/>
                  <a:pt x="498135" y="364380"/>
                </a:cubicBezTo>
                <a:lnTo>
                  <a:pt x="493022" y="373523"/>
                </a:lnTo>
                <a:cubicBezTo>
                  <a:pt x="492013" y="375359"/>
                  <a:pt x="492957" y="377755"/>
                  <a:pt x="495107" y="378951"/>
                </a:cubicBezTo>
                <a:lnTo>
                  <a:pt x="504450" y="384195"/>
                </a:lnTo>
                <a:cubicBezTo>
                  <a:pt x="510637" y="387666"/>
                  <a:pt x="517963" y="387731"/>
                  <a:pt x="523136" y="384383"/>
                </a:cubicBezTo>
                <a:cubicBezTo>
                  <a:pt x="526669" y="382109"/>
                  <a:pt x="530142" y="379710"/>
                  <a:pt x="530968" y="379084"/>
                </a:cubicBezTo>
                <a:cubicBezTo>
                  <a:pt x="530776" y="380088"/>
                  <a:pt x="530582" y="384260"/>
                  <a:pt x="530520" y="388486"/>
                </a:cubicBezTo>
                <a:cubicBezTo>
                  <a:pt x="530332" y="394671"/>
                  <a:pt x="534244" y="400858"/>
                  <a:pt x="540433" y="404331"/>
                </a:cubicBezTo>
                <a:lnTo>
                  <a:pt x="549778" y="409572"/>
                </a:lnTo>
                <a:cubicBezTo>
                  <a:pt x="551928" y="410772"/>
                  <a:pt x="554512" y="410261"/>
                  <a:pt x="555526" y="408498"/>
                </a:cubicBezTo>
                <a:lnTo>
                  <a:pt x="560629" y="399341"/>
                </a:lnTo>
                <a:cubicBezTo>
                  <a:pt x="562968" y="395175"/>
                  <a:pt x="561894" y="389621"/>
                  <a:pt x="557858" y="385642"/>
                </a:cubicBezTo>
                <a:cubicBezTo>
                  <a:pt x="556595" y="384383"/>
                  <a:pt x="555393" y="383183"/>
                  <a:pt x="554698" y="382299"/>
                </a:cubicBezTo>
                <a:lnTo>
                  <a:pt x="554760" y="382304"/>
                </a:lnTo>
                <a:cubicBezTo>
                  <a:pt x="563343" y="387162"/>
                  <a:pt x="573639" y="385274"/>
                  <a:pt x="577614" y="378138"/>
                </a:cubicBezTo>
                <a:lnTo>
                  <a:pt x="583039" y="368478"/>
                </a:lnTo>
                <a:lnTo>
                  <a:pt x="588470" y="358756"/>
                </a:lnTo>
                <a:cubicBezTo>
                  <a:pt x="589609" y="356802"/>
                  <a:pt x="588345" y="354024"/>
                  <a:pt x="585818" y="353009"/>
                </a:cubicBezTo>
                <a:lnTo>
                  <a:pt x="585758" y="353009"/>
                </a:lnTo>
                <a:close/>
              </a:path>
            </a:pathLst>
          </a:custGeom>
          <a:solidFill>
            <a:schemeClr val="bg1"/>
          </a:solidFill>
          <a:ln w="162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46" name="Gráfico 141">
            <a:extLst>
              <a:ext uri="{FF2B5EF4-FFF2-40B4-BE49-F238E27FC236}">
                <a16:creationId xmlns:a16="http://schemas.microsoft.com/office/drawing/2014/main" id="{2A766916-71EF-49E0-A7DC-5C6722B9EB7E}"/>
              </a:ext>
            </a:extLst>
          </p:cNvPr>
          <p:cNvSpPr/>
          <p:nvPr/>
        </p:nvSpPr>
        <p:spPr>
          <a:xfrm>
            <a:off x="629225" y="6252214"/>
            <a:ext cx="590096" cy="154907"/>
          </a:xfrm>
          <a:custGeom>
            <a:avLst/>
            <a:gdLst>
              <a:gd name="connsiteX0" fmla="*/ 29202 w 590096"/>
              <a:gd name="connsiteY0" fmla="*/ 18110 h 154907"/>
              <a:gd name="connsiteX1" fmla="*/ 31207 w 590096"/>
              <a:gd name="connsiteY1" fmla="*/ 0 h 154907"/>
              <a:gd name="connsiteX2" fmla="*/ 61466 w 590096"/>
              <a:gd name="connsiteY2" fmla="*/ 9983 h 154907"/>
              <a:gd name="connsiteX3" fmla="*/ 71817 w 590096"/>
              <a:gd name="connsiteY3" fmla="*/ 59635 h 154907"/>
              <a:gd name="connsiteX4" fmla="*/ 50720 w 590096"/>
              <a:gd name="connsiteY4" fmla="*/ 92061 h 154907"/>
              <a:gd name="connsiteX5" fmla="*/ 32595 w 590096"/>
              <a:gd name="connsiteY5" fmla="*/ 80268 h 154907"/>
              <a:gd name="connsiteX6" fmla="*/ 36722 w 590096"/>
              <a:gd name="connsiteY6" fmla="*/ 73927 h 154907"/>
              <a:gd name="connsiteX7" fmla="*/ 13181 w 590096"/>
              <a:gd name="connsiteY7" fmla="*/ 69678 h 154907"/>
              <a:gd name="connsiteX8" fmla="*/ 773 w 590096"/>
              <a:gd name="connsiteY8" fmla="*/ 54282 h 154907"/>
              <a:gd name="connsiteX9" fmla="*/ 4194 w 590096"/>
              <a:gd name="connsiteY9" fmla="*/ 36070 h 154907"/>
              <a:gd name="connsiteX10" fmla="*/ 20557 w 590096"/>
              <a:gd name="connsiteY10" fmla="*/ 25174 h 154907"/>
              <a:gd name="connsiteX11" fmla="*/ 41394 w 590096"/>
              <a:gd name="connsiteY11" fmla="*/ 30983 h 154907"/>
              <a:gd name="connsiteX12" fmla="*/ 55562 w 590096"/>
              <a:gd name="connsiteY12" fmla="*/ 44971 h 154907"/>
              <a:gd name="connsiteX13" fmla="*/ 49884 w 590096"/>
              <a:gd name="connsiteY13" fmla="*/ 24415 h 154907"/>
              <a:gd name="connsiteX14" fmla="*/ 29202 w 590096"/>
              <a:gd name="connsiteY14" fmla="*/ 18110 h 154907"/>
              <a:gd name="connsiteX15" fmla="*/ 26798 w 590096"/>
              <a:gd name="connsiteY15" fmla="*/ 59634 h 154907"/>
              <a:gd name="connsiteX16" fmla="*/ 44818 w 590096"/>
              <a:gd name="connsiteY16" fmla="*/ 61481 h 154907"/>
              <a:gd name="connsiteX17" fmla="*/ 48244 w 590096"/>
              <a:gd name="connsiteY17" fmla="*/ 56217 h 154907"/>
              <a:gd name="connsiteX18" fmla="*/ 38307 w 590096"/>
              <a:gd name="connsiteY18" fmla="*/ 45836 h 154907"/>
              <a:gd name="connsiteX19" fmla="*/ 29521 w 590096"/>
              <a:gd name="connsiteY19" fmla="*/ 43013 h 154907"/>
              <a:gd name="connsiteX20" fmla="*/ 23060 w 590096"/>
              <a:gd name="connsiteY20" fmla="*/ 46983 h 154907"/>
              <a:gd name="connsiteX21" fmla="*/ 22003 w 590096"/>
              <a:gd name="connsiteY21" fmla="*/ 53791 h 154907"/>
              <a:gd name="connsiteX22" fmla="*/ 26798 w 590096"/>
              <a:gd name="connsiteY22" fmla="*/ 59634 h 154907"/>
              <a:gd name="connsiteX23" fmla="*/ 73610 w 590096"/>
              <a:gd name="connsiteY23" fmla="*/ 101680 h 154907"/>
              <a:gd name="connsiteX24" fmla="*/ 114723 w 590096"/>
              <a:gd name="connsiteY24" fmla="*/ 10606 h 154907"/>
              <a:gd name="connsiteX25" fmla="*/ 135333 w 590096"/>
              <a:gd name="connsiteY25" fmla="*/ 19910 h 154907"/>
              <a:gd name="connsiteX26" fmla="*/ 94219 w 590096"/>
              <a:gd name="connsiteY26" fmla="*/ 110985 h 154907"/>
              <a:gd name="connsiteX27" fmla="*/ 73610 w 590096"/>
              <a:gd name="connsiteY27" fmla="*/ 101680 h 154907"/>
              <a:gd name="connsiteX28" fmla="*/ 138227 w 590096"/>
              <a:gd name="connsiteY28" fmla="*/ 75385 h 154907"/>
              <a:gd name="connsiteX29" fmla="*/ 134665 w 590096"/>
              <a:gd name="connsiteY29" fmla="*/ 57515 h 154907"/>
              <a:gd name="connsiteX30" fmla="*/ 166529 w 590096"/>
              <a:gd name="connsiteY30" fmla="*/ 57888 h 154907"/>
              <a:gd name="connsiteX31" fmla="*/ 191400 w 590096"/>
              <a:gd name="connsiteY31" fmla="*/ 102090 h 154907"/>
              <a:gd name="connsiteX32" fmla="*/ 181086 w 590096"/>
              <a:gd name="connsiteY32" fmla="*/ 139377 h 154907"/>
              <a:gd name="connsiteX33" fmla="*/ 160244 w 590096"/>
              <a:gd name="connsiteY33" fmla="*/ 133611 h 154907"/>
              <a:gd name="connsiteX34" fmla="*/ 162264 w 590096"/>
              <a:gd name="connsiteY34" fmla="*/ 126319 h 154907"/>
              <a:gd name="connsiteX35" fmla="*/ 138540 w 590096"/>
              <a:gd name="connsiteY35" fmla="*/ 129385 h 154907"/>
              <a:gd name="connsiteX36" fmla="*/ 122060 w 590096"/>
              <a:gd name="connsiteY36" fmla="*/ 118456 h 154907"/>
              <a:gd name="connsiteX37" fmla="*/ 119817 w 590096"/>
              <a:gd name="connsiteY37" fmla="*/ 100063 h 154907"/>
              <a:gd name="connsiteX38" fmla="*/ 132123 w 590096"/>
              <a:gd name="connsiteY38" fmla="*/ 84732 h 154907"/>
              <a:gd name="connsiteX39" fmla="*/ 153741 w 590096"/>
              <a:gd name="connsiteY39" fmla="*/ 83973 h 154907"/>
              <a:gd name="connsiteX40" fmla="*/ 171473 w 590096"/>
              <a:gd name="connsiteY40" fmla="*/ 93024 h 154907"/>
              <a:gd name="connsiteX41" fmla="*/ 159849 w 590096"/>
              <a:gd name="connsiteY41" fmla="*/ 75145 h 154907"/>
              <a:gd name="connsiteX42" fmla="*/ 138227 w 590096"/>
              <a:gd name="connsiteY42" fmla="*/ 75385 h 154907"/>
              <a:gd name="connsiteX43" fmla="*/ 148485 w 590096"/>
              <a:gd name="connsiteY43" fmla="*/ 115695 h 154907"/>
              <a:gd name="connsiteX44" fmla="*/ 166220 w 590096"/>
              <a:gd name="connsiteY44" fmla="*/ 112012 h 154907"/>
              <a:gd name="connsiteX45" fmla="*/ 167894 w 590096"/>
              <a:gd name="connsiteY45" fmla="*/ 105956 h 154907"/>
              <a:gd name="connsiteX46" fmla="*/ 155285 w 590096"/>
              <a:gd name="connsiteY46" fmla="*/ 99062 h 154907"/>
              <a:gd name="connsiteX47" fmla="*/ 146057 w 590096"/>
              <a:gd name="connsiteY47" fmla="*/ 99028 h 154907"/>
              <a:gd name="connsiteX48" fmla="*/ 141098 w 590096"/>
              <a:gd name="connsiteY48" fmla="*/ 104765 h 154907"/>
              <a:gd name="connsiteX49" fmla="*/ 142148 w 590096"/>
              <a:gd name="connsiteY49" fmla="*/ 111572 h 154907"/>
              <a:gd name="connsiteX50" fmla="*/ 148485 w 590096"/>
              <a:gd name="connsiteY50" fmla="*/ 115695 h 154907"/>
              <a:gd name="connsiteX51" fmla="*/ 301387 w 590096"/>
              <a:gd name="connsiteY51" fmla="*/ 153193 h 154907"/>
              <a:gd name="connsiteX52" fmla="*/ 304503 w 590096"/>
              <a:gd name="connsiteY52" fmla="*/ 112200 h 154907"/>
              <a:gd name="connsiteX53" fmla="*/ 302102 w 590096"/>
              <a:gd name="connsiteY53" fmla="*/ 101852 h 154907"/>
              <a:gd name="connsiteX54" fmla="*/ 294518 w 590096"/>
              <a:gd name="connsiteY54" fmla="*/ 98126 h 154907"/>
              <a:gd name="connsiteX55" fmla="*/ 283733 w 590096"/>
              <a:gd name="connsiteY55" fmla="*/ 102030 h 154907"/>
              <a:gd name="connsiteX56" fmla="*/ 278672 w 590096"/>
              <a:gd name="connsiteY56" fmla="*/ 112669 h 154907"/>
              <a:gd name="connsiteX57" fmla="*/ 275737 w 590096"/>
              <a:gd name="connsiteY57" fmla="*/ 151243 h 154907"/>
              <a:gd name="connsiteX58" fmla="*/ 253332 w 590096"/>
              <a:gd name="connsiteY58" fmla="*/ 149539 h 154907"/>
              <a:gd name="connsiteX59" fmla="*/ 256448 w 590096"/>
              <a:gd name="connsiteY59" fmla="*/ 108545 h 154907"/>
              <a:gd name="connsiteX60" fmla="*/ 254047 w 590096"/>
              <a:gd name="connsiteY60" fmla="*/ 98199 h 154907"/>
              <a:gd name="connsiteX61" fmla="*/ 246464 w 590096"/>
              <a:gd name="connsiteY61" fmla="*/ 94471 h 154907"/>
              <a:gd name="connsiteX62" fmla="*/ 235673 w 590096"/>
              <a:gd name="connsiteY62" fmla="*/ 98447 h 154907"/>
              <a:gd name="connsiteX63" fmla="*/ 230617 w 590096"/>
              <a:gd name="connsiteY63" fmla="*/ 109014 h 154907"/>
              <a:gd name="connsiteX64" fmla="*/ 227684 w 590096"/>
              <a:gd name="connsiteY64" fmla="*/ 147589 h 154907"/>
              <a:gd name="connsiteX65" fmla="*/ 205136 w 590096"/>
              <a:gd name="connsiteY65" fmla="*/ 145872 h 154907"/>
              <a:gd name="connsiteX66" fmla="*/ 210667 w 590096"/>
              <a:gd name="connsiteY66" fmla="*/ 73138 h 154907"/>
              <a:gd name="connsiteX67" fmla="*/ 233215 w 590096"/>
              <a:gd name="connsiteY67" fmla="*/ 74853 h 154907"/>
              <a:gd name="connsiteX68" fmla="*/ 232403 w 590096"/>
              <a:gd name="connsiteY68" fmla="*/ 85530 h 154907"/>
              <a:gd name="connsiteX69" fmla="*/ 256033 w 590096"/>
              <a:gd name="connsiteY69" fmla="*/ 74871 h 154907"/>
              <a:gd name="connsiteX70" fmla="*/ 276902 w 590096"/>
              <a:gd name="connsiteY70" fmla="*/ 89342 h 154907"/>
              <a:gd name="connsiteX71" fmla="*/ 302960 w 590096"/>
              <a:gd name="connsiteY71" fmla="*/ 78439 h 154907"/>
              <a:gd name="connsiteX72" fmla="*/ 321844 w 590096"/>
              <a:gd name="connsiteY72" fmla="*/ 87321 h 154907"/>
              <a:gd name="connsiteX73" fmla="*/ 327299 w 590096"/>
              <a:gd name="connsiteY73" fmla="*/ 110641 h 154907"/>
              <a:gd name="connsiteX74" fmla="*/ 323933 w 590096"/>
              <a:gd name="connsiteY74" fmla="*/ 154908 h 154907"/>
              <a:gd name="connsiteX75" fmla="*/ 301387 w 590096"/>
              <a:gd name="connsiteY75" fmla="*/ 153193 h 154907"/>
              <a:gd name="connsiteX76" fmla="*/ 400414 w 590096"/>
              <a:gd name="connsiteY76" fmla="*/ 115775 h 154907"/>
              <a:gd name="connsiteX77" fmla="*/ 413582 w 590096"/>
              <a:gd name="connsiteY77" fmla="*/ 128399 h 154907"/>
              <a:gd name="connsiteX78" fmla="*/ 385682 w 590096"/>
              <a:gd name="connsiteY78" fmla="*/ 144413 h 154907"/>
              <a:gd name="connsiteX79" fmla="*/ 354619 w 590096"/>
              <a:gd name="connsiteY79" fmla="*/ 139087 h 154907"/>
              <a:gd name="connsiteX80" fmla="*/ 338758 w 590096"/>
              <a:gd name="connsiteY80" fmla="*/ 114477 h 154907"/>
              <a:gd name="connsiteX81" fmla="*/ 344398 w 590096"/>
              <a:gd name="connsiteY81" fmla="*/ 85668 h 154907"/>
              <a:gd name="connsiteX82" fmla="*/ 369162 w 590096"/>
              <a:gd name="connsiteY82" fmla="*/ 69809 h 154907"/>
              <a:gd name="connsiteX83" fmla="*/ 397326 w 590096"/>
              <a:gd name="connsiteY83" fmla="*/ 75393 h 154907"/>
              <a:gd name="connsiteX84" fmla="*/ 412138 w 590096"/>
              <a:gd name="connsiteY84" fmla="*/ 97874 h 154907"/>
              <a:gd name="connsiteX85" fmla="*/ 412608 w 590096"/>
              <a:gd name="connsiteY85" fmla="*/ 107228 h 154907"/>
              <a:gd name="connsiteX86" fmla="*/ 362751 w 590096"/>
              <a:gd name="connsiteY86" fmla="*/ 116635 h 154907"/>
              <a:gd name="connsiteX87" fmla="*/ 370925 w 590096"/>
              <a:gd name="connsiteY87" fmla="*/ 124898 h 154907"/>
              <a:gd name="connsiteX88" fmla="*/ 383518 w 590096"/>
              <a:gd name="connsiteY88" fmla="*/ 126081 h 154907"/>
              <a:gd name="connsiteX89" fmla="*/ 400414 w 590096"/>
              <a:gd name="connsiteY89" fmla="*/ 115775 h 154907"/>
              <a:gd name="connsiteX90" fmla="*/ 372663 w 590096"/>
              <a:gd name="connsiteY90" fmla="*/ 87600 h 154907"/>
              <a:gd name="connsiteX91" fmla="*/ 363575 w 590096"/>
              <a:gd name="connsiteY91" fmla="*/ 92800 h 154907"/>
              <a:gd name="connsiteX92" fmla="*/ 359880 w 590096"/>
              <a:gd name="connsiteY92" fmla="*/ 102939 h 154907"/>
              <a:gd name="connsiteX93" fmla="*/ 389600 w 590096"/>
              <a:gd name="connsiteY93" fmla="*/ 97333 h 154907"/>
              <a:gd name="connsiteX94" fmla="*/ 383116 w 590096"/>
              <a:gd name="connsiteY94" fmla="*/ 89259 h 154907"/>
              <a:gd name="connsiteX95" fmla="*/ 372663 w 590096"/>
              <a:gd name="connsiteY95" fmla="*/ 87600 h 154907"/>
              <a:gd name="connsiteX96" fmla="*/ 466707 w 590096"/>
              <a:gd name="connsiteY96" fmla="*/ 52117 h 154907"/>
              <a:gd name="connsiteX97" fmla="*/ 453357 w 590096"/>
              <a:gd name="connsiteY97" fmla="*/ 18561 h 154907"/>
              <a:gd name="connsiteX98" fmla="*/ 474237 w 590096"/>
              <a:gd name="connsiteY98" fmla="*/ 10254 h 154907"/>
              <a:gd name="connsiteX99" fmla="*/ 511172 w 590096"/>
              <a:gd name="connsiteY99" fmla="*/ 103101 h 154907"/>
              <a:gd name="connsiteX100" fmla="*/ 490293 w 590096"/>
              <a:gd name="connsiteY100" fmla="*/ 111408 h 154907"/>
              <a:gd name="connsiteX101" fmla="*/ 486916 w 590096"/>
              <a:gd name="connsiteY101" fmla="*/ 102918 h 154907"/>
              <a:gd name="connsiteX102" fmla="*/ 469653 w 590096"/>
              <a:gd name="connsiteY102" fmla="*/ 121462 h 154907"/>
              <a:gd name="connsiteX103" fmla="*/ 442964 w 590096"/>
              <a:gd name="connsiteY103" fmla="*/ 120327 h 154907"/>
              <a:gd name="connsiteX104" fmla="*/ 424311 w 590096"/>
              <a:gd name="connsiteY104" fmla="*/ 98480 h 154907"/>
              <a:gd name="connsiteX105" fmla="*/ 422807 w 590096"/>
              <a:gd name="connsiteY105" fmla="*/ 69659 h 154907"/>
              <a:gd name="connsiteX106" fmla="*/ 441423 w 590096"/>
              <a:gd name="connsiteY106" fmla="*/ 50499 h 154907"/>
              <a:gd name="connsiteX107" fmla="*/ 466707 w 590096"/>
              <a:gd name="connsiteY107" fmla="*/ 52117 h 154907"/>
              <a:gd name="connsiteX108" fmla="*/ 477232 w 590096"/>
              <a:gd name="connsiteY108" fmla="*/ 77427 h 154907"/>
              <a:gd name="connsiteX109" fmla="*/ 467925 w 590096"/>
              <a:gd name="connsiteY109" fmla="*/ 67225 h 154907"/>
              <a:gd name="connsiteX110" fmla="*/ 454564 w 590096"/>
              <a:gd name="connsiteY110" fmla="*/ 67088 h 154907"/>
              <a:gd name="connsiteX111" fmla="*/ 444972 w 590096"/>
              <a:gd name="connsiteY111" fmla="*/ 76434 h 154907"/>
              <a:gd name="connsiteX112" fmla="*/ 445189 w 590096"/>
              <a:gd name="connsiteY112" fmla="*/ 90174 h 154907"/>
              <a:gd name="connsiteX113" fmla="*/ 454470 w 590096"/>
              <a:gd name="connsiteY113" fmla="*/ 100309 h 154907"/>
              <a:gd name="connsiteX114" fmla="*/ 467859 w 590096"/>
              <a:gd name="connsiteY114" fmla="*/ 100512 h 154907"/>
              <a:gd name="connsiteX115" fmla="*/ 477449 w 590096"/>
              <a:gd name="connsiteY115" fmla="*/ 91167 h 154907"/>
              <a:gd name="connsiteX116" fmla="*/ 477232 w 590096"/>
              <a:gd name="connsiteY116" fmla="*/ 77427 h 154907"/>
              <a:gd name="connsiteX117" fmla="*/ 514013 w 590096"/>
              <a:gd name="connsiteY117" fmla="*/ 44749 h 154907"/>
              <a:gd name="connsiteX118" fmla="*/ 498472 w 590096"/>
              <a:gd name="connsiteY118" fmla="*/ 35235 h 154907"/>
              <a:gd name="connsiteX119" fmla="*/ 520375 w 590096"/>
              <a:gd name="connsiteY119" fmla="*/ 12090 h 154907"/>
              <a:gd name="connsiteX120" fmla="*/ 569717 w 590096"/>
              <a:gd name="connsiteY120" fmla="*/ 23831 h 154907"/>
              <a:gd name="connsiteX121" fmla="*/ 590097 w 590096"/>
              <a:gd name="connsiteY121" fmla="*/ 56712 h 154907"/>
              <a:gd name="connsiteX122" fmla="*/ 571716 w 590096"/>
              <a:gd name="connsiteY122" fmla="*/ 68103 h 154907"/>
              <a:gd name="connsiteX123" fmla="*/ 567730 w 590096"/>
              <a:gd name="connsiteY123" fmla="*/ 61673 h 154907"/>
              <a:gd name="connsiteX124" fmla="*/ 553877 w 590096"/>
              <a:gd name="connsiteY124" fmla="*/ 81174 h 154907"/>
              <a:gd name="connsiteX125" fmla="*/ 534667 w 590096"/>
              <a:gd name="connsiteY125" fmla="*/ 85858 h 154907"/>
              <a:gd name="connsiteX126" fmla="*/ 519637 w 590096"/>
              <a:gd name="connsiteY126" fmla="*/ 75020 h 154907"/>
              <a:gd name="connsiteX127" fmla="*/ 516731 w 590096"/>
              <a:gd name="connsiteY127" fmla="*/ 55575 h 154907"/>
              <a:gd name="connsiteX128" fmla="*/ 530849 w 590096"/>
              <a:gd name="connsiteY128" fmla="*/ 39185 h 154907"/>
              <a:gd name="connsiteX129" fmla="*/ 549533 w 590096"/>
              <a:gd name="connsiteY129" fmla="*/ 32308 h 154907"/>
              <a:gd name="connsiteX130" fmla="*/ 528513 w 590096"/>
              <a:gd name="connsiteY130" fmla="*/ 28709 h 154907"/>
              <a:gd name="connsiteX131" fmla="*/ 514013 w 590096"/>
              <a:gd name="connsiteY131" fmla="*/ 44749 h 154907"/>
              <a:gd name="connsiteX132" fmla="*/ 550576 w 590096"/>
              <a:gd name="connsiteY132" fmla="*/ 64578 h 154907"/>
              <a:gd name="connsiteX133" fmla="*/ 559910 w 590096"/>
              <a:gd name="connsiteY133" fmla="*/ 49052 h 154907"/>
              <a:gd name="connsiteX134" fmla="*/ 556601 w 590096"/>
              <a:gd name="connsiteY134" fmla="*/ 43714 h 154907"/>
              <a:gd name="connsiteX135" fmla="*/ 542979 w 590096"/>
              <a:gd name="connsiteY135" fmla="*/ 48295 h 154907"/>
              <a:gd name="connsiteX136" fmla="*/ 536689 w 590096"/>
              <a:gd name="connsiteY136" fmla="*/ 55046 h 154907"/>
              <a:gd name="connsiteX137" fmla="*/ 537535 w 590096"/>
              <a:gd name="connsiteY137" fmla="*/ 62583 h 154907"/>
              <a:gd name="connsiteX138" fmla="*/ 543247 w 590096"/>
              <a:gd name="connsiteY138" fmla="*/ 66434 h 154907"/>
              <a:gd name="connsiteX139" fmla="*/ 550576 w 590096"/>
              <a:gd name="connsiteY139" fmla="*/ 64578 h 15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90096" h="154907">
                <a:moveTo>
                  <a:pt x="29202" y="18110"/>
                </a:moveTo>
                <a:lnTo>
                  <a:pt x="31207" y="0"/>
                </a:lnTo>
                <a:cubicBezTo>
                  <a:pt x="42219" y="694"/>
                  <a:pt x="52308" y="4023"/>
                  <a:pt x="61466" y="9983"/>
                </a:cubicBezTo>
                <a:cubicBezTo>
                  <a:pt x="81448" y="22984"/>
                  <a:pt x="84897" y="39535"/>
                  <a:pt x="71817" y="59635"/>
                </a:cubicBezTo>
                <a:lnTo>
                  <a:pt x="50720" y="92061"/>
                </a:lnTo>
                <a:lnTo>
                  <a:pt x="32595" y="80268"/>
                </a:lnTo>
                <a:lnTo>
                  <a:pt x="36722" y="73927"/>
                </a:lnTo>
                <a:cubicBezTo>
                  <a:pt x="27979" y="75617"/>
                  <a:pt x="20131" y="74201"/>
                  <a:pt x="13181" y="69678"/>
                </a:cubicBezTo>
                <a:cubicBezTo>
                  <a:pt x="6626" y="65413"/>
                  <a:pt x="2491" y="60281"/>
                  <a:pt x="773" y="54282"/>
                </a:cubicBezTo>
                <a:cubicBezTo>
                  <a:pt x="-943" y="48283"/>
                  <a:pt x="197" y="42212"/>
                  <a:pt x="4194" y="36070"/>
                </a:cubicBezTo>
                <a:cubicBezTo>
                  <a:pt x="8397" y="29609"/>
                  <a:pt x="13853" y="25977"/>
                  <a:pt x="20557" y="25174"/>
                </a:cubicBezTo>
                <a:cubicBezTo>
                  <a:pt x="27263" y="24371"/>
                  <a:pt x="34208" y="26307"/>
                  <a:pt x="41394" y="30983"/>
                </a:cubicBezTo>
                <a:cubicBezTo>
                  <a:pt x="47081" y="34683"/>
                  <a:pt x="51803" y="39345"/>
                  <a:pt x="55562" y="44971"/>
                </a:cubicBezTo>
                <a:cubicBezTo>
                  <a:pt x="60384" y="36868"/>
                  <a:pt x="58491" y="30016"/>
                  <a:pt x="49884" y="24415"/>
                </a:cubicBezTo>
                <a:cubicBezTo>
                  <a:pt x="44830" y="21127"/>
                  <a:pt x="37935" y="19025"/>
                  <a:pt x="29202" y="18110"/>
                </a:cubicBezTo>
                <a:close/>
                <a:moveTo>
                  <a:pt x="26798" y="59634"/>
                </a:moveTo>
                <a:cubicBezTo>
                  <a:pt x="31932" y="62975"/>
                  <a:pt x="37939" y="63590"/>
                  <a:pt x="44818" y="61481"/>
                </a:cubicBezTo>
                <a:lnTo>
                  <a:pt x="48244" y="56217"/>
                </a:lnTo>
                <a:cubicBezTo>
                  <a:pt x="45568" y="51865"/>
                  <a:pt x="42257" y="48405"/>
                  <a:pt x="38307" y="45836"/>
                </a:cubicBezTo>
                <a:cubicBezTo>
                  <a:pt x="35148" y="43779"/>
                  <a:pt x="32219" y="42840"/>
                  <a:pt x="29521" y="43013"/>
                </a:cubicBezTo>
                <a:cubicBezTo>
                  <a:pt x="26822" y="43187"/>
                  <a:pt x="24669" y="44510"/>
                  <a:pt x="23060" y="46983"/>
                </a:cubicBezTo>
                <a:cubicBezTo>
                  <a:pt x="21605" y="49216"/>
                  <a:pt x="21253" y="51486"/>
                  <a:pt x="22003" y="53791"/>
                </a:cubicBezTo>
                <a:cubicBezTo>
                  <a:pt x="22752" y="56093"/>
                  <a:pt x="24350" y="58042"/>
                  <a:pt x="26798" y="59634"/>
                </a:cubicBezTo>
                <a:close/>
                <a:moveTo>
                  <a:pt x="73610" y="101680"/>
                </a:moveTo>
                <a:lnTo>
                  <a:pt x="114723" y="10606"/>
                </a:lnTo>
                <a:lnTo>
                  <a:pt x="135333" y="19910"/>
                </a:lnTo>
                <a:lnTo>
                  <a:pt x="94219" y="110985"/>
                </a:lnTo>
                <a:lnTo>
                  <a:pt x="73610" y="101680"/>
                </a:lnTo>
                <a:close/>
                <a:moveTo>
                  <a:pt x="138227" y="75385"/>
                </a:moveTo>
                <a:lnTo>
                  <a:pt x="134665" y="57515"/>
                </a:lnTo>
                <a:cubicBezTo>
                  <a:pt x="145374" y="54850"/>
                  <a:pt x="155996" y="54975"/>
                  <a:pt x="166529" y="57888"/>
                </a:cubicBezTo>
                <a:cubicBezTo>
                  <a:pt x="189503" y="64244"/>
                  <a:pt x="197794" y="78978"/>
                  <a:pt x="191400" y="102090"/>
                </a:cubicBezTo>
                <a:lnTo>
                  <a:pt x="181086" y="139377"/>
                </a:lnTo>
                <a:lnTo>
                  <a:pt x="160244" y="133611"/>
                </a:lnTo>
                <a:lnTo>
                  <a:pt x="162264" y="126319"/>
                </a:lnTo>
                <a:cubicBezTo>
                  <a:pt x="154439" y="130572"/>
                  <a:pt x="146531" y="131594"/>
                  <a:pt x="138540" y="129385"/>
                </a:cubicBezTo>
                <a:cubicBezTo>
                  <a:pt x="131003" y="127299"/>
                  <a:pt x="125509" y="123657"/>
                  <a:pt x="122060" y="118456"/>
                </a:cubicBezTo>
                <a:cubicBezTo>
                  <a:pt x="118610" y="113257"/>
                  <a:pt x="117862" y="107126"/>
                  <a:pt x="119817" y="100063"/>
                </a:cubicBezTo>
                <a:cubicBezTo>
                  <a:pt x="121871" y="92633"/>
                  <a:pt x="125973" y="87523"/>
                  <a:pt x="132123" y="84732"/>
                </a:cubicBezTo>
                <a:cubicBezTo>
                  <a:pt x="138271" y="81940"/>
                  <a:pt x="145478" y="81687"/>
                  <a:pt x="153741" y="83973"/>
                </a:cubicBezTo>
                <a:cubicBezTo>
                  <a:pt x="160278" y="85781"/>
                  <a:pt x="166190" y="88797"/>
                  <a:pt x="171473" y="93024"/>
                </a:cubicBezTo>
                <a:cubicBezTo>
                  <a:pt x="173622" y="83843"/>
                  <a:pt x="169747" y="77885"/>
                  <a:pt x="159849" y="75145"/>
                </a:cubicBezTo>
                <a:cubicBezTo>
                  <a:pt x="154036" y="73537"/>
                  <a:pt x="146829" y="73618"/>
                  <a:pt x="138227" y="75385"/>
                </a:cubicBezTo>
                <a:close/>
                <a:moveTo>
                  <a:pt x="148485" y="115695"/>
                </a:moveTo>
                <a:cubicBezTo>
                  <a:pt x="154387" y="117327"/>
                  <a:pt x="160300" y="116099"/>
                  <a:pt x="166220" y="112012"/>
                </a:cubicBezTo>
                <a:lnTo>
                  <a:pt x="167894" y="105956"/>
                </a:lnTo>
                <a:cubicBezTo>
                  <a:pt x="164029" y="102618"/>
                  <a:pt x="159826" y="100319"/>
                  <a:pt x="155285" y="99062"/>
                </a:cubicBezTo>
                <a:cubicBezTo>
                  <a:pt x="151653" y="98058"/>
                  <a:pt x="148576" y="98046"/>
                  <a:pt x="146057" y="99028"/>
                </a:cubicBezTo>
                <a:cubicBezTo>
                  <a:pt x="143536" y="100009"/>
                  <a:pt x="141885" y="101922"/>
                  <a:pt x="141098" y="104765"/>
                </a:cubicBezTo>
                <a:cubicBezTo>
                  <a:pt x="140388" y="107333"/>
                  <a:pt x="140736" y="109601"/>
                  <a:pt x="142148" y="111572"/>
                </a:cubicBezTo>
                <a:cubicBezTo>
                  <a:pt x="143557" y="113541"/>
                  <a:pt x="145671" y="114915"/>
                  <a:pt x="148485" y="115695"/>
                </a:cubicBezTo>
                <a:close/>
                <a:moveTo>
                  <a:pt x="301387" y="153193"/>
                </a:moveTo>
                <a:lnTo>
                  <a:pt x="304503" y="112200"/>
                </a:lnTo>
                <a:cubicBezTo>
                  <a:pt x="304856" y="107551"/>
                  <a:pt x="304057" y="104102"/>
                  <a:pt x="302102" y="101852"/>
                </a:cubicBezTo>
                <a:cubicBezTo>
                  <a:pt x="300146" y="99605"/>
                  <a:pt x="297617" y="98363"/>
                  <a:pt x="294518" y="98126"/>
                </a:cubicBezTo>
                <a:cubicBezTo>
                  <a:pt x="290384" y="97811"/>
                  <a:pt x="286789" y="99112"/>
                  <a:pt x="283733" y="102030"/>
                </a:cubicBezTo>
                <a:cubicBezTo>
                  <a:pt x="280677" y="104947"/>
                  <a:pt x="278990" y="108493"/>
                  <a:pt x="278672" y="112669"/>
                </a:cubicBezTo>
                <a:lnTo>
                  <a:pt x="275737" y="151243"/>
                </a:lnTo>
                <a:lnTo>
                  <a:pt x="253332" y="149539"/>
                </a:lnTo>
                <a:lnTo>
                  <a:pt x="256448" y="108545"/>
                </a:lnTo>
                <a:cubicBezTo>
                  <a:pt x="256803" y="103896"/>
                  <a:pt x="256002" y="100446"/>
                  <a:pt x="254047" y="98199"/>
                </a:cubicBezTo>
                <a:cubicBezTo>
                  <a:pt x="252093" y="95949"/>
                  <a:pt x="249565" y="94708"/>
                  <a:pt x="246464" y="94471"/>
                </a:cubicBezTo>
                <a:cubicBezTo>
                  <a:pt x="242329" y="94156"/>
                  <a:pt x="238732" y="95482"/>
                  <a:pt x="235673" y="98447"/>
                </a:cubicBezTo>
                <a:cubicBezTo>
                  <a:pt x="232612" y="101411"/>
                  <a:pt x="230928" y="104934"/>
                  <a:pt x="230617" y="109014"/>
                </a:cubicBezTo>
                <a:lnTo>
                  <a:pt x="227684" y="147589"/>
                </a:lnTo>
                <a:lnTo>
                  <a:pt x="205136" y="145872"/>
                </a:lnTo>
                <a:lnTo>
                  <a:pt x="210667" y="73138"/>
                </a:lnTo>
                <a:lnTo>
                  <a:pt x="233215" y="74853"/>
                </a:lnTo>
                <a:lnTo>
                  <a:pt x="232403" y="85530"/>
                </a:lnTo>
                <a:cubicBezTo>
                  <a:pt x="237822" y="77636"/>
                  <a:pt x="245700" y="74086"/>
                  <a:pt x="256033" y="74871"/>
                </a:cubicBezTo>
                <a:cubicBezTo>
                  <a:pt x="266368" y="75656"/>
                  <a:pt x="273323" y="80480"/>
                  <a:pt x="276902" y="89342"/>
                </a:cubicBezTo>
                <a:cubicBezTo>
                  <a:pt x="283000" y="81217"/>
                  <a:pt x="291686" y="77581"/>
                  <a:pt x="302960" y="78439"/>
                </a:cubicBezTo>
                <a:cubicBezTo>
                  <a:pt x="311133" y="79061"/>
                  <a:pt x="317428" y="82021"/>
                  <a:pt x="321844" y="87321"/>
                </a:cubicBezTo>
                <a:cubicBezTo>
                  <a:pt x="326261" y="92619"/>
                  <a:pt x="328079" y="100392"/>
                  <a:pt x="327299" y="110641"/>
                </a:cubicBezTo>
                <a:lnTo>
                  <a:pt x="323933" y="154908"/>
                </a:lnTo>
                <a:lnTo>
                  <a:pt x="301387" y="153193"/>
                </a:lnTo>
                <a:close/>
                <a:moveTo>
                  <a:pt x="400414" y="115775"/>
                </a:moveTo>
                <a:lnTo>
                  <a:pt x="413582" y="128399"/>
                </a:lnTo>
                <a:cubicBezTo>
                  <a:pt x="406926" y="136821"/>
                  <a:pt x="397626" y="142159"/>
                  <a:pt x="385682" y="144413"/>
                </a:cubicBezTo>
                <a:cubicBezTo>
                  <a:pt x="373553" y="146700"/>
                  <a:pt x="363199" y="144925"/>
                  <a:pt x="354619" y="139087"/>
                </a:cubicBezTo>
                <a:cubicBezTo>
                  <a:pt x="346038" y="133247"/>
                  <a:pt x="340752" y="125046"/>
                  <a:pt x="338758" y="114477"/>
                </a:cubicBezTo>
                <a:cubicBezTo>
                  <a:pt x="336748" y="103816"/>
                  <a:pt x="338627" y="94213"/>
                  <a:pt x="344398" y="85668"/>
                </a:cubicBezTo>
                <a:cubicBezTo>
                  <a:pt x="350167" y="77124"/>
                  <a:pt x="358423" y="71836"/>
                  <a:pt x="369162" y="69809"/>
                </a:cubicBezTo>
                <a:cubicBezTo>
                  <a:pt x="379810" y="67801"/>
                  <a:pt x="389199" y="69662"/>
                  <a:pt x="397326" y="75393"/>
                </a:cubicBezTo>
                <a:cubicBezTo>
                  <a:pt x="405455" y="81122"/>
                  <a:pt x="410391" y="88617"/>
                  <a:pt x="412138" y="97874"/>
                </a:cubicBezTo>
                <a:cubicBezTo>
                  <a:pt x="412668" y="100681"/>
                  <a:pt x="412824" y="103797"/>
                  <a:pt x="412608" y="107228"/>
                </a:cubicBezTo>
                <a:lnTo>
                  <a:pt x="362751" y="116635"/>
                </a:lnTo>
                <a:cubicBezTo>
                  <a:pt x="364622" y="120445"/>
                  <a:pt x="367345" y="123200"/>
                  <a:pt x="370925" y="124898"/>
                </a:cubicBezTo>
                <a:cubicBezTo>
                  <a:pt x="374505" y="126595"/>
                  <a:pt x="378704" y="126989"/>
                  <a:pt x="383518" y="126081"/>
                </a:cubicBezTo>
                <a:cubicBezTo>
                  <a:pt x="390370" y="124788"/>
                  <a:pt x="396001" y="121352"/>
                  <a:pt x="400414" y="115775"/>
                </a:cubicBezTo>
                <a:close/>
                <a:moveTo>
                  <a:pt x="372663" y="87600"/>
                </a:moveTo>
                <a:cubicBezTo>
                  <a:pt x="368774" y="88333"/>
                  <a:pt x="365746" y="90067"/>
                  <a:pt x="363575" y="92800"/>
                </a:cubicBezTo>
                <a:cubicBezTo>
                  <a:pt x="361408" y="95532"/>
                  <a:pt x="360175" y="98913"/>
                  <a:pt x="359880" y="102939"/>
                </a:cubicBezTo>
                <a:lnTo>
                  <a:pt x="389600" y="97333"/>
                </a:lnTo>
                <a:cubicBezTo>
                  <a:pt x="388265" y="93808"/>
                  <a:pt x="386102" y="91117"/>
                  <a:pt x="383116" y="89259"/>
                </a:cubicBezTo>
                <a:cubicBezTo>
                  <a:pt x="380128" y="87400"/>
                  <a:pt x="376643" y="86847"/>
                  <a:pt x="372663" y="87600"/>
                </a:cubicBezTo>
                <a:close/>
                <a:moveTo>
                  <a:pt x="466707" y="52117"/>
                </a:moveTo>
                <a:lnTo>
                  <a:pt x="453357" y="18561"/>
                </a:lnTo>
                <a:lnTo>
                  <a:pt x="474237" y="10254"/>
                </a:lnTo>
                <a:lnTo>
                  <a:pt x="511172" y="103101"/>
                </a:lnTo>
                <a:lnTo>
                  <a:pt x="490293" y="111408"/>
                </a:lnTo>
                <a:lnTo>
                  <a:pt x="486916" y="102918"/>
                </a:lnTo>
                <a:cubicBezTo>
                  <a:pt x="484512" y="111658"/>
                  <a:pt x="478757" y="117840"/>
                  <a:pt x="469653" y="121462"/>
                </a:cubicBezTo>
                <a:cubicBezTo>
                  <a:pt x="460285" y="125188"/>
                  <a:pt x="451389" y="124810"/>
                  <a:pt x="442964" y="120327"/>
                </a:cubicBezTo>
                <a:cubicBezTo>
                  <a:pt x="434538" y="115843"/>
                  <a:pt x="428320" y="108561"/>
                  <a:pt x="424311" y="98480"/>
                </a:cubicBezTo>
                <a:cubicBezTo>
                  <a:pt x="420265" y="88312"/>
                  <a:pt x="419765" y="78704"/>
                  <a:pt x="422807" y="69659"/>
                </a:cubicBezTo>
                <a:cubicBezTo>
                  <a:pt x="425850" y="60612"/>
                  <a:pt x="432056" y="54225"/>
                  <a:pt x="441423" y="50499"/>
                </a:cubicBezTo>
                <a:cubicBezTo>
                  <a:pt x="450528" y="46879"/>
                  <a:pt x="458956" y="47417"/>
                  <a:pt x="466707" y="52117"/>
                </a:cubicBezTo>
                <a:close/>
                <a:moveTo>
                  <a:pt x="477232" y="77427"/>
                </a:moveTo>
                <a:cubicBezTo>
                  <a:pt x="475296" y="72564"/>
                  <a:pt x="472195" y="69164"/>
                  <a:pt x="467925" y="67225"/>
                </a:cubicBezTo>
                <a:cubicBezTo>
                  <a:pt x="463657" y="65289"/>
                  <a:pt x="459203" y="65242"/>
                  <a:pt x="454564" y="67088"/>
                </a:cubicBezTo>
                <a:cubicBezTo>
                  <a:pt x="449923" y="68934"/>
                  <a:pt x="446725" y="72050"/>
                  <a:pt x="444972" y="76434"/>
                </a:cubicBezTo>
                <a:cubicBezTo>
                  <a:pt x="443218" y="80819"/>
                  <a:pt x="443291" y="85400"/>
                  <a:pt x="445189" y="90174"/>
                </a:cubicBezTo>
                <a:cubicBezTo>
                  <a:pt x="447090" y="94950"/>
                  <a:pt x="450182" y="98327"/>
                  <a:pt x="454470" y="100309"/>
                </a:cubicBezTo>
                <a:cubicBezTo>
                  <a:pt x="458755" y="102292"/>
                  <a:pt x="463220" y="102358"/>
                  <a:pt x="467859" y="100512"/>
                </a:cubicBezTo>
                <a:cubicBezTo>
                  <a:pt x="472498" y="98668"/>
                  <a:pt x="475696" y="95553"/>
                  <a:pt x="477449" y="91167"/>
                </a:cubicBezTo>
                <a:cubicBezTo>
                  <a:pt x="479204" y="86782"/>
                  <a:pt x="479131" y="82203"/>
                  <a:pt x="477232" y="77427"/>
                </a:cubicBezTo>
                <a:close/>
                <a:moveTo>
                  <a:pt x="514013" y="44749"/>
                </a:moveTo>
                <a:lnTo>
                  <a:pt x="498472" y="35235"/>
                </a:lnTo>
                <a:cubicBezTo>
                  <a:pt x="503783" y="25560"/>
                  <a:pt x="511085" y="17847"/>
                  <a:pt x="520375" y="12090"/>
                </a:cubicBezTo>
                <a:cubicBezTo>
                  <a:pt x="540635" y="-467"/>
                  <a:pt x="557082" y="3445"/>
                  <a:pt x="569717" y="23831"/>
                </a:cubicBezTo>
                <a:lnTo>
                  <a:pt x="590097" y="56712"/>
                </a:lnTo>
                <a:lnTo>
                  <a:pt x="571716" y="68103"/>
                </a:lnTo>
                <a:lnTo>
                  <a:pt x="567730" y="61673"/>
                </a:lnTo>
                <a:cubicBezTo>
                  <a:pt x="565544" y="70306"/>
                  <a:pt x="560925" y="76806"/>
                  <a:pt x="553877" y="81174"/>
                </a:cubicBezTo>
                <a:cubicBezTo>
                  <a:pt x="547231" y="85293"/>
                  <a:pt x="540828" y="86854"/>
                  <a:pt x="534667" y="85858"/>
                </a:cubicBezTo>
                <a:cubicBezTo>
                  <a:pt x="528508" y="84860"/>
                  <a:pt x="523497" y="81247"/>
                  <a:pt x="519637" y="75020"/>
                </a:cubicBezTo>
                <a:cubicBezTo>
                  <a:pt x="515576" y="68468"/>
                  <a:pt x="514608" y="61986"/>
                  <a:pt x="516731" y="55575"/>
                </a:cubicBezTo>
                <a:cubicBezTo>
                  <a:pt x="518856" y="49164"/>
                  <a:pt x="523561" y="43702"/>
                  <a:pt x="530849" y="39185"/>
                </a:cubicBezTo>
                <a:cubicBezTo>
                  <a:pt x="536616" y="35611"/>
                  <a:pt x="542843" y="33319"/>
                  <a:pt x="549533" y="32308"/>
                </a:cubicBezTo>
                <a:cubicBezTo>
                  <a:pt x="544248" y="24499"/>
                  <a:pt x="537242" y="23299"/>
                  <a:pt x="528513" y="28709"/>
                </a:cubicBezTo>
                <a:cubicBezTo>
                  <a:pt x="523389" y="31885"/>
                  <a:pt x="518555" y="37233"/>
                  <a:pt x="514013" y="44749"/>
                </a:cubicBezTo>
                <a:close/>
                <a:moveTo>
                  <a:pt x="550576" y="64578"/>
                </a:moveTo>
                <a:cubicBezTo>
                  <a:pt x="555781" y="61352"/>
                  <a:pt x="558893" y="56177"/>
                  <a:pt x="559910" y="49052"/>
                </a:cubicBezTo>
                <a:lnTo>
                  <a:pt x="556601" y="43714"/>
                </a:lnTo>
                <a:cubicBezTo>
                  <a:pt x="551523" y="44286"/>
                  <a:pt x="546983" y="45813"/>
                  <a:pt x="542979" y="48295"/>
                </a:cubicBezTo>
                <a:cubicBezTo>
                  <a:pt x="539776" y="50279"/>
                  <a:pt x="537678" y="52530"/>
                  <a:pt x="536689" y="55046"/>
                </a:cubicBezTo>
                <a:cubicBezTo>
                  <a:pt x="535699" y="57564"/>
                  <a:pt x="535981" y="60075"/>
                  <a:pt x="537535" y="62583"/>
                </a:cubicBezTo>
                <a:cubicBezTo>
                  <a:pt x="538939" y="64849"/>
                  <a:pt x="540843" y="66130"/>
                  <a:pt x="543247" y="66434"/>
                </a:cubicBezTo>
                <a:cubicBezTo>
                  <a:pt x="545651" y="66736"/>
                  <a:pt x="548094" y="66116"/>
                  <a:pt x="550576" y="64578"/>
                </a:cubicBezTo>
                <a:close/>
              </a:path>
            </a:pathLst>
          </a:custGeom>
          <a:solidFill>
            <a:schemeClr val="bg1"/>
          </a:solidFill>
          <a:ln w="162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47" name="Gráfico 141">
            <a:extLst>
              <a:ext uri="{FF2B5EF4-FFF2-40B4-BE49-F238E27FC236}">
                <a16:creationId xmlns:a16="http://schemas.microsoft.com/office/drawing/2014/main" id="{1E3C9A0C-47E9-492E-8D12-9112C14D3B39}"/>
              </a:ext>
            </a:extLst>
          </p:cNvPr>
          <p:cNvSpPr/>
          <p:nvPr/>
        </p:nvSpPr>
        <p:spPr>
          <a:xfrm>
            <a:off x="427592" y="5388288"/>
            <a:ext cx="974488" cy="438809"/>
          </a:xfrm>
          <a:custGeom>
            <a:avLst/>
            <a:gdLst>
              <a:gd name="connsiteX0" fmla="*/ 383613 w 974488"/>
              <a:gd name="connsiteY0" fmla="*/ 68490 h 438809"/>
              <a:gd name="connsiteX1" fmla="*/ 387485 w 974488"/>
              <a:gd name="connsiteY1" fmla="*/ 74557 h 438809"/>
              <a:gd name="connsiteX2" fmla="*/ 387709 w 974488"/>
              <a:gd name="connsiteY2" fmla="*/ 80432 h 438809"/>
              <a:gd name="connsiteX3" fmla="*/ 385307 w 974488"/>
              <a:gd name="connsiteY3" fmla="*/ 85799 h 438809"/>
              <a:gd name="connsiteX4" fmla="*/ 380510 w 974488"/>
              <a:gd name="connsiteY4" fmla="*/ 90196 h 438809"/>
              <a:gd name="connsiteX5" fmla="*/ 374162 w 974488"/>
              <a:gd name="connsiteY5" fmla="*/ 93014 h 438809"/>
              <a:gd name="connsiteX6" fmla="*/ 366603 w 974488"/>
              <a:gd name="connsiteY6" fmla="*/ 93963 h 438809"/>
              <a:gd name="connsiteX7" fmla="*/ 359654 w 974488"/>
              <a:gd name="connsiteY7" fmla="*/ 92629 h 438809"/>
              <a:gd name="connsiteX8" fmla="*/ 358753 w 974488"/>
              <a:gd name="connsiteY8" fmla="*/ 92271 h 438809"/>
              <a:gd name="connsiteX9" fmla="*/ 358640 w 974488"/>
              <a:gd name="connsiteY9" fmla="*/ 91311 h 438809"/>
              <a:gd name="connsiteX10" fmla="*/ 357339 w 974488"/>
              <a:gd name="connsiteY10" fmla="*/ 84897 h 438809"/>
              <a:gd name="connsiteX11" fmla="*/ 356948 w 974488"/>
              <a:gd name="connsiteY11" fmla="*/ 83291 h 438809"/>
              <a:gd name="connsiteX12" fmla="*/ 357412 w 974488"/>
              <a:gd name="connsiteY12" fmla="*/ 81088 h 438809"/>
              <a:gd name="connsiteX13" fmla="*/ 359149 w 974488"/>
              <a:gd name="connsiteY13" fmla="*/ 80358 h 438809"/>
              <a:gd name="connsiteX14" fmla="*/ 360569 w 974488"/>
              <a:gd name="connsiteY14" fmla="*/ 80314 h 438809"/>
              <a:gd name="connsiteX15" fmla="*/ 360588 w 974488"/>
              <a:gd name="connsiteY15" fmla="*/ 80314 h 438809"/>
              <a:gd name="connsiteX16" fmla="*/ 362119 w 974488"/>
              <a:gd name="connsiteY16" fmla="*/ 81654 h 438809"/>
              <a:gd name="connsiteX17" fmla="*/ 363174 w 974488"/>
              <a:gd name="connsiteY17" fmla="*/ 83588 h 438809"/>
              <a:gd name="connsiteX18" fmla="*/ 364715 w 974488"/>
              <a:gd name="connsiteY18" fmla="*/ 85349 h 438809"/>
              <a:gd name="connsiteX19" fmla="*/ 364734 w 974488"/>
              <a:gd name="connsiteY19" fmla="*/ 85361 h 438809"/>
              <a:gd name="connsiteX20" fmla="*/ 365584 w 974488"/>
              <a:gd name="connsiteY20" fmla="*/ 86068 h 438809"/>
              <a:gd name="connsiteX21" fmla="*/ 371713 w 974488"/>
              <a:gd name="connsiteY21" fmla="*/ 87791 h 438809"/>
              <a:gd name="connsiteX22" fmla="*/ 377371 w 974488"/>
              <a:gd name="connsiteY22" fmla="*/ 85289 h 438809"/>
              <a:gd name="connsiteX23" fmla="*/ 378008 w 974488"/>
              <a:gd name="connsiteY23" fmla="*/ 84517 h 438809"/>
              <a:gd name="connsiteX24" fmla="*/ 378946 w 974488"/>
              <a:gd name="connsiteY24" fmla="*/ 80702 h 438809"/>
              <a:gd name="connsiteX25" fmla="*/ 377382 w 974488"/>
              <a:gd name="connsiteY25" fmla="*/ 77427 h 438809"/>
              <a:gd name="connsiteX26" fmla="*/ 377337 w 974488"/>
              <a:gd name="connsiteY26" fmla="*/ 77381 h 438809"/>
              <a:gd name="connsiteX27" fmla="*/ 374441 w 974488"/>
              <a:gd name="connsiteY27" fmla="*/ 75939 h 438809"/>
              <a:gd name="connsiteX28" fmla="*/ 367078 w 974488"/>
              <a:gd name="connsiteY28" fmla="*/ 74588 h 438809"/>
              <a:gd name="connsiteX29" fmla="*/ 358301 w 974488"/>
              <a:gd name="connsiteY29" fmla="*/ 72151 h 438809"/>
              <a:gd name="connsiteX30" fmla="*/ 352210 w 974488"/>
              <a:gd name="connsiteY30" fmla="*/ 64706 h 438809"/>
              <a:gd name="connsiteX31" fmla="*/ 351984 w 974488"/>
              <a:gd name="connsiteY31" fmla="*/ 58619 h 438809"/>
              <a:gd name="connsiteX32" fmla="*/ 354383 w 974488"/>
              <a:gd name="connsiteY32" fmla="*/ 52846 h 438809"/>
              <a:gd name="connsiteX33" fmla="*/ 358724 w 974488"/>
              <a:gd name="connsiteY33" fmla="*/ 48843 h 438809"/>
              <a:gd name="connsiteX34" fmla="*/ 364843 w 974488"/>
              <a:gd name="connsiteY34" fmla="*/ 46221 h 438809"/>
              <a:gd name="connsiteX35" fmla="*/ 370540 w 974488"/>
              <a:gd name="connsiteY35" fmla="*/ 45251 h 438809"/>
              <a:gd name="connsiteX36" fmla="*/ 375978 w 974488"/>
              <a:gd name="connsiteY36" fmla="*/ 45610 h 438809"/>
              <a:gd name="connsiteX37" fmla="*/ 377004 w 974488"/>
              <a:gd name="connsiteY37" fmla="*/ 45812 h 438809"/>
              <a:gd name="connsiteX38" fmla="*/ 378270 w 974488"/>
              <a:gd name="connsiteY38" fmla="*/ 51057 h 438809"/>
              <a:gd name="connsiteX39" fmla="*/ 379365 w 974488"/>
              <a:gd name="connsiteY39" fmla="*/ 55239 h 438809"/>
              <a:gd name="connsiteX40" fmla="*/ 377497 w 974488"/>
              <a:gd name="connsiteY40" fmla="*/ 58217 h 438809"/>
              <a:gd name="connsiteX41" fmla="*/ 377384 w 974488"/>
              <a:gd name="connsiteY41" fmla="*/ 58248 h 438809"/>
              <a:gd name="connsiteX42" fmla="*/ 374221 w 974488"/>
              <a:gd name="connsiteY42" fmla="*/ 56978 h 438809"/>
              <a:gd name="connsiteX43" fmla="*/ 370563 w 974488"/>
              <a:gd name="connsiteY43" fmla="*/ 52601 h 438809"/>
              <a:gd name="connsiteX44" fmla="*/ 364744 w 974488"/>
              <a:gd name="connsiteY44" fmla="*/ 52041 h 438809"/>
              <a:gd name="connsiteX45" fmla="*/ 364528 w 974488"/>
              <a:gd name="connsiteY45" fmla="*/ 52103 h 438809"/>
              <a:gd name="connsiteX46" fmla="*/ 360689 w 974488"/>
              <a:gd name="connsiteY46" fmla="*/ 54854 h 438809"/>
              <a:gd name="connsiteX47" fmla="*/ 359957 w 974488"/>
              <a:gd name="connsiteY47" fmla="*/ 59268 h 438809"/>
              <a:gd name="connsiteX48" fmla="*/ 360006 w 974488"/>
              <a:gd name="connsiteY48" fmla="*/ 59451 h 438809"/>
              <a:gd name="connsiteX49" fmla="*/ 363414 w 974488"/>
              <a:gd name="connsiteY49" fmla="*/ 62704 h 438809"/>
              <a:gd name="connsiteX50" fmla="*/ 369476 w 974488"/>
              <a:gd name="connsiteY50" fmla="*/ 64099 h 438809"/>
              <a:gd name="connsiteX51" fmla="*/ 370436 w 974488"/>
              <a:gd name="connsiteY51" fmla="*/ 64240 h 438809"/>
              <a:gd name="connsiteX52" fmla="*/ 376712 w 974488"/>
              <a:gd name="connsiteY52" fmla="*/ 65325 h 438809"/>
              <a:gd name="connsiteX53" fmla="*/ 383613 w 974488"/>
              <a:gd name="connsiteY53" fmla="*/ 68490 h 438809"/>
              <a:gd name="connsiteX54" fmla="*/ 338128 w 974488"/>
              <a:gd name="connsiteY54" fmla="*/ 94440 h 438809"/>
              <a:gd name="connsiteX55" fmla="*/ 336643 w 974488"/>
              <a:gd name="connsiteY55" fmla="*/ 81824 h 438809"/>
              <a:gd name="connsiteX56" fmla="*/ 327653 w 974488"/>
              <a:gd name="connsiteY56" fmla="*/ 69924 h 438809"/>
              <a:gd name="connsiteX57" fmla="*/ 316641 w 974488"/>
              <a:gd name="connsiteY57" fmla="*/ 68656 h 438809"/>
              <a:gd name="connsiteX58" fmla="*/ 316621 w 974488"/>
              <a:gd name="connsiteY58" fmla="*/ 68665 h 438809"/>
              <a:gd name="connsiteX59" fmla="*/ 310631 w 974488"/>
              <a:gd name="connsiteY59" fmla="*/ 75488 h 438809"/>
              <a:gd name="connsiteX60" fmla="*/ 311763 w 974488"/>
              <a:gd name="connsiteY60" fmla="*/ 87367 h 438809"/>
              <a:gd name="connsiteX61" fmla="*/ 311777 w 974488"/>
              <a:gd name="connsiteY61" fmla="*/ 87403 h 438809"/>
              <a:gd name="connsiteX62" fmla="*/ 320973 w 974488"/>
              <a:gd name="connsiteY62" fmla="*/ 99812 h 438809"/>
              <a:gd name="connsiteX63" fmla="*/ 331907 w 974488"/>
              <a:gd name="connsiteY63" fmla="*/ 101431 h 438809"/>
              <a:gd name="connsiteX64" fmla="*/ 338128 w 974488"/>
              <a:gd name="connsiteY64" fmla="*/ 94440 h 438809"/>
              <a:gd name="connsiteX65" fmla="*/ 334483 w 974488"/>
              <a:gd name="connsiteY65" fmla="*/ 62725 h 438809"/>
              <a:gd name="connsiteX66" fmla="*/ 347269 w 974488"/>
              <a:gd name="connsiteY66" fmla="*/ 76108 h 438809"/>
              <a:gd name="connsiteX67" fmla="*/ 347283 w 974488"/>
              <a:gd name="connsiteY67" fmla="*/ 76143 h 438809"/>
              <a:gd name="connsiteX68" fmla="*/ 346957 w 974488"/>
              <a:gd name="connsiteY68" fmla="*/ 94440 h 438809"/>
              <a:gd name="connsiteX69" fmla="*/ 333360 w 974488"/>
              <a:gd name="connsiteY69" fmla="*/ 107088 h 438809"/>
              <a:gd name="connsiteX70" fmla="*/ 333316 w 974488"/>
              <a:gd name="connsiteY70" fmla="*/ 107106 h 438809"/>
              <a:gd name="connsiteX71" fmla="*/ 314311 w 974488"/>
              <a:gd name="connsiteY71" fmla="*/ 107089 h 438809"/>
              <a:gd name="connsiteX72" fmla="*/ 301292 w 974488"/>
              <a:gd name="connsiteY72" fmla="*/ 93476 h 438809"/>
              <a:gd name="connsiteX73" fmla="*/ 302020 w 974488"/>
              <a:gd name="connsiteY73" fmla="*/ 75495 h 438809"/>
              <a:gd name="connsiteX74" fmla="*/ 315719 w 974488"/>
              <a:gd name="connsiteY74" fmla="*/ 62787 h 438809"/>
              <a:gd name="connsiteX75" fmla="*/ 334483 w 974488"/>
              <a:gd name="connsiteY75" fmla="*/ 62725 h 438809"/>
              <a:gd name="connsiteX76" fmla="*/ 304275 w 974488"/>
              <a:gd name="connsiteY76" fmla="*/ 111956 h 438809"/>
              <a:gd name="connsiteX77" fmla="*/ 305423 w 974488"/>
              <a:gd name="connsiteY77" fmla="*/ 113088 h 438809"/>
              <a:gd name="connsiteX78" fmla="*/ 305477 w 974488"/>
              <a:gd name="connsiteY78" fmla="*/ 113181 h 438809"/>
              <a:gd name="connsiteX79" fmla="*/ 305980 w 974488"/>
              <a:gd name="connsiteY79" fmla="*/ 115559 h 438809"/>
              <a:gd name="connsiteX80" fmla="*/ 304298 w 974488"/>
              <a:gd name="connsiteY80" fmla="*/ 117210 h 438809"/>
              <a:gd name="connsiteX81" fmla="*/ 303311 w 974488"/>
              <a:gd name="connsiteY81" fmla="*/ 117719 h 438809"/>
              <a:gd name="connsiteX82" fmla="*/ 295598 w 974488"/>
              <a:gd name="connsiteY82" fmla="*/ 121986 h 438809"/>
              <a:gd name="connsiteX83" fmla="*/ 295572 w 974488"/>
              <a:gd name="connsiteY83" fmla="*/ 121999 h 438809"/>
              <a:gd name="connsiteX84" fmla="*/ 290805 w 974488"/>
              <a:gd name="connsiteY84" fmla="*/ 124891 h 438809"/>
              <a:gd name="connsiteX85" fmla="*/ 287254 w 974488"/>
              <a:gd name="connsiteY85" fmla="*/ 127047 h 438809"/>
              <a:gd name="connsiteX86" fmla="*/ 285450 w 974488"/>
              <a:gd name="connsiteY86" fmla="*/ 127485 h 438809"/>
              <a:gd name="connsiteX87" fmla="*/ 283922 w 974488"/>
              <a:gd name="connsiteY87" fmla="*/ 126249 h 438809"/>
              <a:gd name="connsiteX88" fmla="*/ 283790 w 974488"/>
              <a:gd name="connsiteY88" fmla="*/ 126030 h 438809"/>
              <a:gd name="connsiteX89" fmla="*/ 283227 w 974488"/>
              <a:gd name="connsiteY89" fmla="*/ 123653 h 438809"/>
              <a:gd name="connsiteX90" fmla="*/ 284684 w 974488"/>
              <a:gd name="connsiteY90" fmla="*/ 122042 h 438809"/>
              <a:gd name="connsiteX91" fmla="*/ 285151 w 974488"/>
              <a:gd name="connsiteY91" fmla="*/ 121703 h 438809"/>
              <a:gd name="connsiteX92" fmla="*/ 287129 w 974488"/>
              <a:gd name="connsiteY92" fmla="*/ 118793 h 438809"/>
              <a:gd name="connsiteX93" fmla="*/ 281372 w 974488"/>
              <a:gd name="connsiteY93" fmla="*/ 107412 h 438809"/>
              <a:gd name="connsiteX94" fmla="*/ 275788 w 974488"/>
              <a:gd name="connsiteY94" fmla="*/ 98038 h 438809"/>
              <a:gd name="connsiteX95" fmla="*/ 273337 w 974488"/>
              <a:gd name="connsiteY95" fmla="*/ 95021 h 438809"/>
              <a:gd name="connsiteX96" fmla="*/ 269864 w 974488"/>
              <a:gd name="connsiteY96" fmla="*/ 94005 h 438809"/>
              <a:gd name="connsiteX97" fmla="*/ 265327 w 974488"/>
              <a:gd name="connsiteY97" fmla="*/ 95405 h 438809"/>
              <a:gd name="connsiteX98" fmla="*/ 260279 w 974488"/>
              <a:gd name="connsiteY98" fmla="*/ 99707 h 438809"/>
              <a:gd name="connsiteX99" fmla="*/ 257667 w 974488"/>
              <a:gd name="connsiteY99" fmla="*/ 103621 h 438809"/>
              <a:gd name="connsiteX100" fmla="*/ 260345 w 974488"/>
              <a:gd name="connsiteY100" fmla="*/ 108004 h 438809"/>
              <a:gd name="connsiteX101" fmla="*/ 269973 w 974488"/>
              <a:gd name="connsiteY101" fmla="*/ 124698 h 438809"/>
              <a:gd name="connsiteX102" fmla="*/ 273006 w 974488"/>
              <a:gd name="connsiteY102" fmla="*/ 127879 h 438809"/>
              <a:gd name="connsiteX103" fmla="*/ 276213 w 974488"/>
              <a:gd name="connsiteY103" fmla="*/ 127108 h 438809"/>
              <a:gd name="connsiteX104" fmla="*/ 276283 w 974488"/>
              <a:gd name="connsiteY104" fmla="*/ 127065 h 438809"/>
              <a:gd name="connsiteX105" fmla="*/ 278440 w 974488"/>
              <a:gd name="connsiteY105" fmla="*/ 126946 h 438809"/>
              <a:gd name="connsiteX106" fmla="*/ 279649 w 974488"/>
              <a:gd name="connsiteY106" fmla="*/ 128341 h 438809"/>
              <a:gd name="connsiteX107" fmla="*/ 280001 w 974488"/>
              <a:gd name="connsiteY107" fmla="*/ 130650 h 438809"/>
              <a:gd name="connsiteX108" fmla="*/ 278363 w 974488"/>
              <a:gd name="connsiteY108" fmla="*/ 132186 h 438809"/>
              <a:gd name="connsiteX109" fmla="*/ 273074 w 974488"/>
              <a:gd name="connsiteY109" fmla="*/ 135174 h 438809"/>
              <a:gd name="connsiteX110" fmla="*/ 267898 w 974488"/>
              <a:gd name="connsiteY110" fmla="*/ 138105 h 438809"/>
              <a:gd name="connsiteX111" fmla="*/ 265281 w 974488"/>
              <a:gd name="connsiteY111" fmla="*/ 139696 h 438809"/>
              <a:gd name="connsiteX112" fmla="*/ 261236 w 974488"/>
              <a:gd name="connsiteY112" fmla="*/ 142078 h 438809"/>
              <a:gd name="connsiteX113" fmla="*/ 260957 w 974488"/>
              <a:gd name="connsiteY113" fmla="*/ 142246 h 438809"/>
              <a:gd name="connsiteX114" fmla="*/ 258296 w 974488"/>
              <a:gd name="connsiteY114" fmla="*/ 141539 h 438809"/>
              <a:gd name="connsiteX115" fmla="*/ 258939 w 974488"/>
              <a:gd name="connsiteY115" fmla="*/ 137091 h 438809"/>
              <a:gd name="connsiteX116" fmla="*/ 261289 w 974488"/>
              <a:gd name="connsiteY116" fmla="*/ 132994 h 438809"/>
              <a:gd name="connsiteX117" fmla="*/ 259271 w 974488"/>
              <a:gd name="connsiteY117" fmla="*/ 127929 h 438809"/>
              <a:gd name="connsiteX118" fmla="*/ 252552 w 974488"/>
              <a:gd name="connsiteY118" fmla="*/ 116300 h 438809"/>
              <a:gd name="connsiteX119" fmla="*/ 249110 w 974488"/>
              <a:gd name="connsiteY119" fmla="*/ 110957 h 438809"/>
              <a:gd name="connsiteX120" fmla="*/ 246718 w 974488"/>
              <a:gd name="connsiteY120" fmla="*/ 108905 h 438809"/>
              <a:gd name="connsiteX121" fmla="*/ 246648 w 974488"/>
              <a:gd name="connsiteY121" fmla="*/ 108874 h 438809"/>
              <a:gd name="connsiteX122" fmla="*/ 243734 w 974488"/>
              <a:gd name="connsiteY122" fmla="*/ 108400 h 438809"/>
              <a:gd name="connsiteX123" fmla="*/ 239990 w 974488"/>
              <a:gd name="connsiteY123" fmla="*/ 109665 h 438809"/>
              <a:gd name="connsiteX124" fmla="*/ 235281 w 974488"/>
              <a:gd name="connsiteY124" fmla="*/ 113802 h 438809"/>
              <a:gd name="connsiteX125" fmla="*/ 232199 w 974488"/>
              <a:gd name="connsiteY125" fmla="*/ 118514 h 438809"/>
              <a:gd name="connsiteX126" fmla="*/ 243843 w 974488"/>
              <a:gd name="connsiteY126" fmla="*/ 138679 h 438809"/>
              <a:gd name="connsiteX127" fmla="*/ 247172 w 974488"/>
              <a:gd name="connsiteY127" fmla="*/ 142605 h 438809"/>
              <a:gd name="connsiteX128" fmla="*/ 250398 w 974488"/>
              <a:gd name="connsiteY128" fmla="*/ 141893 h 438809"/>
              <a:gd name="connsiteX129" fmla="*/ 252286 w 974488"/>
              <a:gd name="connsiteY129" fmla="*/ 141541 h 438809"/>
              <a:gd name="connsiteX130" fmla="*/ 253785 w 974488"/>
              <a:gd name="connsiteY130" fmla="*/ 142783 h 438809"/>
              <a:gd name="connsiteX131" fmla="*/ 254468 w 974488"/>
              <a:gd name="connsiteY131" fmla="*/ 144636 h 438809"/>
              <a:gd name="connsiteX132" fmla="*/ 253333 w 974488"/>
              <a:gd name="connsiteY132" fmla="*/ 146758 h 438809"/>
              <a:gd name="connsiteX133" fmla="*/ 247384 w 974488"/>
              <a:gd name="connsiteY133" fmla="*/ 149973 h 438809"/>
              <a:gd name="connsiteX134" fmla="*/ 244511 w 974488"/>
              <a:gd name="connsiteY134" fmla="*/ 151485 h 438809"/>
              <a:gd name="connsiteX135" fmla="*/ 240320 w 974488"/>
              <a:gd name="connsiteY135" fmla="*/ 153986 h 438809"/>
              <a:gd name="connsiteX136" fmla="*/ 236047 w 974488"/>
              <a:gd name="connsiteY136" fmla="*/ 156617 h 438809"/>
              <a:gd name="connsiteX137" fmla="*/ 234053 w 974488"/>
              <a:gd name="connsiteY137" fmla="*/ 157060 h 438809"/>
              <a:gd name="connsiteX138" fmla="*/ 232516 w 974488"/>
              <a:gd name="connsiteY138" fmla="*/ 155688 h 438809"/>
              <a:gd name="connsiteX139" fmla="*/ 233490 w 974488"/>
              <a:gd name="connsiteY139" fmla="*/ 151785 h 438809"/>
              <a:gd name="connsiteX140" fmla="*/ 233534 w 974488"/>
              <a:gd name="connsiteY140" fmla="*/ 151752 h 438809"/>
              <a:gd name="connsiteX141" fmla="*/ 235543 w 974488"/>
              <a:gd name="connsiteY141" fmla="*/ 148451 h 438809"/>
              <a:gd name="connsiteX142" fmla="*/ 233479 w 974488"/>
              <a:gd name="connsiteY142" fmla="*/ 142495 h 438809"/>
              <a:gd name="connsiteX143" fmla="*/ 224859 w 974488"/>
              <a:gd name="connsiteY143" fmla="*/ 127574 h 438809"/>
              <a:gd name="connsiteX144" fmla="*/ 222014 w 974488"/>
              <a:gd name="connsiteY144" fmla="*/ 123952 h 438809"/>
              <a:gd name="connsiteX145" fmla="*/ 218430 w 974488"/>
              <a:gd name="connsiteY145" fmla="*/ 124255 h 438809"/>
              <a:gd name="connsiteX146" fmla="*/ 218310 w 974488"/>
              <a:gd name="connsiteY146" fmla="*/ 124287 h 438809"/>
              <a:gd name="connsiteX147" fmla="*/ 216927 w 974488"/>
              <a:gd name="connsiteY147" fmla="*/ 124176 h 438809"/>
              <a:gd name="connsiteX148" fmla="*/ 215882 w 974488"/>
              <a:gd name="connsiteY148" fmla="*/ 123184 h 438809"/>
              <a:gd name="connsiteX149" fmla="*/ 215580 w 974488"/>
              <a:gd name="connsiteY149" fmla="*/ 121603 h 438809"/>
              <a:gd name="connsiteX150" fmla="*/ 216240 w 974488"/>
              <a:gd name="connsiteY150" fmla="*/ 120469 h 438809"/>
              <a:gd name="connsiteX151" fmla="*/ 219637 w 974488"/>
              <a:gd name="connsiteY151" fmla="*/ 115307 h 438809"/>
              <a:gd name="connsiteX152" fmla="*/ 222958 w 974488"/>
              <a:gd name="connsiteY152" fmla="*/ 109060 h 438809"/>
              <a:gd name="connsiteX153" fmla="*/ 223047 w 974488"/>
              <a:gd name="connsiteY153" fmla="*/ 108901 h 438809"/>
              <a:gd name="connsiteX154" fmla="*/ 223683 w 974488"/>
              <a:gd name="connsiteY154" fmla="*/ 108309 h 438809"/>
              <a:gd name="connsiteX155" fmla="*/ 224852 w 974488"/>
              <a:gd name="connsiteY155" fmla="*/ 107985 h 438809"/>
              <a:gd name="connsiteX156" fmla="*/ 226238 w 974488"/>
              <a:gd name="connsiteY156" fmla="*/ 108334 h 438809"/>
              <a:gd name="connsiteX157" fmla="*/ 226663 w 974488"/>
              <a:gd name="connsiteY157" fmla="*/ 108708 h 438809"/>
              <a:gd name="connsiteX158" fmla="*/ 229137 w 974488"/>
              <a:gd name="connsiteY158" fmla="*/ 112992 h 438809"/>
              <a:gd name="connsiteX159" fmla="*/ 233117 w 974488"/>
              <a:gd name="connsiteY159" fmla="*/ 106685 h 438809"/>
              <a:gd name="connsiteX160" fmla="*/ 239637 w 974488"/>
              <a:gd name="connsiteY160" fmla="*/ 100967 h 438809"/>
              <a:gd name="connsiteX161" fmla="*/ 247809 w 974488"/>
              <a:gd name="connsiteY161" fmla="*/ 98811 h 438809"/>
              <a:gd name="connsiteX162" fmla="*/ 253433 w 974488"/>
              <a:gd name="connsiteY162" fmla="*/ 100062 h 438809"/>
              <a:gd name="connsiteX163" fmla="*/ 257129 w 974488"/>
              <a:gd name="connsiteY163" fmla="*/ 93491 h 438809"/>
              <a:gd name="connsiteX164" fmla="*/ 264861 w 974488"/>
              <a:gd name="connsiteY164" fmla="*/ 86520 h 438809"/>
              <a:gd name="connsiteX165" fmla="*/ 273006 w 974488"/>
              <a:gd name="connsiteY165" fmla="*/ 84074 h 438809"/>
              <a:gd name="connsiteX166" fmla="*/ 280522 w 974488"/>
              <a:gd name="connsiteY166" fmla="*/ 86436 h 438809"/>
              <a:gd name="connsiteX167" fmla="*/ 283875 w 974488"/>
              <a:gd name="connsiteY167" fmla="*/ 89942 h 438809"/>
              <a:gd name="connsiteX168" fmla="*/ 288480 w 974488"/>
              <a:gd name="connsiteY168" fmla="*/ 97517 h 438809"/>
              <a:gd name="connsiteX169" fmla="*/ 294878 w 974488"/>
              <a:gd name="connsiteY169" fmla="*/ 108593 h 438809"/>
              <a:gd name="connsiteX170" fmla="*/ 298383 w 974488"/>
              <a:gd name="connsiteY170" fmla="*/ 112906 h 438809"/>
              <a:gd name="connsiteX171" fmla="*/ 302281 w 974488"/>
              <a:gd name="connsiteY171" fmla="*/ 112055 h 438809"/>
              <a:gd name="connsiteX172" fmla="*/ 302504 w 974488"/>
              <a:gd name="connsiteY172" fmla="*/ 111961 h 438809"/>
              <a:gd name="connsiteX173" fmla="*/ 304275 w 974488"/>
              <a:gd name="connsiteY173" fmla="*/ 111956 h 438809"/>
              <a:gd name="connsiteX174" fmla="*/ 200562 w 974488"/>
              <a:gd name="connsiteY174" fmla="*/ 142435 h 438809"/>
              <a:gd name="connsiteX175" fmla="*/ 200373 w 974488"/>
              <a:gd name="connsiteY175" fmla="*/ 141335 h 438809"/>
              <a:gd name="connsiteX176" fmla="*/ 196984 w 974488"/>
              <a:gd name="connsiteY176" fmla="*/ 139904 h 438809"/>
              <a:gd name="connsiteX177" fmla="*/ 192132 w 974488"/>
              <a:gd name="connsiteY177" fmla="*/ 141894 h 438809"/>
              <a:gd name="connsiteX178" fmla="*/ 187729 w 974488"/>
              <a:gd name="connsiteY178" fmla="*/ 149131 h 438809"/>
              <a:gd name="connsiteX179" fmla="*/ 187924 w 974488"/>
              <a:gd name="connsiteY179" fmla="*/ 154997 h 438809"/>
              <a:gd name="connsiteX180" fmla="*/ 192213 w 974488"/>
              <a:gd name="connsiteY180" fmla="*/ 151128 h 438809"/>
              <a:gd name="connsiteX181" fmla="*/ 195938 w 974488"/>
              <a:gd name="connsiteY181" fmla="*/ 147587 h 438809"/>
              <a:gd name="connsiteX182" fmla="*/ 195951 w 974488"/>
              <a:gd name="connsiteY182" fmla="*/ 147574 h 438809"/>
              <a:gd name="connsiteX183" fmla="*/ 200562 w 974488"/>
              <a:gd name="connsiteY183" fmla="*/ 142435 h 438809"/>
              <a:gd name="connsiteX184" fmla="*/ 200287 w 974488"/>
              <a:gd name="connsiteY184" fmla="*/ 132857 h 438809"/>
              <a:gd name="connsiteX185" fmla="*/ 211259 w 974488"/>
              <a:gd name="connsiteY185" fmla="*/ 136926 h 438809"/>
              <a:gd name="connsiteX186" fmla="*/ 212159 w 974488"/>
              <a:gd name="connsiteY186" fmla="*/ 140777 h 438809"/>
              <a:gd name="connsiteX187" fmla="*/ 208681 w 974488"/>
              <a:gd name="connsiteY187" fmla="*/ 144574 h 438809"/>
              <a:gd name="connsiteX188" fmla="*/ 199326 w 974488"/>
              <a:gd name="connsiteY188" fmla="*/ 152526 h 438809"/>
              <a:gd name="connsiteX189" fmla="*/ 190774 w 974488"/>
              <a:gd name="connsiteY189" fmla="*/ 159772 h 438809"/>
              <a:gd name="connsiteX190" fmla="*/ 192537 w 974488"/>
              <a:gd name="connsiteY190" fmla="*/ 162019 h 438809"/>
              <a:gd name="connsiteX191" fmla="*/ 192640 w 974488"/>
              <a:gd name="connsiteY191" fmla="*/ 162136 h 438809"/>
              <a:gd name="connsiteX192" fmla="*/ 204576 w 974488"/>
              <a:gd name="connsiteY192" fmla="*/ 168405 h 438809"/>
              <a:gd name="connsiteX193" fmla="*/ 216836 w 974488"/>
              <a:gd name="connsiteY193" fmla="*/ 164570 h 438809"/>
              <a:gd name="connsiteX194" fmla="*/ 220247 w 974488"/>
              <a:gd name="connsiteY194" fmla="*/ 160298 h 438809"/>
              <a:gd name="connsiteX195" fmla="*/ 221237 w 974488"/>
              <a:gd name="connsiteY195" fmla="*/ 155718 h 438809"/>
              <a:gd name="connsiteX196" fmla="*/ 221287 w 974488"/>
              <a:gd name="connsiteY196" fmla="*/ 154550 h 438809"/>
              <a:gd name="connsiteX197" fmla="*/ 222058 w 974488"/>
              <a:gd name="connsiteY197" fmla="*/ 153086 h 438809"/>
              <a:gd name="connsiteX198" fmla="*/ 223946 w 974488"/>
              <a:gd name="connsiteY198" fmla="*/ 152602 h 438809"/>
              <a:gd name="connsiteX199" fmla="*/ 225388 w 974488"/>
              <a:gd name="connsiteY199" fmla="*/ 153455 h 438809"/>
              <a:gd name="connsiteX200" fmla="*/ 226110 w 974488"/>
              <a:gd name="connsiteY200" fmla="*/ 154633 h 438809"/>
              <a:gd name="connsiteX201" fmla="*/ 226520 w 974488"/>
              <a:gd name="connsiteY201" fmla="*/ 156283 h 438809"/>
              <a:gd name="connsiteX202" fmla="*/ 226527 w 974488"/>
              <a:gd name="connsiteY202" fmla="*/ 156340 h 438809"/>
              <a:gd name="connsiteX203" fmla="*/ 225372 w 974488"/>
              <a:gd name="connsiteY203" fmla="*/ 165800 h 438809"/>
              <a:gd name="connsiteX204" fmla="*/ 219409 w 974488"/>
              <a:gd name="connsiteY204" fmla="*/ 173831 h 438809"/>
              <a:gd name="connsiteX205" fmla="*/ 202452 w 974488"/>
              <a:gd name="connsiteY205" fmla="*/ 179553 h 438809"/>
              <a:gd name="connsiteX206" fmla="*/ 186328 w 974488"/>
              <a:gd name="connsiteY206" fmla="*/ 171126 h 438809"/>
              <a:gd name="connsiteX207" fmla="*/ 180373 w 974488"/>
              <a:gd name="connsiteY207" fmla="*/ 154075 h 438809"/>
              <a:gd name="connsiteX208" fmla="*/ 187968 w 974488"/>
              <a:gd name="connsiteY208" fmla="*/ 138128 h 438809"/>
              <a:gd name="connsiteX209" fmla="*/ 200287 w 974488"/>
              <a:gd name="connsiteY209" fmla="*/ 132857 h 438809"/>
              <a:gd name="connsiteX210" fmla="*/ 164586 w 974488"/>
              <a:gd name="connsiteY210" fmla="*/ 159702 h 438809"/>
              <a:gd name="connsiteX211" fmla="*/ 168955 w 974488"/>
              <a:gd name="connsiteY211" fmla="*/ 160298 h 438809"/>
              <a:gd name="connsiteX212" fmla="*/ 170304 w 974488"/>
              <a:gd name="connsiteY212" fmla="*/ 162736 h 438809"/>
              <a:gd name="connsiteX213" fmla="*/ 171245 w 974488"/>
              <a:gd name="connsiteY213" fmla="*/ 166189 h 438809"/>
              <a:gd name="connsiteX214" fmla="*/ 171373 w 974488"/>
              <a:gd name="connsiteY214" fmla="*/ 166700 h 438809"/>
              <a:gd name="connsiteX215" fmla="*/ 169279 w 974488"/>
              <a:gd name="connsiteY215" fmla="*/ 169377 h 438809"/>
              <a:gd name="connsiteX216" fmla="*/ 167113 w 974488"/>
              <a:gd name="connsiteY216" fmla="*/ 170337 h 438809"/>
              <a:gd name="connsiteX217" fmla="*/ 164915 w 974488"/>
              <a:gd name="connsiteY217" fmla="*/ 172144 h 438809"/>
              <a:gd name="connsiteX218" fmla="*/ 162800 w 974488"/>
              <a:gd name="connsiteY218" fmla="*/ 175788 h 438809"/>
              <a:gd name="connsiteX219" fmla="*/ 162203 w 974488"/>
              <a:gd name="connsiteY219" fmla="*/ 179394 h 438809"/>
              <a:gd name="connsiteX220" fmla="*/ 162221 w 974488"/>
              <a:gd name="connsiteY220" fmla="*/ 179556 h 438809"/>
              <a:gd name="connsiteX221" fmla="*/ 162662 w 974488"/>
              <a:gd name="connsiteY221" fmla="*/ 180010 h 438809"/>
              <a:gd name="connsiteX222" fmla="*/ 175046 w 974488"/>
              <a:gd name="connsiteY222" fmla="*/ 191889 h 438809"/>
              <a:gd name="connsiteX223" fmla="*/ 180595 w 974488"/>
              <a:gd name="connsiteY223" fmla="*/ 196516 h 438809"/>
              <a:gd name="connsiteX224" fmla="*/ 183158 w 974488"/>
              <a:gd name="connsiteY224" fmla="*/ 196512 h 438809"/>
              <a:gd name="connsiteX225" fmla="*/ 185205 w 974488"/>
              <a:gd name="connsiteY225" fmla="*/ 195114 h 438809"/>
              <a:gd name="connsiteX226" fmla="*/ 187527 w 974488"/>
              <a:gd name="connsiteY226" fmla="*/ 192871 h 438809"/>
              <a:gd name="connsiteX227" fmla="*/ 189595 w 974488"/>
              <a:gd name="connsiteY227" fmla="*/ 192038 h 438809"/>
              <a:gd name="connsiteX228" fmla="*/ 191157 w 974488"/>
              <a:gd name="connsiteY228" fmla="*/ 192957 h 438809"/>
              <a:gd name="connsiteX229" fmla="*/ 192244 w 974488"/>
              <a:gd name="connsiteY229" fmla="*/ 194491 h 438809"/>
              <a:gd name="connsiteX230" fmla="*/ 191595 w 974488"/>
              <a:gd name="connsiteY230" fmla="*/ 196681 h 438809"/>
              <a:gd name="connsiteX231" fmla="*/ 187905 w 974488"/>
              <a:gd name="connsiteY231" fmla="*/ 200449 h 438809"/>
              <a:gd name="connsiteX232" fmla="*/ 184329 w 974488"/>
              <a:gd name="connsiteY232" fmla="*/ 204099 h 438809"/>
              <a:gd name="connsiteX233" fmla="*/ 179174 w 974488"/>
              <a:gd name="connsiteY233" fmla="*/ 209704 h 438809"/>
              <a:gd name="connsiteX234" fmla="*/ 173816 w 974488"/>
              <a:gd name="connsiteY234" fmla="*/ 215521 h 438809"/>
              <a:gd name="connsiteX235" fmla="*/ 172251 w 974488"/>
              <a:gd name="connsiteY235" fmla="*/ 216317 h 438809"/>
              <a:gd name="connsiteX236" fmla="*/ 170614 w 974488"/>
              <a:gd name="connsiteY236" fmla="*/ 215597 h 438809"/>
              <a:gd name="connsiteX237" fmla="*/ 169456 w 974488"/>
              <a:gd name="connsiteY237" fmla="*/ 214007 h 438809"/>
              <a:gd name="connsiteX238" fmla="*/ 169761 w 974488"/>
              <a:gd name="connsiteY238" fmla="*/ 211925 h 438809"/>
              <a:gd name="connsiteX239" fmla="*/ 170319 w 974488"/>
              <a:gd name="connsiteY239" fmla="*/ 211141 h 438809"/>
              <a:gd name="connsiteX240" fmla="*/ 171970 w 974488"/>
              <a:gd name="connsiteY240" fmla="*/ 205267 h 438809"/>
              <a:gd name="connsiteX241" fmla="*/ 171957 w 974488"/>
              <a:gd name="connsiteY241" fmla="*/ 205248 h 438809"/>
              <a:gd name="connsiteX242" fmla="*/ 170277 w 974488"/>
              <a:gd name="connsiteY242" fmla="*/ 202750 h 438809"/>
              <a:gd name="connsiteX243" fmla="*/ 165279 w 974488"/>
              <a:gd name="connsiteY243" fmla="*/ 197757 h 438809"/>
              <a:gd name="connsiteX244" fmla="*/ 155818 w 974488"/>
              <a:gd name="connsiteY244" fmla="*/ 188679 h 438809"/>
              <a:gd name="connsiteX245" fmla="*/ 152444 w 974488"/>
              <a:gd name="connsiteY245" fmla="*/ 186612 h 438809"/>
              <a:gd name="connsiteX246" fmla="*/ 149425 w 974488"/>
              <a:gd name="connsiteY246" fmla="*/ 187951 h 438809"/>
              <a:gd name="connsiteX247" fmla="*/ 149386 w 974488"/>
              <a:gd name="connsiteY247" fmla="*/ 187975 h 438809"/>
              <a:gd name="connsiteX248" fmla="*/ 147826 w 974488"/>
              <a:gd name="connsiteY248" fmla="*/ 188765 h 438809"/>
              <a:gd name="connsiteX249" fmla="*/ 147807 w 974488"/>
              <a:gd name="connsiteY249" fmla="*/ 188765 h 438809"/>
              <a:gd name="connsiteX250" fmla="*/ 145892 w 974488"/>
              <a:gd name="connsiteY250" fmla="*/ 188093 h 438809"/>
              <a:gd name="connsiteX251" fmla="*/ 145339 w 974488"/>
              <a:gd name="connsiteY251" fmla="*/ 185639 h 438809"/>
              <a:gd name="connsiteX252" fmla="*/ 145377 w 974488"/>
              <a:gd name="connsiteY252" fmla="*/ 185488 h 438809"/>
              <a:gd name="connsiteX253" fmla="*/ 145806 w 974488"/>
              <a:gd name="connsiteY253" fmla="*/ 184190 h 438809"/>
              <a:gd name="connsiteX254" fmla="*/ 148394 w 974488"/>
              <a:gd name="connsiteY254" fmla="*/ 175004 h 438809"/>
              <a:gd name="connsiteX255" fmla="*/ 148642 w 974488"/>
              <a:gd name="connsiteY255" fmla="*/ 174057 h 438809"/>
              <a:gd name="connsiteX256" fmla="*/ 149312 w 974488"/>
              <a:gd name="connsiteY256" fmla="*/ 172493 h 438809"/>
              <a:gd name="connsiteX257" fmla="*/ 149344 w 974488"/>
              <a:gd name="connsiteY257" fmla="*/ 172456 h 438809"/>
              <a:gd name="connsiteX258" fmla="*/ 150295 w 974488"/>
              <a:gd name="connsiteY258" fmla="*/ 171813 h 438809"/>
              <a:gd name="connsiteX259" fmla="*/ 152486 w 974488"/>
              <a:gd name="connsiteY259" fmla="*/ 172071 h 438809"/>
              <a:gd name="connsiteX260" fmla="*/ 156200 w 974488"/>
              <a:gd name="connsiteY260" fmla="*/ 174933 h 438809"/>
              <a:gd name="connsiteX261" fmla="*/ 157189 w 974488"/>
              <a:gd name="connsiteY261" fmla="*/ 175703 h 438809"/>
              <a:gd name="connsiteX262" fmla="*/ 160459 w 974488"/>
              <a:gd name="connsiteY262" fmla="*/ 162262 h 438809"/>
              <a:gd name="connsiteX263" fmla="*/ 164586 w 974488"/>
              <a:gd name="connsiteY263" fmla="*/ 159702 h 438809"/>
              <a:gd name="connsiteX264" fmla="*/ 152889 w 974488"/>
              <a:gd name="connsiteY264" fmla="*/ 224112 h 438809"/>
              <a:gd name="connsiteX265" fmla="*/ 145943 w 974488"/>
              <a:gd name="connsiteY265" fmla="*/ 213746 h 438809"/>
              <a:gd name="connsiteX266" fmla="*/ 134116 w 974488"/>
              <a:gd name="connsiteY266" fmla="*/ 209647 h 438809"/>
              <a:gd name="connsiteX267" fmla="*/ 124134 w 974488"/>
              <a:gd name="connsiteY267" fmla="*/ 215086 h 438809"/>
              <a:gd name="connsiteX268" fmla="*/ 121672 w 974488"/>
              <a:gd name="connsiteY268" fmla="*/ 219690 h 438809"/>
              <a:gd name="connsiteX269" fmla="*/ 121017 w 974488"/>
              <a:gd name="connsiteY269" fmla="*/ 224212 h 438809"/>
              <a:gd name="connsiteX270" fmla="*/ 134552 w 974488"/>
              <a:gd name="connsiteY270" fmla="*/ 234894 h 438809"/>
              <a:gd name="connsiteX271" fmla="*/ 138359 w 974488"/>
              <a:gd name="connsiteY271" fmla="*/ 237788 h 438809"/>
              <a:gd name="connsiteX272" fmla="*/ 141229 w 974488"/>
              <a:gd name="connsiteY272" fmla="*/ 239839 h 438809"/>
              <a:gd name="connsiteX273" fmla="*/ 146168 w 974488"/>
              <a:gd name="connsiteY273" fmla="*/ 237999 h 438809"/>
              <a:gd name="connsiteX274" fmla="*/ 150676 w 974488"/>
              <a:gd name="connsiteY274" fmla="*/ 234221 h 438809"/>
              <a:gd name="connsiteX275" fmla="*/ 152889 w 974488"/>
              <a:gd name="connsiteY275" fmla="*/ 224112 h 438809"/>
              <a:gd name="connsiteX276" fmla="*/ 134703 w 974488"/>
              <a:gd name="connsiteY276" fmla="*/ 198516 h 438809"/>
              <a:gd name="connsiteX277" fmla="*/ 149923 w 974488"/>
              <a:gd name="connsiteY277" fmla="*/ 203029 h 438809"/>
              <a:gd name="connsiteX278" fmla="*/ 150047 w 974488"/>
              <a:gd name="connsiteY278" fmla="*/ 203126 h 438809"/>
              <a:gd name="connsiteX279" fmla="*/ 159979 w 974488"/>
              <a:gd name="connsiteY279" fmla="*/ 220554 h 438809"/>
              <a:gd name="connsiteX280" fmla="*/ 154806 w 974488"/>
              <a:gd name="connsiteY280" fmla="*/ 239707 h 438809"/>
              <a:gd name="connsiteX281" fmla="*/ 154710 w 974488"/>
              <a:gd name="connsiteY281" fmla="*/ 239830 h 438809"/>
              <a:gd name="connsiteX282" fmla="*/ 151559 w 974488"/>
              <a:gd name="connsiteY282" fmla="*/ 243315 h 438809"/>
              <a:gd name="connsiteX283" fmla="*/ 147078 w 974488"/>
              <a:gd name="connsiteY283" fmla="*/ 247580 h 438809"/>
              <a:gd name="connsiteX284" fmla="*/ 141073 w 974488"/>
              <a:gd name="connsiteY284" fmla="*/ 254011 h 438809"/>
              <a:gd name="connsiteX285" fmla="*/ 141050 w 974488"/>
              <a:gd name="connsiteY285" fmla="*/ 254049 h 438809"/>
              <a:gd name="connsiteX286" fmla="*/ 139796 w 974488"/>
              <a:gd name="connsiteY286" fmla="*/ 254735 h 438809"/>
              <a:gd name="connsiteX287" fmla="*/ 139778 w 974488"/>
              <a:gd name="connsiteY287" fmla="*/ 254735 h 438809"/>
              <a:gd name="connsiteX288" fmla="*/ 138662 w 974488"/>
              <a:gd name="connsiteY288" fmla="*/ 254571 h 438809"/>
              <a:gd name="connsiteX289" fmla="*/ 138645 w 974488"/>
              <a:gd name="connsiteY289" fmla="*/ 254565 h 438809"/>
              <a:gd name="connsiteX290" fmla="*/ 137843 w 974488"/>
              <a:gd name="connsiteY290" fmla="*/ 254115 h 438809"/>
              <a:gd name="connsiteX291" fmla="*/ 137069 w 974488"/>
              <a:gd name="connsiteY291" fmla="*/ 252921 h 438809"/>
              <a:gd name="connsiteX292" fmla="*/ 135731 w 974488"/>
              <a:gd name="connsiteY292" fmla="*/ 250566 h 438809"/>
              <a:gd name="connsiteX293" fmla="*/ 133030 w 974488"/>
              <a:gd name="connsiteY293" fmla="*/ 247837 h 438809"/>
              <a:gd name="connsiteX294" fmla="*/ 94123 w 974488"/>
              <a:gd name="connsiteY294" fmla="*/ 217127 h 438809"/>
              <a:gd name="connsiteX295" fmla="*/ 89007 w 974488"/>
              <a:gd name="connsiteY295" fmla="*/ 214374 h 438809"/>
              <a:gd name="connsiteX296" fmla="*/ 84975 w 974488"/>
              <a:gd name="connsiteY296" fmla="*/ 216316 h 438809"/>
              <a:gd name="connsiteX297" fmla="*/ 84912 w 974488"/>
              <a:gd name="connsiteY297" fmla="*/ 216366 h 438809"/>
              <a:gd name="connsiteX298" fmla="*/ 83340 w 974488"/>
              <a:gd name="connsiteY298" fmla="*/ 216895 h 438809"/>
              <a:gd name="connsiteX299" fmla="*/ 83321 w 974488"/>
              <a:gd name="connsiteY299" fmla="*/ 216895 h 438809"/>
              <a:gd name="connsiteX300" fmla="*/ 81992 w 974488"/>
              <a:gd name="connsiteY300" fmla="*/ 216332 h 438809"/>
              <a:gd name="connsiteX301" fmla="*/ 81347 w 974488"/>
              <a:gd name="connsiteY301" fmla="*/ 213191 h 438809"/>
              <a:gd name="connsiteX302" fmla="*/ 81395 w 974488"/>
              <a:gd name="connsiteY302" fmla="*/ 213049 h 438809"/>
              <a:gd name="connsiteX303" fmla="*/ 83340 w 974488"/>
              <a:gd name="connsiteY303" fmla="*/ 206000 h 438809"/>
              <a:gd name="connsiteX304" fmla="*/ 84100 w 974488"/>
              <a:gd name="connsiteY304" fmla="*/ 200170 h 438809"/>
              <a:gd name="connsiteX305" fmla="*/ 84161 w 974488"/>
              <a:gd name="connsiteY305" fmla="*/ 199364 h 438809"/>
              <a:gd name="connsiteX306" fmla="*/ 84611 w 974488"/>
              <a:gd name="connsiteY306" fmla="*/ 198363 h 438809"/>
              <a:gd name="connsiteX307" fmla="*/ 84774 w 974488"/>
              <a:gd name="connsiteY307" fmla="*/ 198180 h 438809"/>
              <a:gd name="connsiteX308" fmla="*/ 86765 w 974488"/>
              <a:gd name="connsiteY308" fmla="*/ 197036 h 438809"/>
              <a:gd name="connsiteX309" fmla="*/ 89011 w 974488"/>
              <a:gd name="connsiteY309" fmla="*/ 198331 h 438809"/>
              <a:gd name="connsiteX310" fmla="*/ 92051 w 974488"/>
              <a:gd name="connsiteY310" fmla="*/ 201165 h 438809"/>
              <a:gd name="connsiteX311" fmla="*/ 98323 w 974488"/>
              <a:gd name="connsiteY311" fmla="*/ 206297 h 438809"/>
              <a:gd name="connsiteX312" fmla="*/ 115863 w 974488"/>
              <a:gd name="connsiteY312" fmla="*/ 220147 h 438809"/>
              <a:gd name="connsiteX313" fmla="*/ 116780 w 974488"/>
              <a:gd name="connsiteY313" fmla="*/ 214661 h 438809"/>
              <a:gd name="connsiteX314" fmla="*/ 120906 w 974488"/>
              <a:gd name="connsiteY314" fmla="*/ 206555 h 438809"/>
              <a:gd name="connsiteX315" fmla="*/ 134703 w 974488"/>
              <a:gd name="connsiteY315" fmla="*/ 198516 h 438809"/>
              <a:gd name="connsiteX316" fmla="*/ 100521 w 974488"/>
              <a:gd name="connsiteY316" fmla="*/ 253156 h 438809"/>
              <a:gd name="connsiteX317" fmla="*/ 100029 w 974488"/>
              <a:gd name="connsiteY317" fmla="*/ 252156 h 438809"/>
              <a:gd name="connsiteX318" fmla="*/ 96381 w 974488"/>
              <a:gd name="connsiteY318" fmla="*/ 251726 h 438809"/>
              <a:gd name="connsiteX319" fmla="*/ 92291 w 974488"/>
              <a:gd name="connsiteY319" fmla="*/ 254962 h 438809"/>
              <a:gd name="connsiteX320" fmla="*/ 90059 w 974488"/>
              <a:gd name="connsiteY320" fmla="*/ 263167 h 438809"/>
              <a:gd name="connsiteX321" fmla="*/ 91879 w 974488"/>
              <a:gd name="connsiteY321" fmla="*/ 268737 h 438809"/>
              <a:gd name="connsiteX322" fmla="*/ 94906 w 974488"/>
              <a:gd name="connsiteY322" fmla="*/ 263855 h 438809"/>
              <a:gd name="connsiteX323" fmla="*/ 97508 w 974488"/>
              <a:gd name="connsiteY323" fmla="*/ 259399 h 438809"/>
              <a:gd name="connsiteX324" fmla="*/ 97521 w 974488"/>
              <a:gd name="connsiteY324" fmla="*/ 259379 h 438809"/>
              <a:gd name="connsiteX325" fmla="*/ 100521 w 974488"/>
              <a:gd name="connsiteY325" fmla="*/ 253156 h 438809"/>
              <a:gd name="connsiteX326" fmla="*/ 97594 w 974488"/>
              <a:gd name="connsiteY326" fmla="*/ 244035 h 438809"/>
              <a:gd name="connsiteX327" fmla="*/ 108834 w 974488"/>
              <a:gd name="connsiteY327" fmla="*/ 244626 h 438809"/>
              <a:gd name="connsiteX328" fmla="*/ 109261 w 974488"/>
              <a:gd name="connsiteY328" fmla="*/ 244885 h 438809"/>
              <a:gd name="connsiteX329" fmla="*/ 111198 w 974488"/>
              <a:gd name="connsiteY329" fmla="*/ 248334 h 438809"/>
              <a:gd name="connsiteX330" fmla="*/ 108915 w 974488"/>
              <a:gd name="connsiteY330" fmla="*/ 252952 h 438809"/>
              <a:gd name="connsiteX331" fmla="*/ 102120 w 974488"/>
              <a:gd name="connsiteY331" fmla="*/ 263227 h 438809"/>
              <a:gd name="connsiteX332" fmla="*/ 95951 w 974488"/>
              <a:gd name="connsiteY332" fmla="*/ 272538 h 438809"/>
              <a:gd name="connsiteX333" fmla="*/ 98267 w 974488"/>
              <a:gd name="connsiteY333" fmla="*/ 274197 h 438809"/>
              <a:gd name="connsiteX334" fmla="*/ 111613 w 974488"/>
              <a:gd name="connsiteY334" fmla="*/ 276981 h 438809"/>
              <a:gd name="connsiteX335" fmla="*/ 122314 w 974488"/>
              <a:gd name="connsiteY335" fmla="*/ 269881 h 438809"/>
              <a:gd name="connsiteX336" fmla="*/ 124400 w 974488"/>
              <a:gd name="connsiteY336" fmla="*/ 264826 h 438809"/>
              <a:gd name="connsiteX337" fmla="*/ 124068 w 974488"/>
              <a:gd name="connsiteY337" fmla="*/ 260138 h 438809"/>
              <a:gd name="connsiteX338" fmla="*/ 123799 w 974488"/>
              <a:gd name="connsiteY338" fmla="*/ 259014 h 438809"/>
              <a:gd name="connsiteX339" fmla="*/ 124133 w 974488"/>
              <a:gd name="connsiteY339" fmla="*/ 257390 h 438809"/>
              <a:gd name="connsiteX340" fmla="*/ 125721 w 974488"/>
              <a:gd name="connsiteY340" fmla="*/ 256417 h 438809"/>
              <a:gd name="connsiteX341" fmla="*/ 126910 w 974488"/>
              <a:gd name="connsiteY341" fmla="*/ 256563 h 438809"/>
              <a:gd name="connsiteX342" fmla="*/ 127033 w 974488"/>
              <a:gd name="connsiteY342" fmla="*/ 256563 h 438809"/>
              <a:gd name="connsiteX343" fmla="*/ 127435 w 974488"/>
              <a:gd name="connsiteY343" fmla="*/ 256823 h 438809"/>
              <a:gd name="connsiteX344" fmla="*/ 128456 w 974488"/>
              <a:gd name="connsiteY344" fmla="*/ 257759 h 438809"/>
              <a:gd name="connsiteX345" fmla="*/ 129306 w 974488"/>
              <a:gd name="connsiteY345" fmla="*/ 259227 h 438809"/>
              <a:gd name="connsiteX346" fmla="*/ 129332 w 974488"/>
              <a:gd name="connsiteY346" fmla="*/ 259272 h 438809"/>
              <a:gd name="connsiteX347" fmla="*/ 130857 w 974488"/>
              <a:gd name="connsiteY347" fmla="*/ 268682 h 438809"/>
              <a:gd name="connsiteX348" fmla="*/ 127367 w 974488"/>
              <a:gd name="connsiteY348" fmla="*/ 278063 h 438809"/>
              <a:gd name="connsiteX349" fmla="*/ 112701 w 974488"/>
              <a:gd name="connsiteY349" fmla="*/ 288270 h 438809"/>
              <a:gd name="connsiteX350" fmla="*/ 94840 w 974488"/>
              <a:gd name="connsiteY350" fmla="*/ 284678 h 438809"/>
              <a:gd name="connsiteX351" fmla="*/ 84367 w 974488"/>
              <a:gd name="connsiteY351" fmla="*/ 269957 h 438809"/>
              <a:gd name="connsiteX352" fmla="*/ 87191 w 974488"/>
              <a:gd name="connsiteY352" fmla="*/ 252574 h 438809"/>
              <a:gd name="connsiteX353" fmla="*/ 87224 w 974488"/>
              <a:gd name="connsiteY353" fmla="*/ 252522 h 438809"/>
              <a:gd name="connsiteX354" fmla="*/ 97594 w 974488"/>
              <a:gd name="connsiteY354" fmla="*/ 244035 h 438809"/>
              <a:gd name="connsiteX355" fmla="*/ 107608 w 974488"/>
              <a:gd name="connsiteY355" fmla="*/ 298379 h 438809"/>
              <a:gd name="connsiteX356" fmla="*/ 109413 w 974488"/>
              <a:gd name="connsiteY356" fmla="*/ 298390 h 438809"/>
              <a:gd name="connsiteX357" fmla="*/ 109512 w 974488"/>
              <a:gd name="connsiteY357" fmla="*/ 298433 h 438809"/>
              <a:gd name="connsiteX358" fmla="*/ 111370 w 974488"/>
              <a:gd name="connsiteY358" fmla="*/ 299813 h 438809"/>
              <a:gd name="connsiteX359" fmla="*/ 111485 w 974488"/>
              <a:gd name="connsiteY359" fmla="*/ 302360 h 438809"/>
              <a:gd name="connsiteX360" fmla="*/ 110406 w 974488"/>
              <a:gd name="connsiteY360" fmla="*/ 304310 h 438809"/>
              <a:gd name="connsiteX361" fmla="*/ 105642 w 974488"/>
              <a:gd name="connsiteY361" fmla="*/ 313343 h 438809"/>
              <a:gd name="connsiteX362" fmla="*/ 105635 w 974488"/>
              <a:gd name="connsiteY362" fmla="*/ 313363 h 438809"/>
              <a:gd name="connsiteX363" fmla="*/ 102774 w 974488"/>
              <a:gd name="connsiteY363" fmla="*/ 319216 h 438809"/>
              <a:gd name="connsiteX364" fmla="*/ 100414 w 974488"/>
              <a:gd name="connsiteY364" fmla="*/ 324072 h 438809"/>
              <a:gd name="connsiteX365" fmla="*/ 98803 w 974488"/>
              <a:gd name="connsiteY365" fmla="*/ 325555 h 438809"/>
              <a:gd name="connsiteX366" fmla="*/ 96743 w 974488"/>
              <a:gd name="connsiteY366" fmla="*/ 325127 h 438809"/>
              <a:gd name="connsiteX367" fmla="*/ 95232 w 974488"/>
              <a:gd name="connsiteY367" fmla="*/ 323771 h 438809"/>
              <a:gd name="connsiteX368" fmla="*/ 95438 w 974488"/>
              <a:gd name="connsiteY368" fmla="*/ 321542 h 438809"/>
              <a:gd name="connsiteX369" fmla="*/ 95781 w 974488"/>
              <a:gd name="connsiteY369" fmla="*/ 320857 h 438809"/>
              <a:gd name="connsiteX370" fmla="*/ 89495 w 974488"/>
              <a:gd name="connsiteY370" fmla="*/ 311003 h 438809"/>
              <a:gd name="connsiteX371" fmla="*/ 53485 w 974488"/>
              <a:gd name="connsiteY371" fmla="*/ 292643 h 438809"/>
              <a:gd name="connsiteX372" fmla="*/ 44133 w 974488"/>
              <a:gd name="connsiteY372" fmla="*/ 288854 h 438809"/>
              <a:gd name="connsiteX373" fmla="*/ 41095 w 974488"/>
              <a:gd name="connsiteY373" fmla="*/ 291160 h 438809"/>
              <a:gd name="connsiteX374" fmla="*/ 41052 w 974488"/>
              <a:gd name="connsiteY374" fmla="*/ 291220 h 438809"/>
              <a:gd name="connsiteX375" fmla="*/ 37868 w 974488"/>
              <a:gd name="connsiteY375" fmla="*/ 292531 h 438809"/>
              <a:gd name="connsiteX376" fmla="*/ 36520 w 974488"/>
              <a:gd name="connsiteY376" fmla="*/ 290059 h 438809"/>
              <a:gd name="connsiteX377" fmla="*/ 36544 w 974488"/>
              <a:gd name="connsiteY377" fmla="*/ 289861 h 438809"/>
              <a:gd name="connsiteX378" fmla="*/ 36892 w 974488"/>
              <a:gd name="connsiteY378" fmla="*/ 283945 h 438809"/>
              <a:gd name="connsiteX379" fmla="*/ 36604 w 974488"/>
              <a:gd name="connsiteY379" fmla="*/ 275972 h 438809"/>
              <a:gd name="connsiteX380" fmla="*/ 36457 w 974488"/>
              <a:gd name="connsiteY380" fmla="*/ 275208 h 438809"/>
              <a:gd name="connsiteX381" fmla="*/ 37026 w 974488"/>
              <a:gd name="connsiteY381" fmla="*/ 273612 h 438809"/>
              <a:gd name="connsiteX382" fmla="*/ 38329 w 974488"/>
              <a:gd name="connsiteY382" fmla="*/ 272545 h 438809"/>
              <a:gd name="connsiteX383" fmla="*/ 40441 w 974488"/>
              <a:gd name="connsiteY383" fmla="*/ 272979 h 438809"/>
              <a:gd name="connsiteX384" fmla="*/ 44837 w 974488"/>
              <a:gd name="connsiteY384" fmla="*/ 275867 h 438809"/>
              <a:gd name="connsiteX385" fmla="*/ 52588 w 974488"/>
              <a:gd name="connsiteY385" fmla="*/ 280079 h 438809"/>
              <a:gd name="connsiteX386" fmla="*/ 91803 w 974488"/>
              <a:gd name="connsiteY386" fmla="*/ 300077 h 438809"/>
              <a:gd name="connsiteX387" fmla="*/ 106062 w 974488"/>
              <a:gd name="connsiteY387" fmla="*/ 300459 h 438809"/>
              <a:gd name="connsiteX388" fmla="*/ 106565 w 974488"/>
              <a:gd name="connsiteY388" fmla="*/ 299487 h 438809"/>
              <a:gd name="connsiteX389" fmla="*/ 107608 w 974488"/>
              <a:gd name="connsiteY389" fmla="*/ 298379 h 438809"/>
              <a:gd name="connsiteX390" fmla="*/ 60836 w 974488"/>
              <a:gd name="connsiteY390" fmla="*/ 327519 h 438809"/>
              <a:gd name="connsiteX391" fmla="*/ 60160 w 974488"/>
              <a:gd name="connsiteY391" fmla="*/ 326637 h 438809"/>
              <a:gd name="connsiteX392" fmla="*/ 56492 w 974488"/>
              <a:gd name="connsiteY392" fmla="*/ 326911 h 438809"/>
              <a:gd name="connsiteX393" fmla="*/ 53107 w 974488"/>
              <a:gd name="connsiteY393" fmla="*/ 330872 h 438809"/>
              <a:gd name="connsiteX394" fmla="*/ 52492 w 974488"/>
              <a:gd name="connsiteY394" fmla="*/ 339353 h 438809"/>
              <a:gd name="connsiteX395" fmla="*/ 55350 w 974488"/>
              <a:gd name="connsiteY395" fmla="*/ 344476 h 438809"/>
              <a:gd name="connsiteX396" fmla="*/ 57386 w 974488"/>
              <a:gd name="connsiteY396" fmla="*/ 339084 h 438809"/>
              <a:gd name="connsiteX397" fmla="*/ 59079 w 974488"/>
              <a:gd name="connsiteY397" fmla="*/ 334222 h 438809"/>
              <a:gd name="connsiteX398" fmla="*/ 59086 w 974488"/>
              <a:gd name="connsiteY398" fmla="*/ 334204 h 438809"/>
              <a:gd name="connsiteX399" fmla="*/ 60836 w 974488"/>
              <a:gd name="connsiteY399" fmla="*/ 327519 h 438809"/>
              <a:gd name="connsiteX400" fmla="*/ 56207 w 974488"/>
              <a:gd name="connsiteY400" fmla="*/ 319134 h 438809"/>
              <a:gd name="connsiteX401" fmla="*/ 67820 w 974488"/>
              <a:gd name="connsiteY401" fmla="*/ 317726 h 438809"/>
              <a:gd name="connsiteX402" fmla="*/ 70386 w 974488"/>
              <a:gd name="connsiteY402" fmla="*/ 320745 h 438809"/>
              <a:gd name="connsiteX403" fmla="*/ 69030 w 974488"/>
              <a:gd name="connsiteY403" fmla="*/ 325707 h 438809"/>
              <a:gd name="connsiteX404" fmla="*/ 64347 w 974488"/>
              <a:gd name="connsiteY404" fmla="*/ 337085 h 438809"/>
              <a:gd name="connsiteX405" fmla="*/ 60069 w 974488"/>
              <a:gd name="connsiteY405" fmla="*/ 347418 h 438809"/>
              <a:gd name="connsiteX406" fmla="*/ 62671 w 974488"/>
              <a:gd name="connsiteY406" fmla="*/ 348611 h 438809"/>
              <a:gd name="connsiteX407" fmla="*/ 76302 w 974488"/>
              <a:gd name="connsiteY407" fmla="*/ 348766 h 438809"/>
              <a:gd name="connsiteX408" fmla="*/ 85438 w 974488"/>
              <a:gd name="connsiteY408" fmla="*/ 339749 h 438809"/>
              <a:gd name="connsiteX409" fmla="*/ 86515 w 974488"/>
              <a:gd name="connsiteY409" fmla="*/ 334386 h 438809"/>
              <a:gd name="connsiteX410" fmla="*/ 85284 w 974488"/>
              <a:gd name="connsiteY410" fmla="*/ 329855 h 438809"/>
              <a:gd name="connsiteX411" fmla="*/ 84808 w 974488"/>
              <a:gd name="connsiteY411" fmla="*/ 328804 h 438809"/>
              <a:gd name="connsiteX412" fmla="*/ 84810 w 974488"/>
              <a:gd name="connsiteY412" fmla="*/ 327163 h 438809"/>
              <a:gd name="connsiteX413" fmla="*/ 86278 w 974488"/>
              <a:gd name="connsiteY413" fmla="*/ 325853 h 438809"/>
              <a:gd name="connsiteX414" fmla="*/ 87951 w 974488"/>
              <a:gd name="connsiteY414" fmla="*/ 325948 h 438809"/>
              <a:gd name="connsiteX415" fmla="*/ 89123 w 974488"/>
              <a:gd name="connsiteY415" fmla="*/ 326666 h 438809"/>
              <a:gd name="connsiteX416" fmla="*/ 90254 w 974488"/>
              <a:gd name="connsiteY416" fmla="*/ 327944 h 438809"/>
              <a:gd name="connsiteX417" fmla="*/ 90285 w 974488"/>
              <a:gd name="connsiteY417" fmla="*/ 327990 h 438809"/>
              <a:gd name="connsiteX418" fmla="*/ 93591 w 974488"/>
              <a:gd name="connsiteY418" fmla="*/ 336934 h 438809"/>
              <a:gd name="connsiteX419" fmla="*/ 91962 w 974488"/>
              <a:gd name="connsiteY419" fmla="*/ 346807 h 438809"/>
              <a:gd name="connsiteX420" fmla="*/ 79507 w 974488"/>
              <a:gd name="connsiteY420" fmla="*/ 359651 h 438809"/>
              <a:gd name="connsiteX421" fmla="*/ 61623 w 974488"/>
              <a:gd name="connsiteY421" fmla="*/ 359664 h 438809"/>
              <a:gd name="connsiteX422" fmla="*/ 61313 w 974488"/>
              <a:gd name="connsiteY422" fmla="*/ 359544 h 438809"/>
              <a:gd name="connsiteX423" fmla="*/ 48216 w 974488"/>
              <a:gd name="connsiteY423" fmla="*/ 347115 h 438809"/>
              <a:gd name="connsiteX424" fmla="*/ 47546 w 974488"/>
              <a:gd name="connsiteY424" fmla="*/ 329769 h 438809"/>
              <a:gd name="connsiteX425" fmla="*/ 47666 w 974488"/>
              <a:gd name="connsiteY425" fmla="*/ 329456 h 438809"/>
              <a:gd name="connsiteX426" fmla="*/ 56207 w 974488"/>
              <a:gd name="connsiteY426" fmla="*/ 319134 h 438809"/>
              <a:gd name="connsiteX427" fmla="*/ 58640 w 974488"/>
              <a:gd name="connsiteY427" fmla="*/ 368886 h 438809"/>
              <a:gd name="connsiteX428" fmla="*/ 61203 w 974488"/>
              <a:gd name="connsiteY428" fmla="*/ 367371 h 438809"/>
              <a:gd name="connsiteX429" fmla="*/ 61367 w 974488"/>
              <a:gd name="connsiteY429" fmla="*/ 367423 h 438809"/>
              <a:gd name="connsiteX430" fmla="*/ 65450 w 974488"/>
              <a:gd name="connsiteY430" fmla="*/ 369055 h 438809"/>
              <a:gd name="connsiteX431" fmla="*/ 67214 w 974488"/>
              <a:gd name="connsiteY431" fmla="*/ 369801 h 438809"/>
              <a:gd name="connsiteX432" fmla="*/ 70739 w 974488"/>
              <a:gd name="connsiteY432" fmla="*/ 371087 h 438809"/>
              <a:gd name="connsiteX433" fmla="*/ 74856 w 974488"/>
              <a:gd name="connsiteY433" fmla="*/ 372602 h 438809"/>
              <a:gd name="connsiteX434" fmla="*/ 74993 w 974488"/>
              <a:gd name="connsiteY434" fmla="*/ 373550 h 438809"/>
              <a:gd name="connsiteX435" fmla="*/ 76063 w 974488"/>
              <a:gd name="connsiteY435" fmla="*/ 381236 h 438809"/>
              <a:gd name="connsiteX436" fmla="*/ 76394 w 974488"/>
              <a:gd name="connsiteY436" fmla="*/ 385135 h 438809"/>
              <a:gd name="connsiteX437" fmla="*/ 76187 w 974488"/>
              <a:gd name="connsiteY437" fmla="*/ 392201 h 438809"/>
              <a:gd name="connsiteX438" fmla="*/ 74926 w 974488"/>
              <a:gd name="connsiteY438" fmla="*/ 399723 h 438809"/>
              <a:gd name="connsiteX439" fmla="*/ 68185 w 974488"/>
              <a:gd name="connsiteY439" fmla="*/ 415590 h 438809"/>
              <a:gd name="connsiteX440" fmla="*/ 56516 w 974488"/>
              <a:gd name="connsiteY440" fmla="*/ 426906 h 438809"/>
              <a:gd name="connsiteX441" fmla="*/ 43416 w 974488"/>
              <a:gd name="connsiteY441" fmla="*/ 431866 h 438809"/>
              <a:gd name="connsiteX442" fmla="*/ 29370 w 974488"/>
              <a:gd name="connsiteY442" fmla="*/ 431294 h 438809"/>
              <a:gd name="connsiteX443" fmla="*/ 15844 w 974488"/>
              <a:gd name="connsiteY443" fmla="*/ 425335 h 438809"/>
              <a:gd name="connsiteX444" fmla="*/ 5934 w 974488"/>
              <a:gd name="connsiteY444" fmla="*/ 415035 h 438809"/>
              <a:gd name="connsiteX445" fmla="*/ 459 w 974488"/>
              <a:gd name="connsiteY445" fmla="*/ 400083 h 438809"/>
              <a:gd name="connsiteX446" fmla="*/ 1212 w 974488"/>
              <a:gd name="connsiteY446" fmla="*/ 383352 h 438809"/>
              <a:gd name="connsiteX447" fmla="*/ 8059 w 974488"/>
              <a:gd name="connsiteY447" fmla="*/ 368098 h 438809"/>
              <a:gd name="connsiteX448" fmla="*/ 8882 w 974488"/>
              <a:gd name="connsiteY448" fmla="*/ 366768 h 438809"/>
              <a:gd name="connsiteX449" fmla="*/ 10969 w 974488"/>
              <a:gd name="connsiteY449" fmla="*/ 362681 h 438809"/>
              <a:gd name="connsiteX450" fmla="*/ 11696 w 974488"/>
              <a:gd name="connsiteY450" fmla="*/ 360115 h 438809"/>
              <a:gd name="connsiteX451" fmla="*/ 11724 w 974488"/>
              <a:gd name="connsiteY451" fmla="*/ 358126 h 438809"/>
              <a:gd name="connsiteX452" fmla="*/ 20597 w 974488"/>
              <a:gd name="connsiteY452" fmla="*/ 360094 h 438809"/>
              <a:gd name="connsiteX453" fmla="*/ 25194 w 974488"/>
              <a:gd name="connsiteY453" fmla="*/ 361014 h 438809"/>
              <a:gd name="connsiteX454" fmla="*/ 27592 w 974488"/>
              <a:gd name="connsiteY454" fmla="*/ 361423 h 438809"/>
              <a:gd name="connsiteX455" fmla="*/ 30078 w 974488"/>
              <a:gd name="connsiteY455" fmla="*/ 361924 h 438809"/>
              <a:gd name="connsiteX456" fmla="*/ 30104 w 974488"/>
              <a:gd name="connsiteY456" fmla="*/ 361932 h 438809"/>
              <a:gd name="connsiteX457" fmla="*/ 31770 w 974488"/>
              <a:gd name="connsiteY457" fmla="*/ 363810 h 438809"/>
              <a:gd name="connsiteX458" fmla="*/ 31785 w 974488"/>
              <a:gd name="connsiteY458" fmla="*/ 363976 h 438809"/>
              <a:gd name="connsiteX459" fmla="*/ 31564 w 974488"/>
              <a:gd name="connsiteY459" fmla="*/ 365499 h 438809"/>
              <a:gd name="connsiteX460" fmla="*/ 30753 w 974488"/>
              <a:gd name="connsiteY460" fmla="*/ 366771 h 438809"/>
              <a:gd name="connsiteX461" fmla="*/ 29483 w 974488"/>
              <a:gd name="connsiteY461" fmla="*/ 367264 h 438809"/>
              <a:gd name="connsiteX462" fmla="*/ 28800 w 974488"/>
              <a:gd name="connsiteY462" fmla="*/ 367254 h 438809"/>
              <a:gd name="connsiteX463" fmla="*/ 24240 w 974488"/>
              <a:gd name="connsiteY463" fmla="*/ 367540 h 438809"/>
              <a:gd name="connsiteX464" fmla="*/ 24201 w 974488"/>
              <a:gd name="connsiteY464" fmla="*/ 367546 h 438809"/>
              <a:gd name="connsiteX465" fmla="*/ 18908 w 974488"/>
              <a:gd name="connsiteY465" fmla="*/ 369712 h 438809"/>
              <a:gd name="connsiteX466" fmla="*/ 13357 w 974488"/>
              <a:gd name="connsiteY466" fmla="*/ 373946 h 438809"/>
              <a:gd name="connsiteX467" fmla="*/ 9516 w 974488"/>
              <a:gd name="connsiteY467" fmla="*/ 379029 h 438809"/>
              <a:gd name="connsiteX468" fmla="*/ 7151 w 974488"/>
              <a:gd name="connsiteY468" fmla="*/ 385291 h 438809"/>
              <a:gd name="connsiteX469" fmla="*/ 7328 w 974488"/>
              <a:gd name="connsiteY469" fmla="*/ 397853 h 438809"/>
              <a:gd name="connsiteX470" fmla="*/ 13317 w 974488"/>
              <a:gd name="connsiteY470" fmla="*/ 408812 h 438809"/>
              <a:gd name="connsiteX471" fmla="*/ 20542 w 974488"/>
              <a:gd name="connsiteY471" fmla="*/ 414341 h 438809"/>
              <a:gd name="connsiteX472" fmla="*/ 30064 w 974488"/>
              <a:gd name="connsiteY472" fmla="*/ 417919 h 438809"/>
              <a:gd name="connsiteX473" fmla="*/ 43479 w 974488"/>
              <a:gd name="connsiteY473" fmla="*/ 418513 h 438809"/>
              <a:gd name="connsiteX474" fmla="*/ 55723 w 974488"/>
              <a:gd name="connsiteY474" fmla="*/ 414147 h 438809"/>
              <a:gd name="connsiteX475" fmla="*/ 64324 w 974488"/>
              <a:gd name="connsiteY475" fmla="*/ 406317 h 438809"/>
              <a:gd name="connsiteX476" fmla="*/ 69121 w 974488"/>
              <a:gd name="connsiteY476" fmla="*/ 395796 h 438809"/>
              <a:gd name="connsiteX477" fmla="*/ 69667 w 974488"/>
              <a:gd name="connsiteY477" fmla="*/ 386944 h 438809"/>
              <a:gd name="connsiteX478" fmla="*/ 66455 w 974488"/>
              <a:gd name="connsiteY478" fmla="*/ 379000 h 438809"/>
              <a:gd name="connsiteX479" fmla="*/ 66442 w 974488"/>
              <a:gd name="connsiteY479" fmla="*/ 378981 h 438809"/>
              <a:gd name="connsiteX480" fmla="*/ 63093 w 974488"/>
              <a:gd name="connsiteY480" fmla="*/ 375037 h 438809"/>
              <a:gd name="connsiteX481" fmla="*/ 59686 w 974488"/>
              <a:gd name="connsiteY481" fmla="*/ 372680 h 438809"/>
              <a:gd name="connsiteX482" fmla="*/ 59519 w 974488"/>
              <a:gd name="connsiteY482" fmla="*/ 372596 h 438809"/>
              <a:gd name="connsiteX483" fmla="*/ 58366 w 974488"/>
              <a:gd name="connsiteY483" fmla="*/ 370064 h 438809"/>
              <a:gd name="connsiteX484" fmla="*/ 58640 w 974488"/>
              <a:gd name="connsiteY484" fmla="*/ 368886 h 438809"/>
              <a:gd name="connsiteX485" fmla="*/ 859187 w 974488"/>
              <a:gd name="connsiteY485" fmla="*/ 196425 h 438809"/>
              <a:gd name="connsiteX486" fmla="*/ 858363 w 974488"/>
              <a:gd name="connsiteY486" fmla="*/ 200792 h 438809"/>
              <a:gd name="connsiteX487" fmla="*/ 855896 w 974488"/>
              <a:gd name="connsiteY487" fmla="*/ 201994 h 438809"/>
              <a:gd name="connsiteX488" fmla="*/ 852339 w 974488"/>
              <a:gd name="connsiteY488" fmla="*/ 202789 h 438809"/>
              <a:gd name="connsiteX489" fmla="*/ 851886 w 974488"/>
              <a:gd name="connsiteY489" fmla="*/ 202881 h 438809"/>
              <a:gd name="connsiteX490" fmla="*/ 849316 w 974488"/>
              <a:gd name="connsiteY490" fmla="*/ 200673 h 438809"/>
              <a:gd name="connsiteX491" fmla="*/ 848460 w 974488"/>
              <a:gd name="connsiteY491" fmla="*/ 198469 h 438809"/>
              <a:gd name="connsiteX492" fmla="*/ 846742 w 974488"/>
              <a:gd name="connsiteY492" fmla="*/ 196188 h 438809"/>
              <a:gd name="connsiteX493" fmla="*/ 843199 w 974488"/>
              <a:gd name="connsiteY493" fmla="*/ 193909 h 438809"/>
              <a:gd name="connsiteX494" fmla="*/ 839627 w 974488"/>
              <a:gd name="connsiteY494" fmla="*/ 193150 h 438809"/>
              <a:gd name="connsiteX495" fmla="*/ 839532 w 974488"/>
              <a:gd name="connsiteY495" fmla="*/ 193163 h 438809"/>
              <a:gd name="connsiteX496" fmla="*/ 838990 w 974488"/>
              <a:gd name="connsiteY496" fmla="*/ 193580 h 438809"/>
              <a:gd name="connsiteX497" fmla="*/ 826561 w 974488"/>
              <a:gd name="connsiteY497" fmla="*/ 205412 h 438809"/>
              <a:gd name="connsiteX498" fmla="*/ 821688 w 974488"/>
              <a:gd name="connsiteY498" fmla="*/ 210742 h 438809"/>
              <a:gd name="connsiteX499" fmla="*/ 821571 w 974488"/>
              <a:gd name="connsiteY499" fmla="*/ 213307 h 438809"/>
              <a:gd name="connsiteX500" fmla="*/ 822882 w 974488"/>
              <a:gd name="connsiteY500" fmla="*/ 215419 h 438809"/>
              <a:gd name="connsiteX501" fmla="*/ 824983 w 974488"/>
              <a:gd name="connsiteY501" fmla="*/ 217806 h 438809"/>
              <a:gd name="connsiteX502" fmla="*/ 825753 w 974488"/>
              <a:gd name="connsiteY502" fmla="*/ 219948 h 438809"/>
              <a:gd name="connsiteX503" fmla="*/ 824764 w 974488"/>
              <a:gd name="connsiteY503" fmla="*/ 221456 h 438809"/>
              <a:gd name="connsiteX504" fmla="*/ 823162 w 974488"/>
              <a:gd name="connsiteY504" fmla="*/ 222480 h 438809"/>
              <a:gd name="connsiteX505" fmla="*/ 821021 w 974488"/>
              <a:gd name="connsiteY505" fmla="*/ 221727 h 438809"/>
              <a:gd name="connsiteX506" fmla="*/ 817499 w 974488"/>
              <a:gd name="connsiteY506" fmla="*/ 217951 h 438809"/>
              <a:gd name="connsiteX507" fmla="*/ 813939 w 974488"/>
              <a:gd name="connsiteY507" fmla="*/ 214134 h 438809"/>
              <a:gd name="connsiteX508" fmla="*/ 808557 w 974488"/>
              <a:gd name="connsiteY508" fmla="*/ 208705 h 438809"/>
              <a:gd name="connsiteX509" fmla="*/ 803007 w 974488"/>
              <a:gd name="connsiteY509" fmla="*/ 203111 h 438809"/>
              <a:gd name="connsiteX510" fmla="*/ 802284 w 974488"/>
              <a:gd name="connsiteY510" fmla="*/ 201509 h 438809"/>
              <a:gd name="connsiteX511" fmla="*/ 803069 w 974488"/>
              <a:gd name="connsiteY511" fmla="*/ 199914 h 438809"/>
              <a:gd name="connsiteX512" fmla="*/ 804715 w 974488"/>
              <a:gd name="connsiteY512" fmla="*/ 198824 h 438809"/>
              <a:gd name="connsiteX513" fmla="*/ 806782 w 974488"/>
              <a:gd name="connsiteY513" fmla="*/ 199223 h 438809"/>
              <a:gd name="connsiteX514" fmla="*/ 807544 w 974488"/>
              <a:gd name="connsiteY514" fmla="*/ 199822 h 438809"/>
              <a:gd name="connsiteX515" fmla="*/ 813332 w 974488"/>
              <a:gd name="connsiteY515" fmla="*/ 201731 h 438809"/>
              <a:gd name="connsiteX516" fmla="*/ 813358 w 974488"/>
              <a:gd name="connsiteY516" fmla="*/ 201718 h 438809"/>
              <a:gd name="connsiteX517" fmla="*/ 815928 w 974488"/>
              <a:gd name="connsiteY517" fmla="*/ 200151 h 438809"/>
              <a:gd name="connsiteX518" fmla="*/ 821140 w 974488"/>
              <a:gd name="connsiteY518" fmla="*/ 195387 h 438809"/>
              <a:gd name="connsiteX519" fmla="*/ 830636 w 974488"/>
              <a:gd name="connsiteY519" fmla="*/ 186348 h 438809"/>
              <a:gd name="connsiteX520" fmla="*/ 832856 w 974488"/>
              <a:gd name="connsiteY520" fmla="*/ 183070 h 438809"/>
              <a:gd name="connsiteX521" fmla="*/ 831656 w 974488"/>
              <a:gd name="connsiteY521" fmla="*/ 179991 h 438809"/>
              <a:gd name="connsiteX522" fmla="*/ 831637 w 974488"/>
              <a:gd name="connsiteY522" fmla="*/ 179958 h 438809"/>
              <a:gd name="connsiteX523" fmla="*/ 830921 w 974488"/>
              <a:gd name="connsiteY523" fmla="*/ 178351 h 438809"/>
              <a:gd name="connsiteX524" fmla="*/ 831671 w 974488"/>
              <a:gd name="connsiteY524" fmla="*/ 176459 h 438809"/>
              <a:gd name="connsiteX525" fmla="*/ 834136 w 974488"/>
              <a:gd name="connsiteY525" fmla="*/ 176012 h 438809"/>
              <a:gd name="connsiteX526" fmla="*/ 834300 w 974488"/>
              <a:gd name="connsiteY526" fmla="*/ 176060 h 438809"/>
              <a:gd name="connsiteX527" fmla="*/ 835585 w 974488"/>
              <a:gd name="connsiteY527" fmla="*/ 176552 h 438809"/>
              <a:gd name="connsiteX528" fmla="*/ 844637 w 974488"/>
              <a:gd name="connsiteY528" fmla="*/ 179553 h 438809"/>
              <a:gd name="connsiteX529" fmla="*/ 845574 w 974488"/>
              <a:gd name="connsiteY529" fmla="*/ 179843 h 438809"/>
              <a:gd name="connsiteX530" fmla="*/ 847086 w 974488"/>
              <a:gd name="connsiteY530" fmla="*/ 180567 h 438809"/>
              <a:gd name="connsiteX531" fmla="*/ 847123 w 974488"/>
              <a:gd name="connsiteY531" fmla="*/ 180606 h 438809"/>
              <a:gd name="connsiteX532" fmla="*/ 847738 w 974488"/>
              <a:gd name="connsiteY532" fmla="*/ 181593 h 438809"/>
              <a:gd name="connsiteX533" fmla="*/ 847367 w 974488"/>
              <a:gd name="connsiteY533" fmla="*/ 183790 h 438809"/>
              <a:gd name="connsiteX534" fmla="*/ 844367 w 974488"/>
              <a:gd name="connsiteY534" fmla="*/ 187339 h 438809"/>
              <a:gd name="connsiteX535" fmla="*/ 843537 w 974488"/>
              <a:gd name="connsiteY535" fmla="*/ 188306 h 438809"/>
              <a:gd name="connsiteX536" fmla="*/ 856790 w 974488"/>
              <a:gd name="connsiteY536" fmla="*/ 192152 h 438809"/>
              <a:gd name="connsiteX537" fmla="*/ 856821 w 974488"/>
              <a:gd name="connsiteY537" fmla="*/ 192184 h 438809"/>
              <a:gd name="connsiteX538" fmla="*/ 859187 w 974488"/>
              <a:gd name="connsiteY538" fmla="*/ 196425 h 438809"/>
              <a:gd name="connsiteX539" fmla="*/ 814220 w 974488"/>
              <a:gd name="connsiteY539" fmla="*/ 164968 h 438809"/>
              <a:gd name="connsiteX540" fmla="*/ 815272 w 974488"/>
              <a:gd name="connsiteY540" fmla="*/ 164622 h 438809"/>
              <a:gd name="connsiteX541" fmla="*/ 816197 w 974488"/>
              <a:gd name="connsiteY541" fmla="*/ 161065 h 438809"/>
              <a:gd name="connsiteX542" fmla="*/ 813558 w 974488"/>
              <a:gd name="connsiteY542" fmla="*/ 156568 h 438809"/>
              <a:gd name="connsiteX543" fmla="*/ 805744 w 974488"/>
              <a:gd name="connsiteY543" fmla="*/ 153233 h 438809"/>
              <a:gd name="connsiteX544" fmla="*/ 799964 w 974488"/>
              <a:gd name="connsiteY544" fmla="*/ 154268 h 438809"/>
              <a:gd name="connsiteX545" fmla="*/ 804383 w 974488"/>
              <a:gd name="connsiteY545" fmla="*/ 157937 h 438809"/>
              <a:gd name="connsiteX546" fmla="*/ 808448 w 974488"/>
              <a:gd name="connsiteY546" fmla="*/ 161133 h 438809"/>
              <a:gd name="connsiteX547" fmla="*/ 814220 w 974488"/>
              <a:gd name="connsiteY547" fmla="*/ 164968 h 438809"/>
              <a:gd name="connsiteX548" fmla="*/ 821125 w 974488"/>
              <a:gd name="connsiteY548" fmla="*/ 174855 h 438809"/>
              <a:gd name="connsiteX549" fmla="*/ 817525 w 974488"/>
              <a:gd name="connsiteY549" fmla="*/ 176209 h 438809"/>
              <a:gd name="connsiteX550" fmla="*/ 813264 w 974488"/>
              <a:gd name="connsiteY550" fmla="*/ 173312 h 438809"/>
              <a:gd name="connsiteX551" fmla="*/ 804070 w 974488"/>
              <a:gd name="connsiteY551" fmla="*/ 165216 h 438809"/>
              <a:gd name="connsiteX552" fmla="*/ 795644 w 974488"/>
              <a:gd name="connsiteY552" fmla="*/ 157775 h 438809"/>
              <a:gd name="connsiteX553" fmla="*/ 793680 w 974488"/>
              <a:gd name="connsiteY553" fmla="*/ 159844 h 438809"/>
              <a:gd name="connsiteX554" fmla="*/ 793642 w 974488"/>
              <a:gd name="connsiteY554" fmla="*/ 159887 h 438809"/>
              <a:gd name="connsiteX555" fmla="*/ 789091 w 974488"/>
              <a:gd name="connsiteY555" fmla="*/ 172683 h 438809"/>
              <a:gd name="connsiteX556" fmla="*/ 794650 w 974488"/>
              <a:gd name="connsiteY556" fmla="*/ 184257 h 438809"/>
              <a:gd name="connsiteX557" fmla="*/ 799369 w 974488"/>
              <a:gd name="connsiteY557" fmla="*/ 187016 h 438809"/>
              <a:gd name="connsiteX558" fmla="*/ 804045 w 974488"/>
              <a:gd name="connsiteY558" fmla="*/ 187336 h 438809"/>
              <a:gd name="connsiteX559" fmla="*/ 805210 w 974488"/>
              <a:gd name="connsiteY559" fmla="*/ 187222 h 438809"/>
              <a:gd name="connsiteX560" fmla="*/ 806761 w 974488"/>
              <a:gd name="connsiteY560" fmla="*/ 187766 h 438809"/>
              <a:gd name="connsiteX561" fmla="*/ 807520 w 974488"/>
              <a:gd name="connsiteY561" fmla="*/ 189487 h 438809"/>
              <a:gd name="connsiteX562" fmla="*/ 806883 w 974488"/>
              <a:gd name="connsiteY562" fmla="*/ 191119 h 438809"/>
              <a:gd name="connsiteX563" fmla="*/ 806800 w 974488"/>
              <a:gd name="connsiteY563" fmla="*/ 191214 h 438809"/>
              <a:gd name="connsiteX564" fmla="*/ 805823 w 974488"/>
              <a:gd name="connsiteY564" fmla="*/ 191998 h 438809"/>
              <a:gd name="connsiteX565" fmla="*/ 804247 w 974488"/>
              <a:gd name="connsiteY565" fmla="*/ 192648 h 438809"/>
              <a:gd name="connsiteX566" fmla="*/ 804190 w 974488"/>
              <a:gd name="connsiteY566" fmla="*/ 192668 h 438809"/>
              <a:gd name="connsiteX567" fmla="*/ 794668 w 974488"/>
              <a:gd name="connsiteY567" fmla="*/ 192885 h 438809"/>
              <a:gd name="connsiteX568" fmla="*/ 786005 w 974488"/>
              <a:gd name="connsiteY568" fmla="*/ 188265 h 438809"/>
              <a:gd name="connsiteX569" fmla="*/ 785853 w 974488"/>
              <a:gd name="connsiteY569" fmla="*/ 188136 h 438809"/>
              <a:gd name="connsiteX570" fmla="*/ 777758 w 974488"/>
              <a:gd name="connsiteY570" fmla="*/ 172208 h 438809"/>
              <a:gd name="connsiteX571" fmla="*/ 783645 w 974488"/>
              <a:gd name="connsiteY571" fmla="*/ 155162 h 438809"/>
              <a:gd name="connsiteX572" fmla="*/ 783682 w 974488"/>
              <a:gd name="connsiteY572" fmla="*/ 155087 h 438809"/>
              <a:gd name="connsiteX573" fmla="*/ 783854 w 974488"/>
              <a:gd name="connsiteY573" fmla="*/ 154915 h 438809"/>
              <a:gd name="connsiteX574" fmla="*/ 799792 w 974488"/>
              <a:gd name="connsiteY574" fmla="*/ 146665 h 438809"/>
              <a:gd name="connsiteX575" fmla="*/ 816661 w 974488"/>
              <a:gd name="connsiteY575" fmla="*/ 151882 h 438809"/>
              <a:gd name="connsiteX576" fmla="*/ 816757 w 974488"/>
              <a:gd name="connsiteY576" fmla="*/ 151965 h 438809"/>
              <a:gd name="connsiteX577" fmla="*/ 823654 w 974488"/>
              <a:gd name="connsiteY577" fmla="*/ 163320 h 438809"/>
              <a:gd name="connsiteX578" fmla="*/ 821208 w 974488"/>
              <a:gd name="connsiteY578" fmla="*/ 174759 h 438809"/>
              <a:gd name="connsiteX579" fmla="*/ 821125 w 974488"/>
              <a:gd name="connsiteY579" fmla="*/ 174855 h 438809"/>
              <a:gd name="connsiteX580" fmla="*/ 759327 w 974488"/>
              <a:gd name="connsiteY580" fmla="*/ 152119 h 438809"/>
              <a:gd name="connsiteX581" fmla="*/ 769500 w 974488"/>
              <a:gd name="connsiteY581" fmla="*/ 144050 h 438809"/>
              <a:gd name="connsiteX582" fmla="*/ 769526 w 974488"/>
              <a:gd name="connsiteY582" fmla="*/ 144013 h 438809"/>
              <a:gd name="connsiteX583" fmla="*/ 773041 w 974488"/>
              <a:gd name="connsiteY583" fmla="*/ 132299 h 438809"/>
              <a:gd name="connsiteX584" fmla="*/ 767433 w 974488"/>
              <a:gd name="connsiteY584" fmla="*/ 123025 h 438809"/>
              <a:gd name="connsiteX585" fmla="*/ 767300 w 974488"/>
              <a:gd name="connsiteY585" fmla="*/ 122933 h 438809"/>
              <a:gd name="connsiteX586" fmla="*/ 762632 w 974488"/>
              <a:gd name="connsiteY586" fmla="*/ 120921 h 438809"/>
              <a:gd name="connsiteX587" fmla="*/ 758547 w 974488"/>
              <a:gd name="connsiteY587" fmla="*/ 120503 h 438809"/>
              <a:gd name="connsiteX588" fmla="*/ 758395 w 974488"/>
              <a:gd name="connsiteY588" fmla="*/ 120534 h 438809"/>
              <a:gd name="connsiteX589" fmla="*/ 758007 w 974488"/>
              <a:gd name="connsiteY589" fmla="*/ 120829 h 438809"/>
              <a:gd name="connsiteX590" fmla="*/ 755283 w 974488"/>
              <a:gd name="connsiteY590" fmla="*/ 124485 h 438809"/>
              <a:gd name="connsiteX591" fmla="*/ 745348 w 974488"/>
              <a:gd name="connsiteY591" fmla="*/ 138606 h 438809"/>
              <a:gd name="connsiteX592" fmla="*/ 743539 w 974488"/>
              <a:gd name="connsiteY592" fmla="*/ 141317 h 438809"/>
              <a:gd name="connsiteX593" fmla="*/ 743137 w 974488"/>
              <a:gd name="connsiteY593" fmla="*/ 142472 h 438809"/>
              <a:gd name="connsiteX594" fmla="*/ 743137 w 974488"/>
              <a:gd name="connsiteY594" fmla="*/ 142511 h 438809"/>
              <a:gd name="connsiteX595" fmla="*/ 744914 w 974488"/>
              <a:gd name="connsiteY595" fmla="*/ 146281 h 438809"/>
              <a:gd name="connsiteX596" fmla="*/ 749246 w 974488"/>
              <a:gd name="connsiteY596" fmla="*/ 150579 h 438809"/>
              <a:gd name="connsiteX597" fmla="*/ 759327 w 974488"/>
              <a:gd name="connsiteY597" fmla="*/ 152119 h 438809"/>
              <a:gd name="connsiteX598" fmla="*/ 709255 w 974488"/>
              <a:gd name="connsiteY598" fmla="*/ 160913 h 438809"/>
              <a:gd name="connsiteX599" fmla="*/ 709182 w 974488"/>
              <a:gd name="connsiteY599" fmla="*/ 160930 h 438809"/>
              <a:gd name="connsiteX600" fmla="*/ 709272 w 974488"/>
              <a:gd name="connsiteY600" fmla="*/ 160926 h 438809"/>
              <a:gd name="connsiteX601" fmla="*/ 709255 w 974488"/>
              <a:gd name="connsiteY601" fmla="*/ 160913 h 438809"/>
              <a:gd name="connsiteX602" fmla="*/ 709320 w 974488"/>
              <a:gd name="connsiteY602" fmla="*/ 160903 h 438809"/>
              <a:gd name="connsiteX603" fmla="*/ 709255 w 974488"/>
              <a:gd name="connsiteY603" fmla="*/ 160913 h 438809"/>
              <a:gd name="connsiteX604" fmla="*/ 709326 w 974488"/>
              <a:gd name="connsiteY604" fmla="*/ 160922 h 438809"/>
              <a:gd name="connsiteX605" fmla="*/ 709320 w 974488"/>
              <a:gd name="connsiteY605" fmla="*/ 160903 h 438809"/>
              <a:gd name="connsiteX606" fmla="*/ 709308 w 974488"/>
              <a:gd name="connsiteY606" fmla="*/ 160950 h 438809"/>
              <a:gd name="connsiteX607" fmla="*/ 709329 w 974488"/>
              <a:gd name="connsiteY607" fmla="*/ 160935 h 438809"/>
              <a:gd name="connsiteX608" fmla="*/ 709289 w 974488"/>
              <a:gd name="connsiteY608" fmla="*/ 160937 h 438809"/>
              <a:gd name="connsiteX609" fmla="*/ 709308 w 974488"/>
              <a:gd name="connsiteY609" fmla="*/ 160950 h 438809"/>
              <a:gd name="connsiteX610" fmla="*/ 709297 w 974488"/>
              <a:gd name="connsiteY610" fmla="*/ 160956 h 438809"/>
              <a:gd name="connsiteX611" fmla="*/ 709289 w 974488"/>
              <a:gd name="connsiteY611" fmla="*/ 160937 h 438809"/>
              <a:gd name="connsiteX612" fmla="*/ 709198 w 974488"/>
              <a:gd name="connsiteY612" fmla="*/ 160940 h 438809"/>
              <a:gd name="connsiteX613" fmla="*/ 709297 w 974488"/>
              <a:gd name="connsiteY613" fmla="*/ 160956 h 438809"/>
              <a:gd name="connsiteX614" fmla="*/ 779784 w 974488"/>
              <a:gd name="connsiteY614" fmla="*/ 148354 h 438809"/>
              <a:gd name="connsiteX615" fmla="*/ 779747 w 974488"/>
              <a:gd name="connsiteY615" fmla="*/ 148407 h 438809"/>
              <a:gd name="connsiteX616" fmla="*/ 763026 w 974488"/>
              <a:gd name="connsiteY616" fmla="*/ 159122 h 438809"/>
              <a:gd name="connsiteX617" fmla="*/ 743832 w 974488"/>
              <a:gd name="connsiteY617" fmla="*/ 154630 h 438809"/>
              <a:gd name="connsiteX618" fmla="*/ 743398 w 974488"/>
              <a:gd name="connsiteY618" fmla="*/ 154331 h 438809"/>
              <a:gd name="connsiteX619" fmla="*/ 739654 w 974488"/>
              <a:gd name="connsiteY619" fmla="*/ 151197 h 438809"/>
              <a:gd name="connsiteX620" fmla="*/ 738100 w 974488"/>
              <a:gd name="connsiteY620" fmla="*/ 149476 h 438809"/>
              <a:gd name="connsiteX621" fmla="*/ 731264 w 974488"/>
              <a:gd name="connsiteY621" fmla="*/ 159193 h 438809"/>
              <a:gd name="connsiteX622" fmla="*/ 728124 w 974488"/>
              <a:gd name="connsiteY622" fmla="*/ 166819 h 438809"/>
              <a:gd name="connsiteX623" fmla="*/ 732674 w 974488"/>
              <a:gd name="connsiteY623" fmla="*/ 173846 h 438809"/>
              <a:gd name="connsiteX624" fmla="*/ 733725 w 974488"/>
              <a:gd name="connsiteY624" fmla="*/ 175171 h 438809"/>
              <a:gd name="connsiteX625" fmla="*/ 733306 w 974488"/>
              <a:gd name="connsiteY625" fmla="*/ 177183 h 438809"/>
              <a:gd name="connsiteX626" fmla="*/ 731921 w 974488"/>
              <a:gd name="connsiteY626" fmla="*/ 178579 h 438809"/>
              <a:gd name="connsiteX627" fmla="*/ 729718 w 974488"/>
              <a:gd name="connsiteY627" fmla="*/ 178682 h 438809"/>
              <a:gd name="connsiteX628" fmla="*/ 722751 w 974488"/>
              <a:gd name="connsiteY628" fmla="*/ 173606 h 438809"/>
              <a:gd name="connsiteX629" fmla="*/ 718186 w 974488"/>
              <a:gd name="connsiteY629" fmla="*/ 170219 h 438809"/>
              <a:gd name="connsiteX630" fmla="*/ 714737 w 974488"/>
              <a:gd name="connsiteY630" fmla="*/ 167795 h 438809"/>
              <a:gd name="connsiteX631" fmla="*/ 707365 w 974488"/>
              <a:gd name="connsiteY631" fmla="*/ 162995 h 438809"/>
              <a:gd name="connsiteX632" fmla="*/ 706140 w 974488"/>
              <a:gd name="connsiteY632" fmla="*/ 161110 h 438809"/>
              <a:gd name="connsiteX633" fmla="*/ 706842 w 974488"/>
              <a:gd name="connsiteY633" fmla="*/ 159216 h 438809"/>
              <a:gd name="connsiteX634" fmla="*/ 708766 w 974488"/>
              <a:gd name="connsiteY634" fmla="*/ 157717 h 438809"/>
              <a:gd name="connsiteX635" fmla="*/ 711057 w 974488"/>
              <a:gd name="connsiteY635" fmla="*/ 158507 h 438809"/>
              <a:gd name="connsiteX636" fmla="*/ 716288 w 974488"/>
              <a:gd name="connsiteY636" fmla="*/ 159347 h 438809"/>
              <a:gd name="connsiteX637" fmla="*/ 726440 w 974488"/>
              <a:gd name="connsiteY637" fmla="*/ 146939 h 438809"/>
              <a:gd name="connsiteX638" fmla="*/ 741711 w 974488"/>
              <a:gd name="connsiteY638" fmla="*/ 125233 h 438809"/>
              <a:gd name="connsiteX639" fmla="*/ 746288 w 974488"/>
              <a:gd name="connsiteY639" fmla="*/ 110807 h 438809"/>
              <a:gd name="connsiteX640" fmla="*/ 746022 w 974488"/>
              <a:gd name="connsiteY640" fmla="*/ 110525 h 438809"/>
              <a:gd name="connsiteX641" fmla="*/ 745239 w 974488"/>
              <a:gd name="connsiteY641" fmla="*/ 108987 h 438809"/>
              <a:gd name="connsiteX642" fmla="*/ 745239 w 974488"/>
              <a:gd name="connsiteY642" fmla="*/ 108968 h 438809"/>
              <a:gd name="connsiteX643" fmla="*/ 745771 w 974488"/>
              <a:gd name="connsiteY643" fmla="*/ 107498 h 438809"/>
              <a:gd name="connsiteX644" fmla="*/ 747246 w 974488"/>
              <a:gd name="connsiteY644" fmla="*/ 106535 h 438809"/>
              <a:gd name="connsiteX645" fmla="*/ 748704 w 974488"/>
              <a:gd name="connsiteY645" fmla="*/ 106614 h 438809"/>
              <a:gd name="connsiteX646" fmla="*/ 748843 w 974488"/>
              <a:gd name="connsiteY646" fmla="*/ 106638 h 438809"/>
              <a:gd name="connsiteX647" fmla="*/ 753879 w 974488"/>
              <a:gd name="connsiteY647" fmla="*/ 107652 h 438809"/>
              <a:gd name="connsiteX648" fmla="*/ 760518 w 974488"/>
              <a:gd name="connsiteY648" fmla="*/ 108137 h 438809"/>
              <a:gd name="connsiteX649" fmla="*/ 761744 w 974488"/>
              <a:gd name="connsiteY649" fmla="*/ 108283 h 438809"/>
              <a:gd name="connsiteX650" fmla="*/ 762951 w 974488"/>
              <a:gd name="connsiteY650" fmla="*/ 108874 h 438809"/>
              <a:gd name="connsiteX651" fmla="*/ 764108 w 974488"/>
              <a:gd name="connsiteY651" fmla="*/ 110337 h 438809"/>
              <a:gd name="connsiteX652" fmla="*/ 763629 w 974488"/>
              <a:gd name="connsiteY652" fmla="*/ 112243 h 438809"/>
              <a:gd name="connsiteX653" fmla="*/ 761712 w 974488"/>
              <a:gd name="connsiteY653" fmla="*/ 114777 h 438809"/>
              <a:gd name="connsiteX654" fmla="*/ 761326 w 974488"/>
              <a:gd name="connsiteY654" fmla="*/ 115268 h 438809"/>
              <a:gd name="connsiteX655" fmla="*/ 768989 w 974488"/>
              <a:gd name="connsiteY655" fmla="*/ 116204 h 438809"/>
              <a:gd name="connsiteX656" fmla="*/ 776326 w 974488"/>
              <a:gd name="connsiteY656" fmla="*/ 119337 h 438809"/>
              <a:gd name="connsiteX657" fmla="*/ 776764 w 974488"/>
              <a:gd name="connsiteY657" fmla="*/ 119635 h 438809"/>
              <a:gd name="connsiteX658" fmla="*/ 784317 w 974488"/>
              <a:gd name="connsiteY658" fmla="*/ 132603 h 438809"/>
              <a:gd name="connsiteX659" fmla="*/ 780136 w 974488"/>
              <a:gd name="connsiteY659" fmla="*/ 147844 h 438809"/>
              <a:gd name="connsiteX660" fmla="*/ 779784 w 974488"/>
              <a:gd name="connsiteY660" fmla="*/ 148354 h 438809"/>
              <a:gd name="connsiteX661" fmla="*/ 725904 w 974488"/>
              <a:gd name="connsiteY661" fmla="*/ 130259 h 438809"/>
              <a:gd name="connsiteX662" fmla="*/ 725437 w 974488"/>
              <a:gd name="connsiteY662" fmla="*/ 132491 h 438809"/>
              <a:gd name="connsiteX663" fmla="*/ 722542 w 974488"/>
              <a:gd name="connsiteY663" fmla="*/ 133824 h 438809"/>
              <a:gd name="connsiteX664" fmla="*/ 722483 w 974488"/>
              <a:gd name="connsiteY664" fmla="*/ 133813 h 438809"/>
              <a:gd name="connsiteX665" fmla="*/ 715440 w 974488"/>
              <a:gd name="connsiteY665" fmla="*/ 133044 h 438809"/>
              <a:gd name="connsiteX666" fmla="*/ 708229 w 974488"/>
              <a:gd name="connsiteY666" fmla="*/ 132895 h 438809"/>
              <a:gd name="connsiteX667" fmla="*/ 707482 w 974488"/>
              <a:gd name="connsiteY667" fmla="*/ 132917 h 438809"/>
              <a:gd name="connsiteX668" fmla="*/ 705913 w 974488"/>
              <a:gd name="connsiteY668" fmla="*/ 131161 h 438809"/>
              <a:gd name="connsiteX669" fmla="*/ 706293 w 974488"/>
              <a:gd name="connsiteY669" fmla="*/ 130233 h 438809"/>
              <a:gd name="connsiteX670" fmla="*/ 708244 w 974488"/>
              <a:gd name="connsiteY670" fmla="*/ 126030 h 438809"/>
              <a:gd name="connsiteX671" fmla="*/ 701559 w 974488"/>
              <a:gd name="connsiteY671" fmla="*/ 126252 h 438809"/>
              <a:gd name="connsiteX672" fmla="*/ 691803 w 974488"/>
              <a:gd name="connsiteY672" fmla="*/ 123475 h 438809"/>
              <a:gd name="connsiteX673" fmla="*/ 683328 w 974488"/>
              <a:gd name="connsiteY673" fmla="*/ 113560 h 438809"/>
              <a:gd name="connsiteX674" fmla="*/ 686189 w 974488"/>
              <a:gd name="connsiteY674" fmla="*/ 101237 h 438809"/>
              <a:gd name="connsiteX675" fmla="*/ 694936 w 974488"/>
              <a:gd name="connsiteY675" fmla="*/ 84235 h 438809"/>
              <a:gd name="connsiteX676" fmla="*/ 695912 w 974488"/>
              <a:gd name="connsiteY676" fmla="*/ 81185 h 438809"/>
              <a:gd name="connsiteX677" fmla="*/ 692777 w 974488"/>
              <a:gd name="connsiteY677" fmla="*/ 78601 h 438809"/>
              <a:gd name="connsiteX678" fmla="*/ 690793 w 974488"/>
              <a:gd name="connsiteY678" fmla="*/ 76800 h 438809"/>
              <a:gd name="connsiteX679" fmla="*/ 690752 w 974488"/>
              <a:gd name="connsiteY679" fmla="*/ 75430 h 438809"/>
              <a:gd name="connsiteX680" fmla="*/ 691017 w 974488"/>
              <a:gd name="connsiteY680" fmla="*/ 74789 h 438809"/>
              <a:gd name="connsiteX681" fmla="*/ 692373 w 974488"/>
              <a:gd name="connsiteY681" fmla="*/ 73170 h 438809"/>
              <a:gd name="connsiteX682" fmla="*/ 694571 w 974488"/>
              <a:gd name="connsiteY682" fmla="*/ 73449 h 438809"/>
              <a:gd name="connsiteX683" fmla="*/ 695349 w 974488"/>
              <a:gd name="connsiteY683" fmla="*/ 73845 h 438809"/>
              <a:gd name="connsiteX684" fmla="*/ 707971 w 974488"/>
              <a:gd name="connsiteY684" fmla="*/ 78653 h 438809"/>
              <a:gd name="connsiteX685" fmla="*/ 710191 w 974488"/>
              <a:gd name="connsiteY685" fmla="*/ 79028 h 438809"/>
              <a:gd name="connsiteX686" fmla="*/ 704935 w 974488"/>
              <a:gd name="connsiteY686" fmla="*/ 88876 h 438809"/>
              <a:gd name="connsiteX687" fmla="*/ 696809 w 974488"/>
              <a:gd name="connsiteY687" fmla="*/ 104356 h 438809"/>
              <a:gd name="connsiteX688" fmla="*/ 695278 w 974488"/>
              <a:gd name="connsiteY688" fmla="*/ 107654 h 438809"/>
              <a:gd name="connsiteX689" fmla="*/ 694582 w 974488"/>
              <a:gd name="connsiteY689" fmla="*/ 110854 h 438809"/>
              <a:gd name="connsiteX690" fmla="*/ 695492 w 974488"/>
              <a:gd name="connsiteY690" fmla="*/ 114658 h 438809"/>
              <a:gd name="connsiteX691" fmla="*/ 698423 w 974488"/>
              <a:gd name="connsiteY691" fmla="*/ 117968 h 438809"/>
              <a:gd name="connsiteX692" fmla="*/ 704393 w 974488"/>
              <a:gd name="connsiteY692" fmla="*/ 120385 h 438809"/>
              <a:gd name="connsiteX693" fmla="*/ 710474 w 974488"/>
              <a:gd name="connsiteY693" fmla="*/ 120550 h 438809"/>
              <a:gd name="connsiteX694" fmla="*/ 710518 w 974488"/>
              <a:gd name="connsiteY694" fmla="*/ 120544 h 438809"/>
              <a:gd name="connsiteX695" fmla="*/ 710773 w 974488"/>
              <a:gd name="connsiteY695" fmla="*/ 120295 h 438809"/>
              <a:gd name="connsiteX696" fmla="*/ 712754 w 974488"/>
              <a:gd name="connsiteY696" fmla="*/ 116749 h 438809"/>
              <a:gd name="connsiteX697" fmla="*/ 720898 w 974488"/>
              <a:gd name="connsiteY697" fmla="*/ 100682 h 438809"/>
              <a:gd name="connsiteX698" fmla="*/ 722186 w 974488"/>
              <a:gd name="connsiteY698" fmla="*/ 97653 h 438809"/>
              <a:gd name="connsiteX699" fmla="*/ 722399 w 974488"/>
              <a:gd name="connsiteY699" fmla="*/ 95003 h 438809"/>
              <a:gd name="connsiteX700" fmla="*/ 722386 w 974488"/>
              <a:gd name="connsiteY700" fmla="*/ 94952 h 438809"/>
              <a:gd name="connsiteX701" fmla="*/ 719461 w 974488"/>
              <a:gd name="connsiteY701" fmla="*/ 92141 h 438809"/>
              <a:gd name="connsiteX702" fmla="*/ 717743 w 974488"/>
              <a:gd name="connsiteY702" fmla="*/ 90576 h 438809"/>
              <a:gd name="connsiteX703" fmla="*/ 717662 w 974488"/>
              <a:gd name="connsiteY703" fmla="*/ 90339 h 438809"/>
              <a:gd name="connsiteX704" fmla="*/ 717661 w 974488"/>
              <a:gd name="connsiteY704" fmla="*/ 90063 h 438809"/>
              <a:gd name="connsiteX705" fmla="*/ 718149 w 974488"/>
              <a:gd name="connsiteY705" fmla="*/ 88457 h 438809"/>
              <a:gd name="connsiteX706" fmla="*/ 718186 w 974488"/>
              <a:gd name="connsiteY706" fmla="*/ 88384 h 438809"/>
              <a:gd name="connsiteX707" fmla="*/ 719709 w 974488"/>
              <a:gd name="connsiteY707" fmla="*/ 86902 h 438809"/>
              <a:gd name="connsiteX708" fmla="*/ 721706 w 974488"/>
              <a:gd name="connsiteY708" fmla="*/ 87200 h 438809"/>
              <a:gd name="connsiteX709" fmla="*/ 721745 w 974488"/>
              <a:gd name="connsiteY709" fmla="*/ 87224 h 438809"/>
              <a:gd name="connsiteX710" fmla="*/ 734804 w 974488"/>
              <a:gd name="connsiteY710" fmla="*/ 92347 h 438809"/>
              <a:gd name="connsiteX711" fmla="*/ 735272 w 974488"/>
              <a:gd name="connsiteY711" fmla="*/ 92448 h 438809"/>
              <a:gd name="connsiteX712" fmla="*/ 736723 w 974488"/>
              <a:gd name="connsiteY712" fmla="*/ 93909 h 438809"/>
              <a:gd name="connsiteX713" fmla="*/ 735900 w 974488"/>
              <a:gd name="connsiteY713" fmla="*/ 95351 h 438809"/>
              <a:gd name="connsiteX714" fmla="*/ 733167 w 974488"/>
              <a:gd name="connsiteY714" fmla="*/ 100320 h 438809"/>
              <a:gd name="connsiteX715" fmla="*/ 722075 w 974488"/>
              <a:gd name="connsiteY715" fmla="*/ 122432 h 438809"/>
              <a:gd name="connsiteX716" fmla="*/ 720791 w 974488"/>
              <a:gd name="connsiteY716" fmla="*/ 126601 h 438809"/>
              <a:gd name="connsiteX717" fmla="*/ 720817 w 974488"/>
              <a:gd name="connsiteY717" fmla="*/ 126659 h 438809"/>
              <a:gd name="connsiteX718" fmla="*/ 723619 w 974488"/>
              <a:gd name="connsiteY718" fmla="*/ 128539 h 438809"/>
              <a:gd name="connsiteX719" fmla="*/ 724190 w 974488"/>
              <a:gd name="connsiteY719" fmla="*/ 128750 h 438809"/>
              <a:gd name="connsiteX720" fmla="*/ 725904 w 974488"/>
              <a:gd name="connsiteY720" fmla="*/ 130259 h 438809"/>
              <a:gd name="connsiteX721" fmla="*/ 673843 w 974488"/>
              <a:gd name="connsiteY721" fmla="*/ 101579 h 438809"/>
              <a:gd name="connsiteX722" fmla="*/ 673746 w 974488"/>
              <a:gd name="connsiteY722" fmla="*/ 103319 h 438809"/>
              <a:gd name="connsiteX723" fmla="*/ 672607 w 974488"/>
              <a:gd name="connsiteY723" fmla="*/ 104695 h 438809"/>
              <a:gd name="connsiteX724" fmla="*/ 670754 w 974488"/>
              <a:gd name="connsiteY724" fmla="*/ 105685 h 438809"/>
              <a:gd name="connsiteX725" fmla="*/ 666319 w 974488"/>
              <a:gd name="connsiteY725" fmla="*/ 107011 h 438809"/>
              <a:gd name="connsiteX726" fmla="*/ 661641 w 974488"/>
              <a:gd name="connsiteY726" fmla="*/ 107462 h 438809"/>
              <a:gd name="connsiteX727" fmla="*/ 656911 w 974488"/>
              <a:gd name="connsiteY727" fmla="*/ 107149 h 438809"/>
              <a:gd name="connsiteX728" fmla="*/ 652510 w 974488"/>
              <a:gd name="connsiteY728" fmla="*/ 105928 h 438809"/>
              <a:gd name="connsiteX729" fmla="*/ 644988 w 974488"/>
              <a:gd name="connsiteY729" fmla="*/ 101162 h 438809"/>
              <a:gd name="connsiteX730" fmla="*/ 640074 w 974488"/>
              <a:gd name="connsiteY730" fmla="*/ 93817 h 438809"/>
              <a:gd name="connsiteX731" fmla="*/ 638347 w 974488"/>
              <a:gd name="connsiteY731" fmla="*/ 85247 h 438809"/>
              <a:gd name="connsiteX732" fmla="*/ 640126 w 974488"/>
              <a:gd name="connsiteY732" fmla="*/ 76457 h 438809"/>
              <a:gd name="connsiteX733" fmla="*/ 645335 w 974488"/>
              <a:gd name="connsiteY733" fmla="*/ 68124 h 438809"/>
              <a:gd name="connsiteX734" fmla="*/ 653280 w 974488"/>
              <a:gd name="connsiteY734" fmla="*/ 62667 h 438809"/>
              <a:gd name="connsiteX735" fmla="*/ 662712 w 974488"/>
              <a:gd name="connsiteY735" fmla="*/ 60616 h 438809"/>
              <a:gd name="connsiteX736" fmla="*/ 672333 w 974488"/>
              <a:gd name="connsiteY736" fmla="*/ 62499 h 438809"/>
              <a:gd name="connsiteX737" fmla="*/ 677283 w 974488"/>
              <a:gd name="connsiteY737" fmla="*/ 64900 h 438809"/>
              <a:gd name="connsiteX738" fmla="*/ 681727 w 974488"/>
              <a:gd name="connsiteY738" fmla="*/ 68299 h 438809"/>
              <a:gd name="connsiteX739" fmla="*/ 684424 w 974488"/>
              <a:gd name="connsiteY739" fmla="*/ 71734 h 438809"/>
              <a:gd name="connsiteX740" fmla="*/ 684697 w 974488"/>
              <a:gd name="connsiteY740" fmla="*/ 75449 h 438809"/>
              <a:gd name="connsiteX741" fmla="*/ 683710 w 974488"/>
              <a:gd name="connsiteY741" fmla="*/ 77258 h 438809"/>
              <a:gd name="connsiteX742" fmla="*/ 682142 w 974488"/>
              <a:gd name="connsiteY742" fmla="*/ 78749 h 438809"/>
              <a:gd name="connsiteX743" fmla="*/ 680598 w 974488"/>
              <a:gd name="connsiteY743" fmla="*/ 79647 h 438809"/>
              <a:gd name="connsiteX744" fmla="*/ 678471 w 974488"/>
              <a:gd name="connsiteY744" fmla="*/ 79655 h 438809"/>
              <a:gd name="connsiteX745" fmla="*/ 674735 w 974488"/>
              <a:gd name="connsiteY745" fmla="*/ 73976 h 438809"/>
              <a:gd name="connsiteX746" fmla="*/ 674584 w 974488"/>
              <a:gd name="connsiteY746" fmla="*/ 73589 h 438809"/>
              <a:gd name="connsiteX747" fmla="*/ 672234 w 974488"/>
              <a:gd name="connsiteY747" fmla="*/ 69846 h 438809"/>
              <a:gd name="connsiteX748" fmla="*/ 668597 w 974488"/>
              <a:gd name="connsiteY748" fmla="*/ 67483 h 438809"/>
              <a:gd name="connsiteX749" fmla="*/ 663802 w 974488"/>
              <a:gd name="connsiteY749" fmla="*/ 66735 h 438809"/>
              <a:gd name="connsiteX750" fmla="*/ 658924 w 974488"/>
              <a:gd name="connsiteY750" fmla="*/ 68274 h 438809"/>
              <a:gd name="connsiteX751" fmla="*/ 654541 w 974488"/>
              <a:gd name="connsiteY751" fmla="*/ 71937 h 438809"/>
              <a:gd name="connsiteX752" fmla="*/ 651360 w 974488"/>
              <a:gd name="connsiteY752" fmla="*/ 77357 h 438809"/>
              <a:gd name="connsiteX753" fmla="*/ 649798 w 974488"/>
              <a:gd name="connsiteY753" fmla="*/ 84978 h 438809"/>
              <a:gd name="connsiteX754" fmla="*/ 651413 w 974488"/>
              <a:gd name="connsiteY754" fmla="*/ 91813 h 438809"/>
              <a:gd name="connsiteX755" fmla="*/ 654989 w 974488"/>
              <a:gd name="connsiteY755" fmla="*/ 96751 h 438809"/>
              <a:gd name="connsiteX756" fmla="*/ 659816 w 974488"/>
              <a:gd name="connsiteY756" fmla="*/ 99962 h 438809"/>
              <a:gd name="connsiteX757" fmla="*/ 665059 w 974488"/>
              <a:gd name="connsiteY757" fmla="*/ 101108 h 438809"/>
              <a:gd name="connsiteX758" fmla="*/ 670200 w 974488"/>
              <a:gd name="connsiteY758" fmla="*/ 100419 h 438809"/>
              <a:gd name="connsiteX759" fmla="*/ 670999 w 974488"/>
              <a:gd name="connsiteY759" fmla="*/ 100124 h 438809"/>
              <a:gd name="connsiteX760" fmla="*/ 672437 w 974488"/>
              <a:gd name="connsiteY760" fmla="*/ 100151 h 438809"/>
              <a:gd name="connsiteX761" fmla="*/ 673843 w 974488"/>
              <a:gd name="connsiteY761" fmla="*/ 101579 h 438809"/>
              <a:gd name="connsiteX762" fmla="*/ 625821 w 974488"/>
              <a:gd name="connsiteY762" fmla="*/ 58746 h 438809"/>
              <a:gd name="connsiteX763" fmla="*/ 626627 w 974488"/>
              <a:gd name="connsiteY763" fmla="*/ 57980 h 438809"/>
              <a:gd name="connsiteX764" fmla="*/ 625970 w 974488"/>
              <a:gd name="connsiteY764" fmla="*/ 54368 h 438809"/>
              <a:gd name="connsiteX765" fmla="*/ 621648 w 974488"/>
              <a:gd name="connsiteY765" fmla="*/ 51396 h 438809"/>
              <a:gd name="connsiteX766" fmla="*/ 613177 w 974488"/>
              <a:gd name="connsiteY766" fmla="*/ 51675 h 438809"/>
              <a:gd name="connsiteX767" fmla="*/ 608384 w 974488"/>
              <a:gd name="connsiteY767" fmla="*/ 55049 h 438809"/>
              <a:gd name="connsiteX768" fmla="*/ 613959 w 974488"/>
              <a:gd name="connsiteY768" fmla="*/ 56517 h 438809"/>
              <a:gd name="connsiteX769" fmla="*/ 618964 w 974488"/>
              <a:gd name="connsiteY769" fmla="*/ 57695 h 438809"/>
              <a:gd name="connsiteX770" fmla="*/ 618983 w 974488"/>
              <a:gd name="connsiteY770" fmla="*/ 57701 h 438809"/>
              <a:gd name="connsiteX771" fmla="*/ 625821 w 974488"/>
              <a:gd name="connsiteY771" fmla="*/ 58746 h 438809"/>
              <a:gd name="connsiteX772" fmla="*/ 633675 w 974488"/>
              <a:gd name="connsiteY772" fmla="*/ 53273 h 438809"/>
              <a:gd name="connsiteX773" fmla="*/ 636283 w 974488"/>
              <a:gd name="connsiteY773" fmla="*/ 64680 h 438809"/>
              <a:gd name="connsiteX774" fmla="*/ 633549 w 974488"/>
              <a:gd name="connsiteY774" fmla="*/ 67540 h 438809"/>
              <a:gd name="connsiteX775" fmla="*/ 628468 w 974488"/>
              <a:gd name="connsiteY775" fmla="*/ 66712 h 438809"/>
              <a:gd name="connsiteX776" fmla="*/ 616722 w 974488"/>
              <a:gd name="connsiteY776" fmla="*/ 63247 h 438809"/>
              <a:gd name="connsiteX777" fmla="*/ 605944 w 974488"/>
              <a:gd name="connsiteY777" fmla="*/ 60055 h 438809"/>
              <a:gd name="connsiteX778" fmla="*/ 605070 w 974488"/>
              <a:gd name="connsiteY778" fmla="*/ 62636 h 438809"/>
              <a:gd name="connsiteX779" fmla="*/ 605033 w 974488"/>
              <a:gd name="connsiteY779" fmla="*/ 62767 h 438809"/>
              <a:gd name="connsiteX780" fmla="*/ 606290 w 974488"/>
              <a:gd name="connsiteY780" fmla="*/ 76338 h 438809"/>
              <a:gd name="connsiteX781" fmla="*/ 616161 w 974488"/>
              <a:gd name="connsiteY781" fmla="*/ 84468 h 438809"/>
              <a:gd name="connsiteX782" fmla="*/ 616211 w 974488"/>
              <a:gd name="connsiteY782" fmla="*/ 84483 h 438809"/>
              <a:gd name="connsiteX783" fmla="*/ 621656 w 974488"/>
              <a:gd name="connsiteY783" fmla="*/ 85000 h 438809"/>
              <a:gd name="connsiteX784" fmla="*/ 626025 w 974488"/>
              <a:gd name="connsiteY784" fmla="*/ 83315 h 438809"/>
              <a:gd name="connsiteX785" fmla="*/ 627040 w 974488"/>
              <a:gd name="connsiteY785" fmla="*/ 82716 h 438809"/>
              <a:gd name="connsiteX786" fmla="*/ 628664 w 974488"/>
              <a:gd name="connsiteY786" fmla="*/ 82562 h 438809"/>
              <a:gd name="connsiteX787" fmla="*/ 630079 w 974488"/>
              <a:gd name="connsiteY787" fmla="*/ 83794 h 438809"/>
              <a:gd name="connsiteX788" fmla="*/ 630194 w 974488"/>
              <a:gd name="connsiteY788" fmla="*/ 85547 h 438809"/>
              <a:gd name="connsiteX789" fmla="*/ 629607 w 974488"/>
              <a:gd name="connsiteY789" fmla="*/ 86791 h 438809"/>
              <a:gd name="connsiteX790" fmla="*/ 628447 w 974488"/>
              <a:gd name="connsiteY790" fmla="*/ 88042 h 438809"/>
              <a:gd name="connsiteX791" fmla="*/ 628408 w 974488"/>
              <a:gd name="connsiteY791" fmla="*/ 88081 h 438809"/>
              <a:gd name="connsiteX792" fmla="*/ 619854 w 974488"/>
              <a:gd name="connsiteY792" fmla="*/ 92302 h 438809"/>
              <a:gd name="connsiteX793" fmla="*/ 609867 w 974488"/>
              <a:gd name="connsiteY793" fmla="*/ 91711 h 438809"/>
              <a:gd name="connsiteX794" fmla="*/ 595812 w 974488"/>
              <a:gd name="connsiteY794" fmla="*/ 80681 h 438809"/>
              <a:gd name="connsiteX795" fmla="*/ 594012 w 974488"/>
              <a:gd name="connsiteY795" fmla="*/ 62548 h 438809"/>
              <a:gd name="connsiteX796" fmla="*/ 605023 w 974488"/>
              <a:gd name="connsiteY796" fmla="*/ 48228 h 438809"/>
              <a:gd name="connsiteX797" fmla="*/ 622523 w 974488"/>
              <a:gd name="connsiteY797" fmla="*/ 45846 h 438809"/>
              <a:gd name="connsiteX798" fmla="*/ 633675 w 974488"/>
              <a:gd name="connsiteY798" fmla="*/ 53273 h 438809"/>
              <a:gd name="connsiteX799" fmla="*/ 565544 w 974488"/>
              <a:gd name="connsiteY799" fmla="*/ 33760 h 438809"/>
              <a:gd name="connsiteX800" fmla="*/ 567801 w 974488"/>
              <a:gd name="connsiteY800" fmla="*/ 26520 h 438809"/>
              <a:gd name="connsiteX801" fmla="*/ 565351 w 974488"/>
              <a:gd name="connsiteY801" fmla="*/ 17157 h 438809"/>
              <a:gd name="connsiteX802" fmla="*/ 555799 w 974488"/>
              <a:gd name="connsiteY802" fmla="*/ 12758 h 438809"/>
              <a:gd name="connsiteX803" fmla="*/ 548814 w 974488"/>
              <a:gd name="connsiteY803" fmla="*/ 12245 h 438809"/>
              <a:gd name="connsiteX804" fmla="*/ 545493 w 974488"/>
              <a:gd name="connsiteY804" fmla="*/ 39171 h 438809"/>
              <a:gd name="connsiteX805" fmla="*/ 553005 w 974488"/>
              <a:gd name="connsiteY805" fmla="*/ 39977 h 438809"/>
              <a:gd name="connsiteX806" fmla="*/ 561163 w 974488"/>
              <a:gd name="connsiteY806" fmla="*/ 38008 h 438809"/>
              <a:gd name="connsiteX807" fmla="*/ 565544 w 974488"/>
              <a:gd name="connsiteY807" fmla="*/ 33760 h 438809"/>
              <a:gd name="connsiteX808" fmla="*/ 578351 w 974488"/>
              <a:gd name="connsiteY808" fmla="*/ 69053 h 438809"/>
              <a:gd name="connsiteX809" fmla="*/ 589849 w 974488"/>
              <a:gd name="connsiteY809" fmla="*/ 78392 h 438809"/>
              <a:gd name="connsiteX810" fmla="*/ 593356 w 974488"/>
              <a:gd name="connsiteY810" fmla="*/ 77981 h 438809"/>
              <a:gd name="connsiteX811" fmla="*/ 591369 w 974488"/>
              <a:gd name="connsiteY811" fmla="*/ 80908 h 438809"/>
              <a:gd name="connsiteX812" fmla="*/ 587624 w 974488"/>
              <a:gd name="connsiteY812" fmla="*/ 83232 h 438809"/>
              <a:gd name="connsiteX813" fmla="*/ 582421 w 974488"/>
              <a:gd name="connsiteY813" fmla="*/ 83703 h 438809"/>
              <a:gd name="connsiteX814" fmla="*/ 575084 w 974488"/>
              <a:gd name="connsiteY814" fmla="*/ 81192 h 438809"/>
              <a:gd name="connsiteX815" fmla="*/ 569399 w 974488"/>
              <a:gd name="connsiteY815" fmla="*/ 76466 h 438809"/>
              <a:gd name="connsiteX816" fmla="*/ 558665 w 974488"/>
              <a:gd name="connsiteY816" fmla="*/ 60681 h 438809"/>
              <a:gd name="connsiteX817" fmla="*/ 555364 w 974488"/>
              <a:gd name="connsiteY817" fmla="*/ 54731 h 438809"/>
              <a:gd name="connsiteX818" fmla="*/ 548195 w 974488"/>
              <a:gd name="connsiteY818" fmla="*/ 45665 h 438809"/>
              <a:gd name="connsiteX819" fmla="*/ 548158 w 974488"/>
              <a:gd name="connsiteY819" fmla="*/ 45645 h 438809"/>
              <a:gd name="connsiteX820" fmla="*/ 546093 w 974488"/>
              <a:gd name="connsiteY820" fmla="*/ 45165 h 438809"/>
              <a:gd name="connsiteX821" fmla="*/ 544877 w 974488"/>
              <a:gd name="connsiteY821" fmla="*/ 45074 h 438809"/>
              <a:gd name="connsiteX822" fmla="*/ 542534 w 974488"/>
              <a:gd name="connsiteY822" fmla="*/ 64065 h 438809"/>
              <a:gd name="connsiteX823" fmla="*/ 543582 w 974488"/>
              <a:gd name="connsiteY823" fmla="*/ 69665 h 438809"/>
              <a:gd name="connsiteX824" fmla="*/ 548948 w 974488"/>
              <a:gd name="connsiteY824" fmla="*/ 72013 h 438809"/>
              <a:gd name="connsiteX825" fmla="*/ 550744 w 974488"/>
              <a:gd name="connsiteY825" fmla="*/ 73040 h 438809"/>
              <a:gd name="connsiteX826" fmla="*/ 551169 w 974488"/>
              <a:gd name="connsiteY826" fmla="*/ 75313 h 438809"/>
              <a:gd name="connsiteX827" fmla="*/ 547675 w 974488"/>
              <a:gd name="connsiteY827" fmla="*/ 77915 h 438809"/>
              <a:gd name="connsiteX828" fmla="*/ 543890 w 974488"/>
              <a:gd name="connsiteY828" fmla="*/ 77409 h 438809"/>
              <a:gd name="connsiteX829" fmla="*/ 535105 w 974488"/>
              <a:gd name="connsiteY829" fmla="*/ 76257 h 438809"/>
              <a:gd name="connsiteX830" fmla="*/ 528580 w 974488"/>
              <a:gd name="connsiteY830" fmla="*/ 75540 h 438809"/>
              <a:gd name="connsiteX831" fmla="*/ 522046 w 974488"/>
              <a:gd name="connsiteY831" fmla="*/ 75068 h 438809"/>
              <a:gd name="connsiteX832" fmla="*/ 521926 w 974488"/>
              <a:gd name="connsiteY832" fmla="*/ 75061 h 438809"/>
              <a:gd name="connsiteX833" fmla="*/ 519965 w 974488"/>
              <a:gd name="connsiteY833" fmla="*/ 73785 h 438809"/>
              <a:gd name="connsiteX834" fmla="*/ 519814 w 974488"/>
              <a:gd name="connsiteY834" fmla="*/ 71791 h 438809"/>
              <a:gd name="connsiteX835" fmla="*/ 520411 w 974488"/>
              <a:gd name="connsiteY835" fmla="*/ 69905 h 438809"/>
              <a:gd name="connsiteX836" fmla="*/ 522528 w 974488"/>
              <a:gd name="connsiteY836" fmla="*/ 69184 h 438809"/>
              <a:gd name="connsiteX837" fmla="*/ 522895 w 974488"/>
              <a:gd name="connsiteY837" fmla="*/ 69212 h 438809"/>
              <a:gd name="connsiteX838" fmla="*/ 528726 w 974488"/>
              <a:gd name="connsiteY838" fmla="*/ 67475 h 438809"/>
              <a:gd name="connsiteX839" fmla="*/ 530009 w 974488"/>
              <a:gd name="connsiteY839" fmla="*/ 64741 h 438809"/>
              <a:gd name="connsiteX840" fmla="*/ 530830 w 974488"/>
              <a:gd name="connsiteY840" fmla="*/ 60138 h 438809"/>
              <a:gd name="connsiteX841" fmla="*/ 536284 w 974488"/>
              <a:gd name="connsiteY841" fmla="*/ 15919 h 438809"/>
              <a:gd name="connsiteX842" fmla="*/ 535742 w 974488"/>
              <a:gd name="connsiteY842" fmla="*/ 11591 h 438809"/>
              <a:gd name="connsiteX843" fmla="*/ 531742 w 974488"/>
              <a:gd name="connsiteY843" fmla="*/ 10006 h 438809"/>
              <a:gd name="connsiteX844" fmla="*/ 531711 w 974488"/>
              <a:gd name="connsiteY844" fmla="*/ 10006 h 438809"/>
              <a:gd name="connsiteX845" fmla="*/ 529432 w 974488"/>
              <a:gd name="connsiteY845" fmla="*/ 9148 h 438809"/>
              <a:gd name="connsiteX846" fmla="*/ 528840 w 974488"/>
              <a:gd name="connsiteY846" fmla="*/ 6626 h 438809"/>
              <a:gd name="connsiteX847" fmla="*/ 529682 w 974488"/>
              <a:gd name="connsiteY847" fmla="*/ 4610 h 438809"/>
              <a:gd name="connsiteX848" fmla="*/ 532005 w 974488"/>
              <a:gd name="connsiteY848" fmla="*/ 4094 h 438809"/>
              <a:gd name="connsiteX849" fmla="*/ 534759 w 974488"/>
              <a:gd name="connsiteY849" fmla="*/ 4533 h 438809"/>
              <a:gd name="connsiteX850" fmla="*/ 542549 w 974488"/>
              <a:gd name="connsiteY850" fmla="*/ 5612 h 438809"/>
              <a:gd name="connsiteX851" fmla="*/ 550939 w 974488"/>
              <a:gd name="connsiteY851" fmla="*/ 6280 h 438809"/>
              <a:gd name="connsiteX852" fmla="*/ 559976 w 974488"/>
              <a:gd name="connsiteY852" fmla="*/ 7117 h 438809"/>
              <a:gd name="connsiteX853" fmla="*/ 575305 w 974488"/>
              <a:gd name="connsiteY853" fmla="*/ 14360 h 438809"/>
              <a:gd name="connsiteX854" fmla="*/ 579977 w 974488"/>
              <a:gd name="connsiteY854" fmla="*/ 28329 h 438809"/>
              <a:gd name="connsiteX855" fmla="*/ 577024 w 974488"/>
              <a:gd name="connsiteY855" fmla="*/ 35575 h 438809"/>
              <a:gd name="connsiteX856" fmla="*/ 571048 w 974488"/>
              <a:gd name="connsiteY856" fmla="*/ 41142 h 438809"/>
              <a:gd name="connsiteX857" fmla="*/ 564065 w 974488"/>
              <a:gd name="connsiteY857" fmla="*/ 44093 h 438809"/>
              <a:gd name="connsiteX858" fmla="*/ 561079 w 974488"/>
              <a:gd name="connsiteY858" fmla="*/ 44743 h 438809"/>
              <a:gd name="connsiteX859" fmla="*/ 566020 w 974488"/>
              <a:gd name="connsiteY859" fmla="*/ 50419 h 438809"/>
              <a:gd name="connsiteX860" fmla="*/ 566484 w 974488"/>
              <a:gd name="connsiteY860" fmla="*/ 51065 h 438809"/>
              <a:gd name="connsiteX861" fmla="*/ 571911 w 974488"/>
              <a:gd name="connsiteY861" fmla="*/ 59413 h 438809"/>
              <a:gd name="connsiteX862" fmla="*/ 577847 w 974488"/>
              <a:gd name="connsiteY862" fmla="*/ 68420 h 438809"/>
              <a:gd name="connsiteX863" fmla="*/ 578351 w 974488"/>
              <a:gd name="connsiteY863" fmla="*/ 69053 h 438809"/>
              <a:gd name="connsiteX864" fmla="*/ 473795 w 974488"/>
              <a:gd name="connsiteY864" fmla="*/ 60837 h 438809"/>
              <a:gd name="connsiteX865" fmla="*/ 473581 w 974488"/>
              <a:gd name="connsiteY865" fmla="*/ 55673 h 438809"/>
              <a:gd name="connsiteX866" fmla="*/ 471836 w 974488"/>
              <a:gd name="connsiteY866" fmla="*/ 56285 h 438809"/>
              <a:gd name="connsiteX867" fmla="*/ 467638 w 974488"/>
              <a:gd name="connsiteY867" fmla="*/ 58236 h 438809"/>
              <a:gd name="connsiteX868" fmla="*/ 467586 w 974488"/>
              <a:gd name="connsiteY868" fmla="*/ 58262 h 438809"/>
              <a:gd name="connsiteX869" fmla="*/ 462524 w 974488"/>
              <a:gd name="connsiteY869" fmla="*/ 61951 h 438809"/>
              <a:gd name="connsiteX870" fmla="*/ 461275 w 974488"/>
              <a:gd name="connsiteY870" fmla="*/ 65682 h 438809"/>
              <a:gd name="connsiteX871" fmla="*/ 462763 w 974488"/>
              <a:gd name="connsiteY871" fmla="*/ 68451 h 438809"/>
              <a:gd name="connsiteX872" fmla="*/ 465861 w 974488"/>
              <a:gd name="connsiteY872" fmla="*/ 69480 h 438809"/>
              <a:gd name="connsiteX873" fmla="*/ 470330 w 974488"/>
              <a:gd name="connsiteY873" fmla="*/ 67791 h 438809"/>
              <a:gd name="connsiteX874" fmla="*/ 473265 w 974488"/>
              <a:gd name="connsiteY874" fmla="*/ 64652 h 438809"/>
              <a:gd name="connsiteX875" fmla="*/ 473309 w 974488"/>
              <a:gd name="connsiteY875" fmla="*/ 64556 h 438809"/>
              <a:gd name="connsiteX876" fmla="*/ 473756 w 974488"/>
              <a:gd name="connsiteY876" fmla="*/ 63229 h 438809"/>
              <a:gd name="connsiteX877" fmla="*/ 473808 w 974488"/>
              <a:gd name="connsiteY877" fmla="*/ 61304 h 438809"/>
              <a:gd name="connsiteX878" fmla="*/ 473795 w 974488"/>
              <a:gd name="connsiteY878" fmla="*/ 60837 h 438809"/>
              <a:gd name="connsiteX879" fmla="*/ 494032 w 974488"/>
              <a:gd name="connsiteY879" fmla="*/ 66651 h 438809"/>
              <a:gd name="connsiteX880" fmla="*/ 494007 w 974488"/>
              <a:gd name="connsiteY880" fmla="*/ 68197 h 438809"/>
              <a:gd name="connsiteX881" fmla="*/ 493944 w 974488"/>
              <a:gd name="connsiteY881" fmla="*/ 68360 h 438809"/>
              <a:gd name="connsiteX882" fmla="*/ 489861 w 974488"/>
              <a:gd name="connsiteY882" fmla="*/ 73675 h 438809"/>
              <a:gd name="connsiteX883" fmla="*/ 483995 w 974488"/>
              <a:gd name="connsiteY883" fmla="*/ 75949 h 438809"/>
              <a:gd name="connsiteX884" fmla="*/ 478568 w 974488"/>
              <a:gd name="connsiteY884" fmla="*/ 74591 h 438809"/>
              <a:gd name="connsiteX885" fmla="*/ 475138 w 974488"/>
              <a:gd name="connsiteY885" fmla="*/ 70724 h 438809"/>
              <a:gd name="connsiteX886" fmla="*/ 472958 w 974488"/>
              <a:gd name="connsiteY886" fmla="*/ 72747 h 438809"/>
              <a:gd name="connsiteX887" fmla="*/ 468004 w 974488"/>
              <a:gd name="connsiteY887" fmla="*/ 76009 h 438809"/>
              <a:gd name="connsiteX888" fmla="*/ 462726 w 974488"/>
              <a:gd name="connsiteY888" fmla="*/ 77349 h 438809"/>
              <a:gd name="connsiteX889" fmla="*/ 454054 w 974488"/>
              <a:gd name="connsiteY889" fmla="*/ 74692 h 438809"/>
              <a:gd name="connsiteX890" fmla="*/ 450181 w 974488"/>
              <a:gd name="connsiteY890" fmla="*/ 66305 h 438809"/>
              <a:gd name="connsiteX891" fmla="*/ 450201 w 974488"/>
              <a:gd name="connsiteY891" fmla="*/ 64328 h 438809"/>
              <a:gd name="connsiteX892" fmla="*/ 450582 w 974488"/>
              <a:gd name="connsiteY892" fmla="*/ 62529 h 438809"/>
              <a:gd name="connsiteX893" fmla="*/ 450670 w 974488"/>
              <a:gd name="connsiteY893" fmla="*/ 62319 h 438809"/>
              <a:gd name="connsiteX894" fmla="*/ 454388 w 974488"/>
              <a:gd name="connsiteY894" fmla="*/ 58717 h 438809"/>
              <a:gd name="connsiteX895" fmla="*/ 460993 w 974488"/>
              <a:gd name="connsiteY895" fmla="*/ 54885 h 438809"/>
              <a:gd name="connsiteX896" fmla="*/ 466640 w 974488"/>
              <a:gd name="connsiteY896" fmla="*/ 52374 h 438809"/>
              <a:gd name="connsiteX897" fmla="*/ 472880 w 974488"/>
              <a:gd name="connsiteY897" fmla="*/ 50072 h 438809"/>
              <a:gd name="connsiteX898" fmla="*/ 473420 w 974488"/>
              <a:gd name="connsiteY898" fmla="*/ 49884 h 438809"/>
              <a:gd name="connsiteX899" fmla="*/ 473341 w 974488"/>
              <a:gd name="connsiteY899" fmla="*/ 49368 h 438809"/>
              <a:gd name="connsiteX900" fmla="*/ 473010 w 974488"/>
              <a:gd name="connsiteY900" fmla="*/ 45011 h 438809"/>
              <a:gd name="connsiteX901" fmla="*/ 472389 w 974488"/>
              <a:gd name="connsiteY901" fmla="*/ 40617 h 438809"/>
              <a:gd name="connsiteX902" fmla="*/ 471237 w 974488"/>
              <a:gd name="connsiteY902" fmla="*/ 38242 h 438809"/>
              <a:gd name="connsiteX903" fmla="*/ 471192 w 974488"/>
              <a:gd name="connsiteY903" fmla="*/ 38185 h 438809"/>
              <a:gd name="connsiteX904" fmla="*/ 470264 w 974488"/>
              <a:gd name="connsiteY904" fmla="*/ 37303 h 438809"/>
              <a:gd name="connsiteX905" fmla="*/ 465762 w 974488"/>
              <a:gd name="connsiteY905" fmla="*/ 35974 h 438809"/>
              <a:gd name="connsiteX906" fmla="*/ 461430 w 974488"/>
              <a:gd name="connsiteY906" fmla="*/ 37011 h 438809"/>
              <a:gd name="connsiteX907" fmla="*/ 460657 w 974488"/>
              <a:gd name="connsiteY907" fmla="*/ 37776 h 438809"/>
              <a:gd name="connsiteX908" fmla="*/ 460627 w 974488"/>
              <a:gd name="connsiteY908" fmla="*/ 37815 h 438809"/>
              <a:gd name="connsiteX909" fmla="*/ 459653 w 974488"/>
              <a:gd name="connsiteY909" fmla="*/ 42260 h 438809"/>
              <a:gd name="connsiteX910" fmla="*/ 459598 w 974488"/>
              <a:gd name="connsiteY910" fmla="*/ 43094 h 438809"/>
              <a:gd name="connsiteX911" fmla="*/ 458098 w 974488"/>
              <a:gd name="connsiteY911" fmla="*/ 44846 h 438809"/>
              <a:gd name="connsiteX912" fmla="*/ 457874 w 974488"/>
              <a:gd name="connsiteY912" fmla="*/ 44969 h 438809"/>
              <a:gd name="connsiteX913" fmla="*/ 454101 w 974488"/>
              <a:gd name="connsiteY913" fmla="*/ 46393 h 438809"/>
              <a:gd name="connsiteX914" fmla="*/ 450761 w 974488"/>
              <a:gd name="connsiteY914" fmla="*/ 46526 h 438809"/>
              <a:gd name="connsiteX915" fmla="*/ 450704 w 974488"/>
              <a:gd name="connsiteY915" fmla="*/ 46507 h 438809"/>
              <a:gd name="connsiteX916" fmla="*/ 449281 w 974488"/>
              <a:gd name="connsiteY916" fmla="*/ 45574 h 438809"/>
              <a:gd name="connsiteX917" fmla="*/ 448707 w 974488"/>
              <a:gd name="connsiteY917" fmla="*/ 43970 h 438809"/>
              <a:gd name="connsiteX918" fmla="*/ 450460 w 974488"/>
              <a:gd name="connsiteY918" fmla="*/ 39045 h 438809"/>
              <a:gd name="connsiteX919" fmla="*/ 455205 w 974488"/>
              <a:gd name="connsiteY919" fmla="*/ 34297 h 438809"/>
              <a:gd name="connsiteX920" fmla="*/ 461726 w 974488"/>
              <a:gd name="connsiteY920" fmla="*/ 30785 h 438809"/>
              <a:gd name="connsiteX921" fmla="*/ 468830 w 974488"/>
              <a:gd name="connsiteY921" fmla="*/ 29169 h 438809"/>
              <a:gd name="connsiteX922" fmla="*/ 474728 w 974488"/>
              <a:gd name="connsiteY922" fmla="*/ 29682 h 438809"/>
              <a:gd name="connsiteX923" fmla="*/ 479622 w 974488"/>
              <a:gd name="connsiteY923" fmla="*/ 32232 h 438809"/>
              <a:gd name="connsiteX924" fmla="*/ 483695 w 974488"/>
              <a:gd name="connsiteY924" fmla="*/ 43217 h 438809"/>
              <a:gd name="connsiteX925" fmla="*/ 485236 w 974488"/>
              <a:gd name="connsiteY925" fmla="*/ 63650 h 438809"/>
              <a:gd name="connsiteX926" fmla="*/ 486266 w 974488"/>
              <a:gd name="connsiteY926" fmla="*/ 66998 h 438809"/>
              <a:gd name="connsiteX927" fmla="*/ 488085 w 974488"/>
              <a:gd name="connsiteY927" fmla="*/ 67686 h 438809"/>
              <a:gd name="connsiteX928" fmla="*/ 490656 w 974488"/>
              <a:gd name="connsiteY928" fmla="*/ 66031 h 438809"/>
              <a:gd name="connsiteX929" fmla="*/ 490786 w 974488"/>
              <a:gd name="connsiteY929" fmla="*/ 65901 h 438809"/>
              <a:gd name="connsiteX930" fmla="*/ 492044 w 974488"/>
              <a:gd name="connsiteY930" fmla="*/ 65307 h 438809"/>
              <a:gd name="connsiteX931" fmla="*/ 493418 w 974488"/>
              <a:gd name="connsiteY931" fmla="*/ 65719 h 438809"/>
              <a:gd name="connsiteX932" fmla="*/ 494032 w 974488"/>
              <a:gd name="connsiteY932" fmla="*/ 66651 h 438809"/>
              <a:gd name="connsiteX933" fmla="*/ 445518 w 974488"/>
              <a:gd name="connsiteY933" fmla="*/ 72377 h 438809"/>
              <a:gd name="connsiteX934" fmla="*/ 446535 w 974488"/>
              <a:gd name="connsiteY934" fmla="*/ 73890 h 438809"/>
              <a:gd name="connsiteX935" fmla="*/ 446549 w 974488"/>
              <a:gd name="connsiteY935" fmla="*/ 73996 h 438809"/>
              <a:gd name="connsiteX936" fmla="*/ 446447 w 974488"/>
              <a:gd name="connsiteY936" fmla="*/ 76311 h 438809"/>
              <a:gd name="connsiteX937" fmla="*/ 444397 w 974488"/>
              <a:gd name="connsiteY937" fmla="*/ 77826 h 438809"/>
              <a:gd name="connsiteX938" fmla="*/ 442173 w 974488"/>
              <a:gd name="connsiteY938" fmla="*/ 78027 h 438809"/>
              <a:gd name="connsiteX939" fmla="*/ 432023 w 974488"/>
              <a:gd name="connsiteY939" fmla="*/ 79133 h 438809"/>
              <a:gd name="connsiteX940" fmla="*/ 432004 w 974488"/>
              <a:gd name="connsiteY940" fmla="*/ 79140 h 438809"/>
              <a:gd name="connsiteX941" fmla="*/ 425555 w 974488"/>
              <a:gd name="connsiteY941" fmla="*/ 80048 h 438809"/>
              <a:gd name="connsiteX942" fmla="*/ 420206 w 974488"/>
              <a:gd name="connsiteY942" fmla="*/ 80809 h 438809"/>
              <a:gd name="connsiteX943" fmla="*/ 418089 w 974488"/>
              <a:gd name="connsiteY943" fmla="*/ 80312 h 438809"/>
              <a:gd name="connsiteX944" fmla="*/ 418076 w 974488"/>
              <a:gd name="connsiteY944" fmla="*/ 80299 h 438809"/>
              <a:gd name="connsiteX945" fmla="*/ 417281 w 974488"/>
              <a:gd name="connsiteY945" fmla="*/ 78353 h 438809"/>
              <a:gd name="connsiteX946" fmla="*/ 417550 w 974488"/>
              <a:gd name="connsiteY946" fmla="*/ 76361 h 438809"/>
              <a:gd name="connsiteX947" fmla="*/ 419526 w 974488"/>
              <a:gd name="connsiteY947" fmla="*/ 75263 h 438809"/>
              <a:gd name="connsiteX948" fmla="*/ 420285 w 974488"/>
              <a:gd name="connsiteY948" fmla="*/ 75170 h 438809"/>
              <a:gd name="connsiteX949" fmla="*/ 424926 w 974488"/>
              <a:gd name="connsiteY949" fmla="*/ 64443 h 438809"/>
              <a:gd name="connsiteX950" fmla="*/ 419979 w 974488"/>
              <a:gd name="connsiteY950" fmla="*/ 24324 h 438809"/>
              <a:gd name="connsiteX951" fmla="*/ 417881 w 974488"/>
              <a:gd name="connsiteY951" fmla="*/ 14456 h 438809"/>
              <a:gd name="connsiteX952" fmla="*/ 414265 w 974488"/>
              <a:gd name="connsiteY952" fmla="*/ 13228 h 438809"/>
              <a:gd name="connsiteX953" fmla="*/ 414186 w 974488"/>
              <a:gd name="connsiteY953" fmla="*/ 13230 h 438809"/>
              <a:gd name="connsiteX954" fmla="*/ 411328 w 974488"/>
              <a:gd name="connsiteY954" fmla="*/ 11322 h 438809"/>
              <a:gd name="connsiteX955" fmla="*/ 412632 w 974488"/>
              <a:gd name="connsiteY955" fmla="*/ 8814 h 438809"/>
              <a:gd name="connsiteX956" fmla="*/ 412797 w 974488"/>
              <a:gd name="connsiteY956" fmla="*/ 8736 h 438809"/>
              <a:gd name="connsiteX957" fmla="*/ 417901 w 974488"/>
              <a:gd name="connsiteY957" fmla="*/ 5705 h 438809"/>
              <a:gd name="connsiteX958" fmla="*/ 424357 w 974488"/>
              <a:gd name="connsiteY958" fmla="*/ 997 h 438809"/>
              <a:gd name="connsiteX959" fmla="*/ 424899 w 974488"/>
              <a:gd name="connsiteY959" fmla="*/ 450 h 438809"/>
              <a:gd name="connsiteX960" fmla="*/ 426592 w 974488"/>
              <a:gd name="connsiteY960" fmla="*/ 43 h 438809"/>
              <a:gd name="connsiteX961" fmla="*/ 428146 w 974488"/>
              <a:gd name="connsiteY961" fmla="*/ 520 h 438809"/>
              <a:gd name="connsiteX962" fmla="*/ 428970 w 974488"/>
              <a:gd name="connsiteY962" fmla="*/ 2512 h 438809"/>
              <a:gd name="connsiteX963" fmla="*/ 429040 w 974488"/>
              <a:gd name="connsiteY963" fmla="*/ 7768 h 438809"/>
              <a:gd name="connsiteX964" fmla="*/ 429887 w 974488"/>
              <a:gd name="connsiteY964" fmla="*/ 16555 h 438809"/>
              <a:gd name="connsiteX965" fmla="*/ 435274 w 974488"/>
              <a:gd name="connsiteY965" fmla="*/ 60243 h 438809"/>
              <a:gd name="connsiteX966" fmla="*/ 437250 w 974488"/>
              <a:gd name="connsiteY966" fmla="*/ 69072 h 438809"/>
              <a:gd name="connsiteX967" fmla="*/ 442943 w 974488"/>
              <a:gd name="connsiteY967" fmla="*/ 72268 h 438809"/>
              <a:gd name="connsiteX968" fmla="*/ 444029 w 974488"/>
              <a:gd name="connsiteY968" fmla="*/ 72133 h 438809"/>
              <a:gd name="connsiteX969" fmla="*/ 445518 w 974488"/>
              <a:gd name="connsiteY969" fmla="*/ 72377 h 438809"/>
              <a:gd name="connsiteX970" fmla="*/ 929556 w 974488"/>
              <a:gd name="connsiteY970" fmla="*/ 437573 h 438809"/>
              <a:gd name="connsiteX971" fmla="*/ 928022 w 974488"/>
              <a:gd name="connsiteY971" fmla="*/ 438673 h 438809"/>
              <a:gd name="connsiteX972" fmla="*/ 926995 w 974488"/>
              <a:gd name="connsiteY972" fmla="*/ 438808 h 438809"/>
              <a:gd name="connsiteX973" fmla="*/ 926207 w 974488"/>
              <a:gd name="connsiteY973" fmla="*/ 438780 h 438809"/>
              <a:gd name="connsiteX974" fmla="*/ 924614 w 974488"/>
              <a:gd name="connsiteY974" fmla="*/ 437833 h 438809"/>
              <a:gd name="connsiteX975" fmla="*/ 924095 w 974488"/>
              <a:gd name="connsiteY975" fmla="*/ 436464 h 438809"/>
              <a:gd name="connsiteX976" fmla="*/ 923280 w 974488"/>
              <a:gd name="connsiteY976" fmla="*/ 432194 h 438809"/>
              <a:gd name="connsiteX977" fmla="*/ 922224 w 974488"/>
              <a:gd name="connsiteY977" fmla="*/ 426959 h 438809"/>
              <a:gd name="connsiteX978" fmla="*/ 919653 w 974488"/>
              <a:gd name="connsiteY978" fmla="*/ 417252 h 438809"/>
              <a:gd name="connsiteX979" fmla="*/ 920093 w 974488"/>
              <a:gd name="connsiteY979" fmla="*/ 414972 h 438809"/>
              <a:gd name="connsiteX980" fmla="*/ 920106 w 974488"/>
              <a:gd name="connsiteY980" fmla="*/ 414959 h 438809"/>
              <a:gd name="connsiteX981" fmla="*/ 921916 w 974488"/>
              <a:gd name="connsiteY981" fmla="*/ 414211 h 438809"/>
              <a:gd name="connsiteX982" fmla="*/ 924293 w 974488"/>
              <a:gd name="connsiteY982" fmla="*/ 414665 h 438809"/>
              <a:gd name="connsiteX983" fmla="*/ 925118 w 974488"/>
              <a:gd name="connsiteY983" fmla="*/ 416594 h 438809"/>
              <a:gd name="connsiteX984" fmla="*/ 925143 w 974488"/>
              <a:gd name="connsiteY984" fmla="*/ 416715 h 438809"/>
              <a:gd name="connsiteX985" fmla="*/ 925837 w 974488"/>
              <a:gd name="connsiteY985" fmla="*/ 418247 h 438809"/>
              <a:gd name="connsiteX986" fmla="*/ 926912 w 974488"/>
              <a:gd name="connsiteY986" fmla="*/ 419218 h 438809"/>
              <a:gd name="connsiteX987" fmla="*/ 927008 w 974488"/>
              <a:gd name="connsiteY987" fmla="*/ 419262 h 438809"/>
              <a:gd name="connsiteX988" fmla="*/ 929550 w 974488"/>
              <a:gd name="connsiteY988" fmla="*/ 419859 h 438809"/>
              <a:gd name="connsiteX989" fmla="*/ 935323 w 974488"/>
              <a:gd name="connsiteY989" fmla="*/ 418850 h 438809"/>
              <a:gd name="connsiteX990" fmla="*/ 947853 w 974488"/>
              <a:gd name="connsiteY990" fmla="*/ 415950 h 438809"/>
              <a:gd name="connsiteX991" fmla="*/ 953539 w 974488"/>
              <a:gd name="connsiteY991" fmla="*/ 414165 h 438809"/>
              <a:gd name="connsiteX992" fmla="*/ 955845 w 974488"/>
              <a:gd name="connsiteY992" fmla="*/ 412104 h 438809"/>
              <a:gd name="connsiteX993" fmla="*/ 956953 w 974488"/>
              <a:gd name="connsiteY993" fmla="*/ 408944 h 438809"/>
              <a:gd name="connsiteX994" fmla="*/ 956771 w 974488"/>
              <a:gd name="connsiteY994" fmla="*/ 405110 h 438809"/>
              <a:gd name="connsiteX995" fmla="*/ 953978 w 974488"/>
              <a:gd name="connsiteY995" fmla="*/ 399360 h 438809"/>
              <a:gd name="connsiteX996" fmla="*/ 949486 w 974488"/>
              <a:gd name="connsiteY996" fmla="*/ 395000 h 438809"/>
              <a:gd name="connsiteX997" fmla="*/ 926246 w 974488"/>
              <a:gd name="connsiteY997" fmla="*/ 400380 h 438809"/>
              <a:gd name="connsiteX998" fmla="*/ 924372 w 974488"/>
              <a:gd name="connsiteY998" fmla="*/ 400984 h 438809"/>
              <a:gd name="connsiteX999" fmla="*/ 923228 w 974488"/>
              <a:gd name="connsiteY999" fmla="*/ 401647 h 438809"/>
              <a:gd name="connsiteX1000" fmla="*/ 922667 w 974488"/>
              <a:gd name="connsiteY1000" fmla="*/ 403044 h 438809"/>
              <a:gd name="connsiteX1001" fmla="*/ 922862 w 974488"/>
              <a:gd name="connsiteY1001" fmla="*/ 405899 h 438809"/>
              <a:gd name="connsiteX1002" fmla="*/ 922620 w 974488"/>
              <a:gd name="connsiteY1002" fmla="*/ 407618 h 438809"/>
              <a:gd name="connsiteX1003" fmla="*/ 921176 w 974488"/>
              <a:gd name="connsiteY1003" fmla="*/ 408622 h 438809"/>
              <a:gd name="connsiteX1004" fmla="*/ 920044 w 974488"/>
              <a:gd name="connsiteY1004" fmla="*/ 408723 h 438809"/>
              <a:gd name="connsiteX1005" fmla="*/ 919066 w 974488"/>
              <a:gd name="connsiteY1005" fmla="*/ 408575 h 438809"/>
              <a:gd name="connsiteX1006" fmla="*/ 917827 w 974488"/>
              <a:gd name="connsiteY1006" fmla="*/ 407654 h 438809"/>
              <a:gd name="connsiteX1007" fmla="*/ 917376 w 974488"/>
              <a:gd name="connsiteY1007" fmla="*/ 406494 h 438809"/>
              <a:gd name="connsiteX1008" fmla="*/ 916574 w 974488"/>
              <a:gd name="connsiteY1008" fmla="*/ 402715 h 438809"/>
              <a:gd name="connsiteX1009" fmla="*/ 915324 w 974488"/>
              <a:gd name="connsiteY1009" fmla="*/ 397151 h 438809"/>
              <a:gd name="connsiteX1010" fmla="*/ 915311 w 974488"/>
              <a:gd name="connsiteY1010" fmla="*/ 397094 h 438809"/>
              <a:gd name="connsiteX1011" fmla="*/ 913672 w 974488"/>
              <a:gd name="connsiteY1011" fmla="*/ 390853 h 438809"/>
              <a:gd name="connsiteX1012" fmla="*/ 912830 w 974488"/>
              <a:gd name="connsiteY1012" fmla="*/ 387789 h 438809"/>
              <a:gd name="connsiteX1013" fmla="*/ 912895 w 974488"/>
              <a:gd name="connsiteY1013" fmla="*/ 385864 h 438809"/>
              <a:gd name="connsiteX1014" fmla="*/ 914892 w 974488"/>
              <a:gd name="connsiteY1014" fmla="*/ 384666 h 438809"/>
              <a:gd name="connsiteX1015" fmla="*/ 918039 w 974488"/>
              <a:gd name="connsiteY1015" fmla="*/ 386483 h 438809"/>
              <a:gd name="connsiteX1016" fmla="*/ 920275 w 974488"/>
              <a:gd name="connsiteY1016" fmla="*/ 390029 h 438809"/>
              <a:gd name="connsiteX1017" fmla="*/ 923319 w 974488"/>
              <a:gd name="connsiteY1017" fmla="*/ 389990 h 438809"/>
              <a:gd name="connsiteX1018" fmla="*/ 945647 w 974488"/>
              <a:gd name="connsiteY1018" fmla="*/ 384824 h 438809"/>
              <a:gd name="connsiteX1019" fmla="*/ 947950 w 974488"/>
              <a:gd name="connsiteY1019" fmla="*/ 383417 h 438809"/>
              <a:gd name="connsiteX1020" fmla="*/ 948382 w 974488"/>
              <a:gd name="connsiteY1020" fmla="*/ 380193 h 438809"/>
              <a:gd name="connsiteX1021" fmla="*/ 948698 w 974488"/>
              <a:gd name="connsiteY1021" fmla="*/ 378578 h 438809"/>
              <a:gd name="connsiteX1022" fmla="*/ 950124 w 974488"/>
              <a:gd name="connsiteY1022" fmla="*/ 377728 h 438809"/>
              <a:gd name="connsiteX1023" fmla="*/ 951993 w 974488"/>
              <a:gd name="connsiteY1023" fmla="*/ 377928 h 438809"/>
              <a:gd name="connsiteX1024" fmla="*/ 953186 w 974488"/>
              <a:gd name="connsiteY1024" fmla="*/ 379149 h 438809"/>
              <a:gd name="connsiteX1025" fmla="*/ 953199 w 974488"/>
              <a:gd name="connsiteY1025" fmla="*/ 379169 h 438809"/>
              <a:gd name="connsiteX1026" fmla="*/ 959622 w 974488"/>
              <a:gd name="connsiteY1026" fmla="*/ 386436 h 438809"/>
              <a:gd name="connsiteX1027" fmla="*/ 961893 w 974488"/>
              <a:gd name="connsiteY1027" fmla="*/ 389236 h 438809"/>
              <a:gd name="connsiteX1028" fmla="*/ 961953 w 974488"/>
              <a:gd name="connsiteY1028" fmla="*/ 390010 h 438809"/>
              <a:gd name="connsiteX1029" fmla="*/ 961953 w 974488"/>
              <a:gd name="connsiteY1029" fmla="*/ 390036 h 438809"/>
              <a:gd name="connsiteX1030" fmla="*/ 961857 w 974488"/>
              <a:gd name="connsiteY1030" fmla="*/ 390753 h 438809"/>
              <a:gd name="connsiteX1031" fmla="*/ 961800 w 974488"/>
              <a:gd name="connsiteY1031" fmla="*/ 390949 h 438809"/>
              <a:gd name="connsiteX1032" fmla="*/ 959999 w 974488"/>
              <a:gd name="connsiteY1032" fmla="*/ 392456 h 438809"/>
              <a:gd name="connsiteX1033" fmla="*/ 955456 w 974488"/>
              <a:gd name="connsiteY1033" fmla="*/ 393423 h 438809"/>
              <a:gd name="connsiteX1034" fmla="*/ 959620 w 974488"/>
              <a:gd name="connsiteY1034" fmla="*/ 397366 h 438809"/>
              <a:gd name="connsiteX1035" fmla="*/ 962902 w 974488"/>
              <a:gd name="connsiteY1035" fmla="*/ 401915 h 438809"/>
              <a:gd name="connsiteX1036" fmla="*/ 965043 w 974488"/>
              <a:gd name="connsiteY1036" fmla="*/ 407579 h 438809"/>
              <a:gd name="connsiteX1037" fmla="*/ 965338 w 974488"/>
              <a:gd name="connsiteY1037" fmla="*/ 414652 h 438809"/>
              <a:gd name="connsiteX1038" fmla="*/ 962731 w 974488"/>
              <a:gd name="connsiteY1038" fmla="*/ 420628 h 438809"/>
              <a:gd name="connsiteX1039" fmla="*/ 962713 w 974488"/>
              <a:gd name="connsiteY1039" fmla="*/ 420647 h 438809"/>
              <a:gd name="connsiteX1040" fmla="*/ 957714 w 974488"/>
              <a:gd name="connsiteY1040" fmla="*/ 424357 h 438809"/>
              <a:gd name="connsiteX1041" fmla="*/ 947257 w 974488"/>
              <a:gd name="connsiteY1041" fmla="*/ 427264 h 438809"/>
              <a:gd name="connsiteX1042" fmla="*/ 934692 w 974488"/>
              <a:gd name="connsiteY1042" fmla="*/ 430174 h 438809"/>
              <a:gd name="connsiteX1043" fmla="*/ 931099 w 974488"/>
              <a:gd name="connsiteY1043" fmla="*/ 431313 h 438809"/>
              <a:gd name="connsiteX1044" fmla="*/ 929756 w 974488"/>
              <a:gd name="connsiteY1044" fmla="*/ 432334 h 438809"/>
              <a:gd name="connsiteX1045" fmla="*/ 929719 w 974488"/>
              <a:gd name="connsiteY1045" fmla="*/ 432384 h 438809"/>
              <a:gd name="connsiteX1046" fmla="*/ 929655 w 974488"/>
              <a:gd name="connsiteY1046" fmla="*/ 435622 h 438809"/>
              <a:gd name="connsiteX1047" fmla="*/ 929720 w 974488"/>
              <a:gd name="connsiteY1047" fmla="*/ 436003 h 438809"/>
              <a:gd name="connsiteX1048" fmla="*/ 929556 w 974488"/>
              <a:gd name="connsiteY1048" fmla="*/ 437573 h 438809"/>
              <a:gd name="connsiteX1049" fmla="*/ 914269 w 974488"/>
              <a:gd name="connsiteY1049" fmla="*/ 364592 h 438809"/>
              <a:gd name="connsiteX1050" fmla="*/ 926917 w 974488"/>
              <a:gd name="connsiteY1050" fmla="*/ 363152 h 438809"/>
              <a:gd name="connsiteX1051" fmla="*/ 927170 w 974488"/>
              <a:gd name="connsiteY1051" fmla="*/ 363051 h 438809"/>
              <a:gd name="connsiteX1052" fmla="*/ 938843 w 974488"/>
              <a:gd name="connsiteY1052" fmla="*/ 354201 h 438809"/>
              <a:gd name="connsiteX1053" fmla="*/ 940135 w 974488"/>
              <a:gd name="connsiteY1053" fmla="*/ 343168 h 438809"/>
              <a:gd name="connsiteX1054" fmla="*/ 933310 w 974488"/>
              <a:gd name="connsiteY1054" fmla="*/ 337153 h 438809"/>
              <a:gd name="connsiteX1055" fmla="*/ 921442 w 974488"/>
              <a:gd name="connsiteY1055" fmla="*/ 338258 h 438809"/>
              <a:gd name="connsiteX1056" fmla="*/ 921410 w 974488"/>
              <a:gd name="connsiteY1056" fmla="*/ 338271 h 438809"/>
              <a:gd name="connsiteX1057" fmla="*/ 908978 w 974488"/>
              <a:gd name="connsiteY1057" fmla="*/ 347417 h 438809"/>
              <a:gd name="connsiteX1058" fmla="*/ 907322 w 974488"/>
              <a:gd name="connsiteY1058" fmla="*/ 358357 h 438809"/>
              <a:gd name="connsiteX1059" fmla="*/ 907354 w 974488"/>
              <a:gd name="connsiteY1059" fmla="*/ 358439 h 438809"/>
              <a:gd name="connsiteX1060" fmla="*/ 914269 w 974488"/>
              <a:gd name="connsiteY1060" fmla="*/ 364592 h 438809"/>
              <a:gd name="connsiteX1061" fmla="*/ 932574 w 974488"/>
              <a:gd name="connsiteY1061" fmla="*/ 373806 h 438809"/>
              <a:gd name="connsiteX1062" fmla="*/ 932283 w 974488"/>
              <a:gd name="connsiteY1062" fmla="*/ 373920 h 438809"/>
              <a:gd name="connsiteX1063" fmla="*/ 914285 w 974488"/>
              <a:gd name="connsiteY1063" fmla="*/ 373433 h 438809"/>
              <a:gd name="connsiteX1064" fmla="*/ 901642 w 974488"/>
              <a:gd name="connsiteY1064" fmla="*/ 359757 h 438809"/>
              <a:gd name="connsiteX1065" fmla="*/ 901712 w 974488"/>
              <a:gd name="connsiteY1065" fmla="*/ 340751 h 438809"/>
              <a:gd name="connsiteX1066" fmla="*/ 915363 w 974488"/>
              <a:gd name="connsiteY1066" fmla="*/ 327769 h 438809"/>
              <a:gd name="connsiteX1067" fmla="*/ 933362 w 974488"/>
              <a:gd name="connsiteY1067" fmla="*/ 328551 h 438809"/>
              <a:gd name="connsiteX1068" fmla="*/ 946012 w 974488"/>
              <a:gd name="connsiteY1068" fmla="*/ 342279 h 438809"/>
              <a:gd name="connsiteX1069" fmla="*/ 946125 w 974488"/>
              <a:gd name="connsiteY1069" fmla="*/ 342570 h 438809"/>
              <a:gd name="connsiteX1070" fmla="*/ 946028 w 974488"/>
              <a:gd name="connsiteY1070" fmla="*/ 361036 h 438809"/>
              <a:gd name="connsiteX1071" fmla="*/ 932574 w 974488"/>
              <a:gd name="connsiteY1071" fmla="*/ 373806 h 438809"/>
              <a:gd name="connsiteX1072" fmla="*/ 973405 w 974488"/>
              <a:gd name="connsiteY1072" fmla="*/ 344082 h 438809"/>
              <a:gd name="connsiteX1073" fmla="*/ 968943 w 974488"/>
              <a:gd name="connsiteY1073" fmla="*/ 346413 h 438809"/>
              <a:gd name="connsiteX1074" fmla="*/ 965249 w 974488"/>
              <a:gd name="connsiteY1074" fmla="*/ 344020 h 438809"/>
              <a:gd name="connsiteX1075" fmla="*/ 963670 w 974488"/>
              <a:gd name="connsiteY1075" fmla="*/ 342899 h 438809"/>
              <a:gd name="connsiteX1076" fmla="*/ 956333 w 974488"/>
              <a:gd name="connsiteY1076" fmla="*/ 337812 h 438809"/>
              <a:gd name="connsiteX1077" fmla="*/ 947718 w 974488"/>
              <a:gd name="connsiteY1077" fmla="*/ 331846 h 438809"/>
              <a:gd name="connsiteX1078" fmla="*/ 947168 w 974488"/>
              <a:gd name="connsiteY1078" fmla="*/ 331064 h 438809"/>
              <a:gd name="connsiteX1079" fmla="*/ 947219 w 974488"/>
              <a:gd name="connsiteY1079" fmla="*/ 329700 h 438809"/>
              <a:gd name="connsiteX1080" fmla="*/ 947319 w 974488"/>
              <a:gd name="connsiteY1080" fmla="*/ 329510 h 438809"/>
              <a:gd name="connsiteX1081" fmla="*/ 947931 w 974488"/>
              <a:gd name="connsiteY1081" fmla="*/ 328061 h 438809"/>
              <a:gd name="connsiteX1082" fmla="*/ 949259 w 974488"/>
              <a:gd name="connsiteY1082" fmla="*/ 326952 h 438809"/>
              <a:gd name="connsiteX1083" fmla="*/ 950512 w 974488"/>
              <a:gd name="connsiteY1083" fmla="*/ 327062 h 438809"/>
              <a:gd name="connsiteX1084" fmla="*/ 950638 w 974488"/>
              <a:gd name="connsiteY1084" fmla="*/ 327117 h 438809"/>
              <a:gd name="connsiteX1085" fmla="*/ 962172 w 974488"/>
              <a:gd name="connsiteY1085" fmla="*/ 333236 h 438809"/>
              <a:gd name="connsiteX1086" fmla="*/ 972130 w 974488"/>
              <a:gd name="connsiteY1086" fmla="*/ 338523 h 438809"/>
              <a:gd name="connsiteX1087" fmla="*/ 973580 w 974488"/>
              <a:gd name="connsiteY1087" fmla="*/ 343718 h 438809"/>
              <a:gd name="connsiteX1088" fmla="*/ 973405 w 974488"/>
              <a:gd name="connsiteY1088" fmla="*/ 344082 h 438809"/>
              <a:gd name="connsiteX1089" fmla="*/ 884006 w 974488"/>
              <a:gd name="connsiteY1089" fmla="*/ 310407 h 438809"/>
              <a:gd name="connsiteX1090" fmla="*/ 883963 w 974488"/>
              <a:gd name="connsiteY1090" fmla="*/ 310373 h 438809"/>
              <a:gd name="connsiteX1091" fmla="*/ 884006 w 974488"/>
              <a:gd name="connsiteY1091" fmla="*/ 310407 h 438809"/>
              <a:gd name="connsiteX1092" fmla="*/ 896956 w 974488"/>
              <a:gd name="connsiteY1092" fmla="*/ 328228 h 438809"/>
              <a:gd name="connsiteX1093" fmla="*/ 895936 w 974488"/>
              <a:gd name="connsiteY1093" fmla="*/ 331914 h 438809"/>
              <a:gd name="connsiteX1094" fmla="*/ 894197 w 974488"/>
              <a:gd name="connsiteY1094" fmla="*/ 332464 h 438809"/>
              <a:gd name="connsiteX1095" fmla="*/ 892255 w 974488"/>
              <a:gd name="connsiteY1095" fmla="*/ 331667 h 438809"/>
              <a:gd name="connsiteX1096" fmla="*/ 892075 w 974488"/>
              <a:gd name="connsiteY1096" fmla="*/ 331461 h 438809"/>
              <a:gd name="connsiteX1097" fmla="*/ 891976 w 974488"/>
              <a:gd name="connsiteY1097" fmla="*/ 331211 h 438809"/>
              <a:gd name="connsiteX1098" fmla="*/ 886964 w 974488"/>
              <a:gd name="connsiteY1098" fmla="*/ 320925 h 438809"/>
              <a:gd name="connsiteX1099" fmla="*/ 882756 w 974488"/>
              <a:gd name="connsiteY1099" fmla="*/ 313267 h 438809"/>
              <a:gd name="connsiteX1100" fmla="*/ 881466 w 974488"/>
              <a:gd name="connsiteY1100" fmla="*/ 311085 h 438809"/>
              <a:gd name="connsiteX1101" fmla="*/ 881310 w 974488"/>
              <a:gd name="connsiteY1101" fmla="*/ 308923 h 438809"/>
              <a:gd name="connsiteX1102" fmla="*/ 882730 w 974488"/>
              <a:gd name="connsiteY1102" fmla="*/ 307648 h 438809"/>
              <a:gd name="connsiteX1103" fmla="*/ 885092 w 974488"/>
              <a:gd name="connsiteY1103" fmla="*/ 307343 h 438809"/>
              <a:gd name="connsiteX1104" fmla="*/ 886771 w 974488"/>
              <a:gd name="connsiteY1104" fmla="*/ 308978 h 438809"/>
              <a:gd name="connsiteX1105" fmla="*/ 886808 w 974488"/>
              <a:gd name="connsiteY1105" fmla="*/ 309041 h 438809"/>
              <a:gd name="connsiteX1106" fmla="*/ 889809 w 974488"/>
              <a:gd name="connsiteY1106" fmla="*/ 311697 h 438809"/>
              <a:gd name="connsiteX1107" fmla="*/ 899626 w 974488"/>
              <a:gd name="connsiteY1107" fmla="*/ 307620 h 438809"/>
              <a:gd name="connsiteX1108" fmla="*/ 909232 w 974488"/>
              <a:gd name="connsiteY1108" fmla="*/ 302723 h 438809"/>
              <a:gd name="connsiteX1109" fmla="*/ 914805 w 974488"/>
              <a:gd name="connsiteY1109" fmla="*/ 299101 h 438809"/>
              <a:gd name="connsiteX1110" fmla="*/ 914813 w 974488"/>
              <a:gd name="connsiteY1110" fmla="*/ 295691 h 438809"/>
              <a:gd name="connsiteX1111" fmla="*/ 915518 w 974488"/>
              <a:gd name="connsiteY1111" fmla="*/ 292161 h 438809"/>
              <a:gd name="connsiteX1112" fmla="*/ 916806 w 974488"/>
              <a:gd name="connsiteY1112" fmla="*/ 291851 h 438809"/>
              <a:gd name="connsiteX1113" fmla="*/ 918248 w 974488"/>
              <a:gd name="connsiteY1113" fmla="*/ 292502 h 438809"/>
              <a:gd name="connsiteX1114" fmla="*/ 928458 w 974488"/>
              <a:gd name="connsiteY1114" fmla="*/ 300596 h 438809"/>
              <a:gd name="connsiteX1115" fmla="*/ 929566 w 974488"/>
              <a:gd name="connsiteY1115" fmla="*/ 301618 h 438809"/>
              <a:gd name="connsiteX1116" fmla="*/ 929579 w 974488"/>
              <a:gd name="connsiteY1116" fmla="*/ 301651 h 438809"/>
              <a:gd name="connsiteX1117" fmla="*/ 930033 w 974488"/>
              <a:gd name="connsiteY1117" fmla="*/ 303260 h 438809"/>
              <a:gd name="connsiteX1118" fmla="*/ 928848 w 974488"/>
              <a:gd name="connsiteY1118" fmla="*/ 304942 h 438809"/>
              <a:gd name="connsiteX1119" fmla="*/ 928765 w 974488"/>
              <a:gd name="connsiteY1119" fmla="*/ 304980 h 438809"/>
              <a:gd name="connsiteX1120" fmla="*/ 915786 w 974488"/>
              <a:gd name="connsiteY1120" fmla="*/ 311243 h 438809"/>
              <a:gd name="connsiteX1121" fmla="*/ 906478 w 974488"/>
              <a:gd name="connsiteY1121" fmla="*/ 315988 h 438809"/>
              <a:gd name="connsiteX1122" fmla="*/ 895893 w 974488"/>
              <a:gd name="connsiteY1122" fmla="*/ 322596 h 438809"/>
              <a:gd name="connsiteX1123" fmla="*/ 896872 w 974488"/>
              <a:gd name="connsiteY1123" fmla="*/ 328063 h 438809"/>
              <a:gd name="connsiteX1124" fmla="*/ 896956 w 974488"/>
              <a:gd name="connsiteY1124" fmla="*/ 328228 h 438809"/>
              <a:gd name="connsiteX1125" fmla="*/ 949443 w 974488"/>
              <a:gd name="connsiteY1125" fmla="*/ 293037 h 438809"/>
              <a:gd name="connsiteX1126" fmla="*/ 946378 w 974488"/>
              <a:gd name="connsiteY1126" fmla="*/ 296625 h 438809"/>
              <a:gd name="connsiteX1127" fmla="*/ 941685 w 974488"/>
              <a:gd name="connsiteY1127" fmla="*/ 296997 h 438809"/>
              <a:gd name="connsiteX1128" fmla="*/ 938125 w 974488"/>
              <a:gd name="connsiteY1128" fmla="*/ 293860 h 438809"/>
              <a:gd name="connsiteX1129" fmla="*/ 937538 w 974488"/>
              <a:gd name="connsiteY1129" fmla="*/ 289100 h 438809"/>
              <a:gd name="connsiteX1130" fmla="*/ 940589 w 974488"/>
              <a:gd name="connsiteY1130" fmla="*/ 285262 h 438809"/>
              <a:gd name="connsiteX1131" fmla="*/ 945433 w 974488"/>
              <a:gd name="connsiteY1131" fmla="*/ 285061 h 438809"/>
              <a:gd name="connsiteX1132" fmla="*/ 948992 w 974488"/>
              <a:gd name="connsiteY1132" fmla="*/ 288320 h 438809"/>
              <a:gd name="connsiteX1133" fmla="*/ 949168 w 974488"/>
              <a:gd name="connsiteY1133" fmla="*/ 288696 h 438809"/>
              <a:gd name="connsiteX1134" fmla="*/ 949443 w 974488"/>
              <a:gd name="connsiteY1134" fmla="*/ 293037 h 438809"/>
              <a:gd name="connsiteX1135" fmla="*/ 887304 w 974488"/>
              <a:gd name="connsiteY1135" fmla="*/ 298403 h 438809"/>
              <a:gd name="connsiteX1136" fmla="*/ 886148 w 974488"/>
              <a:gd name="connsiteY1136" fmla="*/ 299727 h 438809"/>
              <a:gd name="connsiteX1137" fmla="*/ 884402 w 974488"/>
              <a:gd name="connsiteY1137" fmla="*/ 300097 h 438809"/>
              <a:gd name="connsiteX1138" fmla="*/ 882342 w 974488"/>
              <a:gd name="connsiteY1138" fmla="*/ 299727 h 438809"/>
              <a:gd name="connsiteX1139" fmla="*/ 878034 w 974488"/>
              <a:gd name="connsiteY1139" fmla="*/ 298027 h 438809"/>
              <a:gd name="connsiteX1140" fmla="*/ 874059 w 974488"/>
              <a:gd name="connsiteY1140" fmla="*/ 295479 h 438809"/>
              <a:gd name="connsiteX1141" fmla="*/ 870552 w 974488"/>
              <a:gd name="connsiteY1141" fmla="*/ 292319 h 438809"/>
              <a:gd name="connsiteX1142" fmla="*/ 867846 w 974488"/>
              <a:gd name="connsiteY1142" fmla="*/ 288636 h 438809"/>
              <a:gd name="connsiteX1143" fmla="*/ 864884 w 974488"/>
              <a:gd name="connsiteY1143" fmla="*/ 280235 h 438809"/>
              <a:gd name="connsiteX1144" fmla="*/ 865566 w 974488"/>
              <a:gd name="connsiteY1144" fmla="*/ 271435 h 438809"/>
              <a:gd name="connsiteX1145" fmla="*/ 869511 w 974488"/>
              <a:gd name="connsiteY1145" fmla="*/ 263619 h 438809"/>
              <a:gd name="connsiteX1146" fmla="*/ 876345 w 974488"/>
              <a:gd name="connsiteY1146" fmla="*/ 257815 h 438809"/>
              <a:gd name="connsiteX1147" fmla="*/ 885591 w 974488"/>
              <a:gd name="connsiteY1147" fmla="*/ 254490 h 438809"/>
              <a:gd name="connsiteX1148" fmla="*/ 895201 w 974488"/>
              <a:gd name="connsiteY1148" fmla="*/ 255114 h 438809"/>
              <a:gd name="connsiteX1149" fmla="*/ 903886 w 974488"/>
              <a:gd name="connsiteY1149" fmla="*/ 259334 h 438809"/>
              <a:gd name="connsiteX1150" fmla="*/ 910285 w 974488"/>
              <a:gd name="connsiteY1150" fmla="*/ 266768 h 438809"/>
              <a:gd name="connsiteX1151" fmla="*/ 912688 w 974488"/>
              <a:gd name="connsiteY1151" fmla="*/ 271714 h 438809"/>
              <a:gd name="connsiteX1152" fmla="*/ 914081 w 974488"/>
              <a:gd name="connsiteY1152" fmla="*/ 277137 h 438809"/>
              <a:gd name="connsiteX1153" fmla="*/ 914073 w 974488"/>
              <a:gd name="connsiteY1153" fmla="*/ 281492 h 438809"/>
              <a:gd name="connsiteX1154" fmla="*/ 911985 w 974488"/>
              <a:gd name="connsiteY1154" fmla="*/ 284587 h 438809"/>
              <a:gd name="connsiteX1155" fmla="*/ 910091 w 974488"/>
              <a:gd name="connsiteY1155" fmla="*/ 285403 h 438809"/>
              <a:gd name="connsiteX1156" fmla="*/ 907948 w 974488"/>
              <a:gd name="connsiteY1156" fmla="*/ 285600 h 438809"/>
              <a:gd name="connsiteX1157" fmla="*/ 906181 w 974488"/>
              <a:gd name="connsiteY1157" fmla="*/ 285353 h 438809"/>
              <a:gd name="connsiteX1158" fmla="*/ 904493 w 974488"/>
              <a:gd name="connsiteY1158" fmla="*/ 284033 h 438809"/>
              <a:gd name="connsiteX1159" fmla="*/ 905068 w 974488"/>
              <a:gd name="connsiteY1159" fmla="*/ 277280 h 438809"/>
              <a:gd name="connsiteX1160" fmla="*/ 905187 w 974488"/>
              <a:gd name="connsiteY1160" fmla="*/ 276892 h 438809"/>
              <a:gd name="connsiteX1161" fmla="*/ 905659 w 974488"/>
              <a:gd name="connsiteY1161" fmla="*/ 272472 h 438809"/>
              <a:gd name="connsiteX1162" fmla="*/ 904265 w 974488"/>
              <a:gd name="connsiteY1162" fmla="*/ 268364 h 438809"/>
              <a:gd name="connsiteX1163" fmla="*/ 900964 w 974488"/>
              <a:gd name="connsiteY1163" fmla="*/ 264820 h 438809"/>
              <a:gd name="connsiteX1164" fmla="*/ 896195 w 974488"/>
              <a:gd name="connsiteY1164" fmla="*/ 263016 h 438809"/>
              <a:gd name="connsiteX1165" fmla="*/ 890462 w 974488"/>
              <a:gd name="connsiteY1165" fmla="*/ 263178 h 438809"/>
              <a:gd name="connsiteX1166" fmla="*/ 884611 w 974488"/>
              <a:gd name="connsiteY1166" fmla="*/ 265475 h 438809"/>
              <a:gd name="connsiteX1167" fmla="*/ 878679 w 974488"/>
              <a:gd name="connsiteY1167" fmla="*/ 270489 h 438809"/>
              <a:gd name="connsiteX1168" fmla="*/ 875717 w 974488"/>
              <a:gd name="connsiteY1168" fmla="*/ 276863 h 438809"/>
              <a:gd name="connsiteX1169" fmla="*/ 875472 w 974488"/>
              <a:gd name="connsiteY1169" fmla="*/ 282965 h 438809"/>
              <a:gd name="connsiteX1170" fmla="*/ 877284 w 974488"/>
              <a:gd name="connsiteY1170" fmla="*/ 288468 h 438809"/>
              <a:gd name="connsiteX1171" fmla="*/ 880694 w 974488"/>
              <a:gd name="connsiteY1171" fmla="*/ 292611 h 438809"/>
              <a:gd name="connsiteX1172" fmla="*/ 885231 w 974488"/>
              <a:gd name="connsiteY1172" fmla="*/ 295273 h 438809"/>
              <a:gd name="connsiteX1173" fmla="*/ 887084 w 974488"/>
              <a:gd name="connsiteY1173" fmla="*/ 296426 h 438809"/>
              <a:gd name="connsiteX1174" fmla="*/ 887304 w 974488"/>
              <a:gd name="connsiteY1174" fmla="*/ 298403 h 438809"/>
              <a:gd name="connsiteX1175" fmla="*/ 856285 w 974488"/>
              <a:gd name="connsiteY1175" fmla="*/ 242969 h 438809"/>
              <a:gd name="connsiteX1176" fmla="*/ 860615 w 974488"/>
              <a:gd name="connsiteY1176" fmla="*/ 239796 h 438809"/>
              <a:gd name="connsiteX1177" fmla="*/ 859140 w 974488"/>
              <a:gd name="connsiteY1177" fmla="*/ 238698 h 438809"/>
              <a:gd name="connsiteX1178" fmla="*/ 855176 w 974488"/>
              <a:gd name="connsiteY1178" fmla="*/ 236293 h 438809"/>
              <a:gd name="connsiteX1179" fmla="*/ 855132 w 974488"/>
              <a:gd name="connsiteY1179" fmla="*/ 236267 h 438809"/>
              <a:gd name="connsiteX1180" fmla="*/ 849239 w 974488"/>
              <a:gd name="connsiteY1180" fmla="*/ 234122 h 438809"/>
              <a:gd name="connsiteX1181" fmla="*/ 845448 w 974488"/>
              <a:gd name="connsiteY1181" fmla="*/ 235162 h 438809"/>
              <a:gd name="connsiteX1182" fmla="*/ 843975 w 974488"/>
              <a:gd name="connsiteY1182" fmla="*/ 237939 h 438809"/>
              <a:gd name="connsiteX1183" fmla="*/ 844849 w 974488"/>
              <a:gd name="connsiteY1183" fmla="*/ 241084 h 438809"/>
              <a:gd name="connsiteX1184" fmla="*/ 848741 w 974488"/>
              <a:gd name="connsiteY1184" fmla="*/ 243855 h 438809"/>
              <a:gd name="connsiteX1185" fmla="*/ 852991 w 974488"/>
              <a:gd name="connsiteY1185" fmla="*/ 244543 h 438809"/>
              <a:gd name="connsiteX1186" fmla="*/ 853093 w 974488"/>
              <a:gd name="connsiteY1186" fmla="*/ 244523 h 438809"/>
              <a:gd name="connsiteX1187" fmla="*/ 854439 w 974488"/>
              <a:gd name="connsiteY1187" fmla="*/ 244155 h 438809"/>
              <a:gd name="connsiteX1188" fmla="*/ 856066 w 974488"/>
              <a:gd name="connsiteY1188" fmla="*/ 243125 h 438809"/>
              <a:gd name="connsiteX1189" fmla="*/ 856285 w 974488"/>
              <a:gd name="connsiteY1189" fmla="*/ 242969 h 438809"/>
              <a:gd name="connsiteX1190" fmla="*/ 862920 w 974488"/>
              <a:gd name="connsiteY1190" fmla="*/ 262876 h 438809"/>
              <a:gd name="connsiteX1191" fmla="*/ 861609 w 974488"/>
              <a:gd name="connsiteY1191" fmla="*/ 263738 h 438809"/>
              <a:gd name="connsiteX1192" fmla="*/ 861432 w 974488"/>
              <a:gd name="connsiteY1192" fmla="*/ 263775 h 438809"/>
              <a:gd name="connsiteX1193" fmla="*/ 854747 w 974488"/>
              <a:gd name="connsiteY1193" fmla="*/ 263349 h 438809"/>
              <a:gd name="connsiteX1194" fmla="*/ 849591 w 974488"/>
              <a:gd name="connsiteY1194" fmla="*/ 259746 h 438809"/>
              <a:gd name="connsiteX1195" fmla="*/ 847693 w 974488"/>
              <a:gd name="connsiteY1195" fmla="*/ 254479 h 438809"/>
              <a:gd name="connsiteX1196" fmla="*/ 848989 w 974488"/>
              <a:gd name="connsiteY1196" fmla="*/ 249484 h 438809"/>
              <a:gd name="connsiteX1197" fmla="*/ 846139 w 974488"/>
              <a:gd name="connsiteY1197" fmla="*/ 248816 h 438809"/>
              <a:gd name="connsiteX1198" fmla="*/ 840625 w 974488"/>
              <a:gd name="connsiteY1198" fmla="*/ 246506 h 438809"/>
              <a:gd name="connsiteX1199" fmla="*/ 836571 w 974488"/>
              <a:gd name="connsiteY1199" fmla="*/ 242872 h 438809"/>
              <a:gd name="connsiteX1200" fmla="*/ 836482 w 974488"/>
              <a:gd name="connsiteY1200" fmla="*/ 242760 h 438809"/>
              <a:gd name="connsiteX1201" fmla="*/ 833963 w 974488"/>
              <a:gd name="connsiteY1201" fmla="*/ 234000 h 438809"/>
              <a:gd name="connsiteX1202" fmla="*/ 838740 w 974488"/>
              <a:gd name="connsiteY1202" fmla="*/ 226303 h 438809"/>
              <a:gd name="connsiteX1203" fmla="*/ 838852 w 974488"/>
              <a:gd name="connsiteY1203" fmla="*/ 226216 h 438809"/>
              <a:gd name="connsiteX1204" fmla="*/ 840390 w 974488"/>
              <a:gd name="connsiteY1204" fmla="*/ 225213 h 438809"/>
              <a:gd name="connsiteX1205" fmla="*/ 842111 w 974488"/>
              <a:gd name="connsiteY1205" fmla="*/ 224525 h 438809"/>
              <a:gd name="connsiteX1206" fmla="*/ 842327 w 974488"/>
              <a:gd name="connsiteY1206" fmla="*/ 224482 h 438809"/>
              <a:gd name="connsiteX1207" fmla="*/ 847386 w 974488"/>
              <a:gd name="connsiteY1207" fmla="*/ 225557 h 438809"/>
              <a:gd name="connsiteX1208" fmla="*/ 854220 w 974488"/>
              <a:gd name="connsiteY1208" fmla="*/ 228891 h 438809"/>
              <a:gd name="connsiteX1209" fmla="*/ 859486 w 974488"/>
              <a:gd name="connsiteY1209" fmla="*/ 232197 h 438809"/>
              <a:gd name="connsiteX1210" fmla="*/ 864855 w 974488"/>
              <a:gd name="connsiteY1210" fmla="*/ 236082 h 438809"/>
              <a:gd name="connsiteX1211" fmla="*/ 865337 w 974488"/>
              <a:gd name="connsiteY1211" fmla="*/ 236435 h 438809"/>
              <a:gd name="connsiteX1212" fmla="*/ 865715 w 974488"/>
              <a:gd name="connsiteY1212" fmla="*/ 236082 h 438809"/>
              <a:gd name="connsiteX1213" fmla="*/ 869147 w 974488"/>
              <a:gd name="connsiteY1213" fmla="*/ 233378 h 438809"/>
              <a:gd name="connsiteX1214" fmla="*/ 872447 w 974488"/>
              <a:gd name="connsiteY1214" fmla="*/ 230420 h 438809"/>
              <a:gd name="connsiteX1215" fmla="*/ 873775 w 974488"/>
              <a:gd name="connsiteY1215" fmla="*/ 228133 h 438809"/>
              <a:gd name="connsiteX1216" fmla="*/ 873800 w 974488"/>
              <a:gd name="connsiteY1216" fmla="*/ 228063 h 438809"/>
              <a:gd name="connsiteX1217" fmla="*/ 874017 w 974488"/>
              <a:gd name="connsiteY1217" fmla="*/ 226801 h 438809"/>
              <a:gd name="connsiteX1218" fmla="*/ 872606 w 974488"/>
              <a:gd name="connsiteY1218" fmla="*/ 222318 h 438809"/>
              <a:gd name="connsiteX1219" fmla="*/ 869332 w 974488"/>
              <a:gd name="connsiteY1219" fmla="*/ 219305 h 438809"/>
              <a:gd name="connsiteX1220" fmla="*/ 868267 w 974488"/>
              <a:gd name="connsiteY1220" fmla="*/ 219090 h 438809"/>
              <a:gd name="connsiteX1221" fmla="*/ 868216 w 974488"/>
              <a:gd name="connsiteY1221" fmla="*/ 219090 h 438809"/>
              <a:gd name="connsiteX1222" fmla="*/ 863982 w 974488"/>
              <a:gd name="connsiteY1222" fmla="*/ 220760 h 438809"/>
              <a:gd name="connsiteX1223" fmla="*/ 863186 w 974488"/>
              <a:gd name="connsiteY1223" fmla="*/ 221206 h 438809"/>
              <a:gd name="connsiteX1224" fmla="*/ 860993 w 974488"/>
              <a:gd name="connsiteY1224" fmla="*/ 220916 h 438809"/>
              <a:gd name="connsiteX1225" fmla="*/ 860740 w 974488"/>
              <a:gd name="connsiteY1225" fmla="*/ 220783 h 438809"/>
              <a:gd name="connsiteX1226" fmla="*/ 857465 w 974488"/>
              <a:gd name="connsiteY1226" fmla="*/ 218452 h 438809"/>
              <a:gd name="connsiteX1227" fmla="*/ 855489 w 974488"/>
              <a:gd name="connsiteY1227" fmla="*/ 215748 h 438809"/>
              <a:gd name="connsiteX1228" fmla="*/ 855463 w 974488"/>
              <a:gd name="connsiteY1228" fmla="*/ 215685 h 438809"/>
              <a:gd name="connsiteX1229" fmla="*/ 855447 w 974488"/>
              <a:gd name="connsiteY1229" fmla="*/ 213990 h 438809"/>
              <a:gd name="connsiteX1230" fmla="*/ 856462 w 974488"/>
              <a:gd name="connsiteY1230" fmla="*/ 212622 h 438809"/>
              <a:gd name="connsiteX1231" fmla="*/ 861528 w 974488"/>
              <a:gd name="connsiteY1231" fmla="*/ 211331 h 438809"/>
              <a:gd name="connsiteX1232" fmla="*/ 868137 w 974488"/>
              <a:gd name="connsiteY1232" fmla="*/ 212632 h 438809"/>
              <a:gd name="connsiteX1233" fmla="*/ 874666 w 974488"/>
              <a:gd name="connsiteY1233" fmla="*/ 216079 h 438809"/>
              <a:gd name="connsiteX1234" fmla="*/ 879969 w 974488"/>
              <a:gd name="connsiteY1234" fmla="*/ 221075 h 438809"/>
              <a:gd name="connsiteX1235" fmla="*/ 882837 w 974488"/>
              <a:gd name="connsiteY1235" fmla="*/ 226261 h 438809"/>
              <a:gd name="connsiteX1236" fmla="*/ 883442 w 974488"/>
              <a:gd name="connsiteY1236" fmla="*/ 231736 h 438809"/>
              <a:gd name="connsiteX1237" fmla="*/ 876603 w 974488"/>
              <a:gd name="connsiteY1237" fmla="*/ 241239 h 438809"/>
              <a:gd name="connsiteX1238" fmla="*/ 860493 w 974488"/>
              <a:gd name="connsiteY1238" fmla="*/ 253919 h 438809"/>
              <a:gd name="connsiteX1239" fmla="*/ 858287 w 974488"/>
              <a:gd name="connsiteY1239" fmla="*/ 256620 h 438809"/>
              <a:gd name="connsiteX1240" fmla="*/ 858730 w 974488"/>
              <a:gd name="connsiteY1240" fmla="*/ 258534 h 438809"/>
              <a:gd name="connsiteX1241" fmla="*/ 859985 w 974488"/>
              <a:gd name="connsiteY1241" fmla="*/ 259418 h 438809"/>
              <a:gd name="connsiteX1242" fmla="*/ 861541 w 974488"/>
              <a:gd name="connsiteY1242" fmla="*/ 259751 h 438809"/>
              <a:gd name="connsiteX1243" fmla="*/ 861705 w 974488"/>
              <a:gd name="connsiteY1243" fmla="*/ 259781 h 438809"/>
              <a:gd name="connsiteX1244" fmla="*/ 862917 w 974488"/>
              <a:gd name="connsiteY1244" fmla="*/ 260508 h 438809"/>
              <a:gd name="connsiteX1245" fmla="*/ 863335 w 974488"/>
              <a:gd name="connsiteY1245" fmla="*/ 261832 h 438809"/>
              <a:gd name="connsiteX1246" fmla="*/ 862920 w 974488"/>
              <a:gd name="connsiteY1246" fmla="*/ 262876 h 438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</a:cxnLst>
            <a:rect l="l" t="t" r="r" b="b"/>
            <a:pathLst>
              <a:path w="974488" h="438809">
                <a:moveTo>
                  <a:pt x="383613" y="68490"/>
                </a:moveTo>
                <a:cubicBezTo>
                  <a:pt x="385479" y="70072"/>
                  <a:pt x="386809" y="72130"/>
                  <a:pt x="387485" y="74557"/>
                </a:cubicBezTo>
                <a:cubicBezTo>
                  <a:pt x="388016" y="76457"/>
                  <a:pt x="388085" y="78484"/>
                  <a:pt x="387709" y="80432"/>
                </a:cubicBezTo>
                <a:cubicBezTo>
                  <a:pt x="387337" y="82348"/>
                  <a:pt x="386531" y="84202"/>
                  <a:pt x="385307" y="85799"/>
                </a:cubicBezTo>
                <a:cubicBezTo>
                  <a:pt x="384032" y="87490"/>
                  <a:pt x="382401" y="88976"/>
                  <a:pt x="380510" y="90196"/>
                </a:cubicBezTo>
                <a:cubicBezTo>
                  <a:pt x="378636" y="91405"/>
                  <a:pt x="376485" y="92365"/>
                  <a:pt x="374162" y="93014"/>
                </a:cubicBezTo>
                <a:cubicBezTo>
                  <a:pt x="371783" y="93679"/>
                  <a:pt x="369171" y="94025"/>
                  <a:pt x="366603" y="93963"/>
                </a:cubicBezTo>
                <a:cubicBezTo>
                  <a:pt x="364191" y="93906"/>
                  <a:pt x="361803" y="93483"/>
                  <a:pt x="359654" y="92629"/>
                </a:cubicBezTo>
                <a:lnTo>
                  <a:pt x="358753" y="92271"/>
                </a:lnTo>
                <a:lnTo>
                  <a:pt x="358640" y="91311"/>
                </a:lnTo>
                <a:cubicBezTo>
                  <a:pt x="358392" y="89169"/>
                  <a:pt x="357869" y="87057"/>
                  <a:pt x="357339" y="84897"/>
                </a:cubicBezTo>
                <a:lnTo>
                  <a:pt x="356948" y="83291"/>
                </a:lnTo>
                <a:cubicBezTo>
                  <a:pt x="356695" y="82374"/>
                  <a:pt x="356778" y="81722"/>
                  <a:pt x="357412" y="81088"/>
                </a:cubicBezTo>
                <a:cubicBezTo>
                  <a:pt x="357843" y="80663"/>
                  <a:pt x="358372" y="80475"/>
                  <a:pt x="359149" y="80358"/>
                </a:cubicBezTo>
                <a:cubicBezTo>
                  <a:pt x="359748" y="80267"/>
                  <a:pt x="360179" y="80244"/>
                  <a:pt x="360569" y="80314"/>
                </a:cubicBezTo>
                <a:lnTo>
                  <a:pt x="360588" y="80314"/>
                </a:lnTo>
                <a:cubicBezTo>
                  <a:pt x="361464" y="80481"/>
                  <a:pt x="361887" y="80909"/>
                  <a:pt x="362119" y="81654"/>
                </a:cubicBezTo>
                <a:cubicBezTo>
                  <a:pt x="362415" y="82351"/>
                  <a:pt x="362763" y="82994"/>
                  <a:pt x="363174" y="83588"/>
                </a:cubicBezTo>
                <a:cubicBezTo>
                  <a:pt x="363618" y="84222"/>
                  <a:pt x="364128" y="84806"/>
                  <a:pt x="364715" y="85349"/>
                </a:cubicBezTo>
                <a:lnTo>
                  <a:pt x="364734" y="85361"/>
                </a:lnTo>
                <a:cubicBezTo>
                  <a:pt x="365010" y="85622"/>
                  <a:pt x="365297" y="85862"/>
                  <a:pt x="365584" y="86068"/>
                </a:cubicBezTo>
                <a:cubicBezTo>
                  <a:pt x="367336" y="87331"/>
                  <a:pt x="369554" y="87917"/>
                  <a:pt x="371713" y="87791"/>
                </a:cubicBezTo>
                <a:cubicBezTo>
                  <a:pt x="373838" y="87666"/>
                  <a:pt x="375898" y="86842"/>
                  <a:pt x="377371" y="85289"/>
                </a:cubicBezTo>
                <a:cubicBezTo>
                  <a:pt x="377590" y="85059"/>
                  <a:pt x="377806" y="84798"/>
                  <a:pt x="378008" y="84517"/>
                </a:cubicBezTo>
                <a:cubicBezTo>
                  <a:pt x="378761" y="83445"/>
                  <a:pt x="379074" y="82043"/>
                  <a:pt x="378946" y="80702"/>
                </a:cubicBezTo>
                <a:cubicBezTo>
                  <a:pt x="378824" y="79422"/>
                  <a:pt x="378300" y="78212"/>
                  <a:pt x="377382" y="77427"/>
                </a:cubicBezTo>
                <a:lnTo>
                  <a:pt x="377337" y="77381"/>
                </a:lnTo>
                <a:cubicBezTo>
                  <a:pt x="376633" y="76729"/>
                  <a:pt x="375823" y="76312"/>
                  <a:pt x="374441" y="75939"/>
                </a:cubicBezTo>
                <a:cubicBezTo>
                  <a:pt x="372803" y="75496"/>
                  <a:pt x="370542" y="75126"/>
                  <a:pt x="367078" y="74588"/>
                </a:cubicBezTo>
                <a:cubicBezTo>
                  <a:pt x="364027" y="74106"/>
                  <a:pt x="360937" y="73511"/>
                  <a:pt x="358301" y="72151"/>
                </a:cubicBezTo>
                <a:cubicBezTo>
                  <a:pt x="355491" y="70703"/>
                  <a:pt x="353254" y="68446"/>
                  <a:pt x="352210" y="64706"/>
                </a:cubicBezTo>
                <a:cubicBezTo>
                  <a:pt x="351661" y="62743"/>
                  <a:pt x="351609" y="60644"/>
                  <a:pt x="351984" y="58619"/>
                </a:cubicBezTo>
                <a:cubicBezTo>
                  <a:pt x="352365" y="56556"/>
                  <a:pt x="353191" y="54557"/>
                  <a:pt x="354383" y="52846"/>
                </a:cubicBezTo>
                <a:cubicBezTo>
                  <a:pt x="355490" y="51292"/>
                  <a:pt x="356951" y="49952"/>
                  <a:pt x="358724" y="48843"/>
                </a:cubicBezTo>
                <a:cubicBezTo>
                  <a:pt x="360471" y="47748"/>
                  <a:pt x="362530" y="46867"/>
                  <a:pt x="364843" y="46221"/>
                </a:cubicBezTo>
                <a:cubicBezTo>
                  <a:pt x="366699" y="45702"/>
                  <a:pt x="368610" y="45358"/>
                  <a:pt x="370540" y="45251"/>
                </a:cubicBezTo>
                <a:cubicBezTo>
                  <a:pt x="372349" y="45151"/>
                  <a:pt x="374172" y="45256"/>
                  <a:pt x="375978" y="45610"/>
                </a:cubicBezTo>
                <a:lnTo>
                  <a:pt x="377004" y="45812"/>
                </a:lnTo>
                <a:lnTo>
                  <a:pt x="378270" y="51057"/>
                </a:lnTo>
                <a:cubicBezTo>
                  <a:pt x="378635" y="52517"/>
                  <a:pt x="379001" y="53939"/>
                  <a:pt x="379365" y="55239"/>
                </a:cubicBezTo>
                <a:cubicBezTo>
                  <a:pt x="380002" y="57513"/>
                  <a:pt x="379168" y="57753"/>
                  <a:pt x="377497" y="58217"/>
                </a:cubicBezTo>
                <a:lnTo>
                  <a:pt x="377384" y="58248"/>
                </a:lnTo>
                <a:cubicBezTo>
                  <a:pt x="375283" y="58833"/>
                  <a:pt x="374785" y="58940"/>
                  <a:pt x="374221" y="56978"/>
                </a:cubicBezTo>
                <a:cubicBezTo>
                  <a:pt x="373591" y="55070"/>
                  <a:pt x="372284" y="53503"/>
                  <a:pt x="370563" y="52601"/>
                </a:cubicBezTo>
                <a:cubicBezTo>
                  <a:pt x="368944" y="51753"/>
                  <a:pt x="366932" y="51480"/>
                  <a:pt x="364744" y="52041"/>
                </a:cubicBezTo>
                <a:lnTo>
                  <a:pt x="364528" y="52103"/>
                </a:lnTo>
                <a:cubicBezTo>
                  <a:pt x="362892" y="52559"/>
                  <a:pt x="361529" y="53558"/>
                  <a:pt x="360689" y="54854"/>
                </a:cubicBezTo>
                <a:cubicBezTo>
                  <a:pt x="359876" y="56105"/>
                  <a:pt x="359556" y="57656"/>
                  <a:pt x="359957" y="59268"/>
                </a:cubicBezTo>
                <a:lnTo>
                  <a:pt x="360006" y="59451"/>
                </a:lnTo>
                <a:cubicBezTo>
                  <a:pt x="360447" y="61023"/>
                  <a:pt x="361789" y="62031"/>
                  <a:pt x="363414" y="62704"/>
                </a:cubicBezTo>
                <a:cubicBezTo>
                  <a:pt x="365300" y="63484"/>
                  <a:pt x="367576" y="63843"/>
                  <a:pt x="369476" y="64099"/>
                </a:cubicBezTo>
                <a:lnTo>
                  <a:pt x="370436" y="64240"/>
                </a:lnTo>
                <a:cubicBezTo>
                  <a:pt x="373037" y="64631"/>
                  <a:pt x="375077" y="64939"/>
                  <a:pt x="376712" y="65325"/>
                </a:cubicBezTo>
                <a:cubicBezTo>
                  <a:pt x="379447" y="65853"/>
                  <a:pt x="381786" y="66941"/>
                  <a:pt x="383613" y="68490"/>
                </a:cubicBezTo>
                <a:close/>
                <a:moveTo>
                  <a:pt x="338128" y="94440"/>
                </a:moveTo>
                <a:cubicBezTo>
                  <a:pt x="339018" y="91020"/>
                  <a:pt x="338561" y="86689"/>
                  <a:pt x="336643" y="81824"/>
                </a:cubicBezTo>
                <a:cubicBezTo>
                  <a:pt x="334463" y="76301"/>
                  <a:pt x="331269" y="72216"/>
                  <a:pt x="327653" y="69924"/>
                </a:cubicBezTo>
                <a:cubicBezTo>
                  <a:pt x="324203" y="67737"/>
                  <a:pt x="320342" y="67202"/>
                  <a:pt x="316641" y="68656"/>
                </a:cubicBezTo>
                <a:lnTo>
                  <a:pt x="316621" y="68665"/>
                </a:lnTo>
                <a:cubicBezTo>
                  <a:pt x="313562" y="69872"/>
                  <a:pt x="311511" y="72320"/>
                  <a:pt x="310631" y="75488"/>
                </a:cubicBezTo>
                <a:cubicBezTo>
                  <a:pt x="309704" y="78815"/>
                  <a:pt x="310029" y="82957"/>
                  <a:pt x="311763" y="87367"/>
                </a:cubicBezTo>
                <a:lnTo>
                  <a:pt x="311777" y="87403"/>
                </a:lnTo>
                <a:cubicBezTo>
                  <a:pt x="314003" y="93045"/>
                  <a:pt x="317293" y="97339"/>
                  <a:pt x="320973" y="99812"/>
                </a:cubicBezTo>
                <a:cubicBezTo>
                  <a:pt x="324464" y="102160"/>
                  <a:pt x="328320" y="102844"/>
                  <a:pt x="331907" y="101431"/>
                </a:cubicBezTo>
                <a:cubicBezTo>
                  <a:pt x="335167" y="100142"/>
                  <a:pt x="337284" y="97689"/>
                  <a:pt x="338128" y="94440"/>
                </a:cubicBezTo>
                <a:close/>
                <a:moveTo>
                  <a:pt x="334483" y="62725"/>
                </a:moveTo>
                <a:cubicBezTo>
                  <a:pt x="340110" y="65098"/>
                  <a:pt x="344735" y="69710"/>
                  <a:pt x="347269" y="76108"/>
                </a:cubicBezTo>
                <a:lnTo>
                  <a:pt x="347283" y="76143"/>
                </a:lnTo>
                <a:cubicBezTo>
                  <a:pt x="349757" y="82411"/>
                  <a:pt x="349470" y="88892"/>
                  <a:pt x="346957" y="94440"/>
                </a:cubicBezTo>
                <a:cubicBezTo>
                  <a:pt x="344454" y="99963"/>
                  <a:pt x="339743" y="104557"/>
                  <a:pt x="333360" y="107088"/>
                </a:cubicBezTo>
                <a:lnTo>
                  <a:pt x="333316" y="107106"/>
                </a:lnTo>
                <a:cubicBezTo>
                  <a:pt x="326763" y="109691"/>
                  <a:pt x="320039" y="109523"/>
                  <a:pt x="314311" y="107089"/>
                </a:cubicBezTo>
                <a:cubicBezTo>
                  <a:pt x="308572" y="104653"/>
                  <a:pt x="303845" y="99947"/>
                  <a:pt x="301292" y="93476"/>
                </a:cubicBezTo>
                <a:cubicBezTo>
                  <a:pt x="298935" y="87500"/>
                  <a:pt x="299392" y="81059"/>
                  <a:pt x="302020" y="75495"/>
                </a:cubicBezTo>
                <a:cubicBezTo>
                  <a:pt x="304637" y="69953"/>
                  <a:pt x="309419" y="65273"/>
                  <a:pt x="315719" y="62787"/>
                </a:cubicBezTo>
                <a:cubicBezTo>
                  <a:pt x="322227" y="60220"/>
                  <a:pt x="328849" y="60349"/>
                  <a:pt x="334483" y="62725"/>
                </a:cubicBezTo>
                <a:close/>
                <a:moveTo>
                  <a:pt x="304275" y="111956"/>
                </a:moveTo>
                <a:cubicBezTo>
                  <a:pt x="304768" y="112176"/>
                  <a:pt x="305083" y="112519"/>
                  <a:pt x="305423" y="113088"/>
                </a:cubicBezTo>
                <a:lnTo>
                  <a:pt x="305477" y="113181"/>
                </a:lnTo>
                <a:cubicBezTo>
                  <a:pt x="306027" y="114154"/>
                  <a:pt x="306244" y="114743"/>
                  <a:pt x="305980" y="115559"/>
                </a:cubicBezTo>
                <a:cubicBezTo>
                  <a:pt x="305709" y="116392"/>
                  <a:pt x="305211" y="116681"/>
                  <a:pt x="304298" y="117210"/>
                </a:cubicBezTo>
                <a:cubicBezTo>
                  <a:pt x="303923" y="117422"/>
                  <a:pt x="303667" y="117547"/>
                  <a:pt x="303311" y="117719"/>
                </a:cubicBezTo>
                <a:cubicBezTo>
                  <a:pt x="302250" y="118232"/>
                  <a:pt x="300327" y="119166"/>
                  <a:pt x="295598" y="121986"/>
                </a:cubicBezTo>
                <a:lnTo>
                  <a:pt x="295572" y="121999"/>
                </a:lnTo>
                <a:cubicBezTo>
                  <a:pt x="293585" y="123145"/>
                  <a:pt x="292135" y="124057"/>
                  <a:pt x="290805" y="124891"/>
                </a:cubicBezTo>
                <a:cubicBezTo>
                  <a:pt x="289648" y="125611"/>
                  <a:pt x="288579" y="126283"/>
                  <a:pt x="287254" y="127047"/>
                </a:cubicBezTo>
                <a:cubicBezTo>
                  <a:pt x="286569" y="127439"/>
                  <a:pt x="286074" y="127605"/>
                  <a:pt x="285450" y="127485"/>
                </a:cubicBezTo>
                <a:cubicBezTo>
                  <a:pt x="284697" y="127340"/>
                  <a:pt x="284324" y="126946"/>
                  <a:pt x="283922" y="126249"/>
                </a:cubicBezTo>
                <a:lnTo>
                  <a:pt x="283790" y="126030"/>
                </a:lnTo>
                <a:cubicBezTo>
                  <a:pt x="283218" y="125045"/>
                  <a:pt x="282944" y="124565"/>
                  <a:pt x="283227" y="123653"/>
                </a:cubicBezTo>
                <a:cubicBezTo>
                  <a:pt x="283468" y="122912"/>
                  <a:pt x="283886" y="122610"/>
                  <a:pt x="284684" y="122042"/>
                </a:cubicBezTo>
                <a:lnTo>
                  <a:pt x="285151" y="121703"/>
                </a:lnTo>
                <a:cubicBezTo>
                  <a:pt x="286640" y="120665"/>
                  <a:pt x="287370" y="120018"/>
                  <a:pt x="287129" y="118793"/>
                </a:cubicBezTo>
                <a:cubicBezTo>
                  <a:pt x="286748" y="116868"/>
                  <a:pt x="284934" y="113581"/>
                  <a:pt x="281372" y="107412"/>
                </a:cubicBezTo>
                <a:cubicBezTo>
                  <a:pt x="278689" y="102766"/>
                  <a:pt x="276995" y="99885"/>
                  <a:pt x="275788" y="98038"/>
                </a:cubicBezTo>
                <a:cubicBezTo>
                  <a:pt x="274672" y="96328"/>
                  <a:pt x="274007" y="95549"/>
                  <a:pt x="273337" y="95021"/>
                </a:cubicBezTo>
                <a:cubicBezTo>
                  <a:pt x="272398" y="94310"/>
                  <a:pt x="271193" y="93971"/>
                  <a:pt x="269864" y="94005"/>
                </a:cubicBezTo>
                <a:cubicBezTo>
                  <a:pt x="268445" y="94041"/>
                  <a:pt x="266879" y="94508"/>
                  <a:pt x="265327" y="95405"/>
                </a:cubicBezTo>
                <a:cubicBezTo>
                  <a:pt x="263590" y="96403"/>
                  <a:pt x="261768" y="98002"/>
                  <a:pt x="260279" y="99707"/>
                </a:cubicBezTo>
                <a:cubicBezTo>
                  <a:pt x="259095" y="101065"/>
                  <a:pt x="258146" y="102460"/>
                  <a:pt x="257667" y="103621"/>
                </a:cubicBezTo>
                <a:cubicBezTo>
                  <a:pt x="258446" y="104677"/>
                  <a:pt x="259083" y="105790"/>
                  <a:pt x="260345" y="108004"/>
                </a:cubicBezTo>
                <a:lnTo>
                  <a:pt x="269973" y="124698"/>
                </a:lnTo>
                <a:cubicBezTo>
                  <a:pt x="270995" y="126476"/>
                  <a:pt x="271996" y="127530"/>
                  <a:pt x="273006" y="127879"/>
                </a:cubicBezTo>
                <a:cubicBezTo>
                  <a:pt x="273897" y="128187"/>
                  <a:pt x="274958" y="127924"/>
                  <a:pt x="276213" y="127108"/>
                </a:cubicBezTo>
                <a:lnTo>
                  <a:pt x="276283" y="127065"/>
                </a:lnTo>
                <a:cubicBezTo>
                  <a:pt x="277036" y="126627"/>
                  <a:pt x="277589" y="126469"/>
                  <a:pt x="278440" y="126946"/>
                </a:cubicBezTo>
                <a:cubicBezTo>
                  <a:pt x="278898" y="127202"/>
                  <a:pt x="279229" y="127614"/>
                  <a:pt x="279649" y="128341"/>
                </a:cubicBezTo>
                <a:cubicBezTo>
                  <a:pt x="280152" y="129211"/>
                  <a:pt x="280359" y="129782"/>
                  <a:pt x="280001" y="130650"/>
                </a:cubicBezTo>
                <a:cubicBezTo>
                  <a:pt x="279732" y="131305"/>
                  <a:pt x="279247" y="131673"/>
                  <a:pt x="278363" y="132186"/>
                </a:cubicBezTo>
                <a:cubicBezTo>
                  <a:pt x="276698" y="133146"/>
                  <a:pt x="274880" y="134165"/>
                  <a:pt x="273074" y="135174"/>
                </a:cubicBezTo>
                <a:lnTo>
                  <a:pt x="267898" y="138105"/>
                </a:lnTo>
                <a:cubicBezTo>
                  <a:pt x="267055" y="138592"/>
                  <a:pt x="266166" y="139145"/>
                  <a:pt x="265281" y="139696"/>
                </a:cubicBezTo>
                <a:cubicBezTo>
                  <a:pt x="263972" y="140511"/>
                  <a:pt x="262665" y="141325"/>
                  <a:pt x="261236" y="142078"/>
                </a:cubicBezTo>
                <a:lnTo>
                  <a:pt x="260957" y="142246"/>
                </a:lnTo>
                <a:cubicBezTo>
                  <a:pt x="259990" y="142804"/>
                  <a:pt x="259124" y="142973"/>
                  <a:pt x="258296" y="141539"/>
                </a:cubicBezTo>
                <a:cubicBezTo>
                  <a:pt x="256741" y="138851"/>
                  <a:pt x="256639" y="138678"/>
                  <a:pt x="258939" y="137091"/>
                </a:cubicBezTo>
                <a:cubicBezTo>
                  <a:pt x="260762" y="135690"/>
                  <a:pt x="261364" y="134335"/>
                  <a:pt x="261289" y="132994"/>
                </a:cubicBezTo>
                <a:cubicBezTo>
                  <a:pt x="261202" y="131456"/>
                  <a:pt x="260308" y="129728"/>
                  <a:pt x="259271" y="127929"/>
                </a:cubicBezTo>
                <a:lnTo>
                  <a:pt x="252552" y="116300"/>
                </a:lnTo>
                <a:cubicBezTo>
                  <a:pt x="251127" y="113829"/>
                  <a:pt x="250054" y="112129"/>
                  <a:pt x="249110" y="110957"/>
                </a:cubicBezTo>
                <a:cubicBezTo>
                  <a:pt x="248267" y="109909"/>
                  <a:pt x="247535" y="109297"/>
                  <a:pt x="246718" y="108905"/>
                </a:cubicBezTo>
                <a:lnTo>
                  <a:pt x="246648" y="108874"/>
                </a:lnTo>
                <a:cubicBezTo>
                  <a:pt x="245850" y="108442"/>
                  <a:pt x="244831" y="108293"/>
                  <a:pt x="243734" y="108400"/>
                </a:cubicBezTo>
                <a:cubicBezTo>
                  <a:pt x="242523" y="108520"/>
                  <a:pt x="241222" y="108955"/>
                  <a:pt x="239990" y="109665"/>
                </a:cubicBezTo>
                <a:cubicBezTo>
                  <a:pt x="238412" y="110577"/>
                  <a:pt x="236738" y="112082"/>
                  <a:pt x="235281" y="113802"/>
                </a:cubicBezTo>
                <a:cubicBezTo>
                  <a:pt x="234001" y="115312"/>
                  <a:pt x="232903" y="116968"/>
                  <a:pt x="232199" y="118514"/>
                </a:cubicBezTo>
                <a:lnTo>
                  <a:pt x="243843" y="138679"/>
                </a:lnTo>
                <a:cubicBezTo>
                  <a:pt x="245126" y="140902"/>
                  <a:pt x="246166" y="142175"/>
                  <a:pt x="247172" y="142605"/>
                </a:cubicBezTo>
                <a:cubicBezTo>
                  <a:pt x="247999" y="142959"/>
                  <a:pt x="249019" y="142688"/>
                  <a:pt x="250398" y="141893"/>
                </a:cubicBezTo>
                <a:cubicBezTo>
                  <a:pt x="251065" y="141508"/>
                  <a:pt x="251652" y="141380"/>
                  <a:pt x="252286" y="141541"/>
                </a:cubicBezTo>
                <a:cubicBezTo>
                  <a:pt x="252942" y="141706"/>
                  <a:pt x="253396" y="142110"/>
                  <a:pt x="253785" y="142783"/>
                </a:cubicBezTo>
                <a:cubicBezTo>
                  <a:pt x="254204" y="143508"/>
                  <a:pt x="254429" y="144104"/>
                  <a:pt x="254468" y="144636"/>
                </a:cubicBezTo>
                <a:cubicBezTo>
                  <a:pt x="254535" y="145627"/>
                  <a:pt x="254147" y="146287"/>
                  <a:pt x="253333" y="146758"/>
                </a:cubicBezTo>
                <a:cubicBezTo>
                  <a:pt x="251441" y="147854"/>
                  <a:pt x="249402" y="148920"/>
                  <a:pt x="247384" y="149973"/>
                </a:cubicBezTo>
                <a:lnTo>
                  <a:pt x="244511" y="151485"/>
                </a:lnTo>
                <a:cubicBezTo>
                  <a:pt x="243235" y="152219"/>
                  <a:pt x="241806" y="153078"/>
                  <a:pt x="240320" y="153986"/>
                </a:cubicBezTo>
                <a:lnTo>
                  <a:pt x="236047" y="156617"/>
                </a:lnTo>
                <a:cubicBezTo>
                  <a:pt x="235286" y="157055"/>
                  <a:pt x="234759" y="157238"/>
                  <a:pt x="234053" y="157060"/>
                </a:cubicBezTo>
                <a:cubicBezTo>
                  <a:pt x="233319" y="156873"/>
                  <a:pt x="232955" y="156450"/>
                  <a:pt x="232516" y="155688"/>
                </a:cubicBezTo>
                <a:cubicBezTo>
                  <a:pt x="231181" y="153384"/>
                  <a:pt x="231179" y="153379"/>
                  <a:pt x="233490" y="151785"/>
                </a:cubicBezTo>
                <a:lnTo>
                  <a:pt x="233534" y="151752"/>
                </a:lnTo>
                <a:cubicBezTo>
                  <a:pt x="234876" y="150888"/>
                  <a:pt x="235518" y="149785"/>
                  <a:pt x="235543" y="148451"/>
                </a:cubicBezTo>
                <a:cubicBezTo>
                  <a:pt x="235570" y="146857"/>
                  <a:pt x="234845" y="144863"/>
                  <a:pt x="233479" y="142495"/>
                </a:cubicBezTo>
                <a:lnTo>
                  <a:pt x="224859" y="127574"/>
                </a:lnTo>
                <a:cubicBezTo>
                  <a:pt x="223667" y="125511"/>
                  <a:pt x="222849" y="124362"/>
                  <a:pt x="222014" y="123952"/>
                </a:cubicBezTo>
                <a:cubicBezTo>
                  <a:pt x="221263" y="123585"/>
                  <a:pt x="220186" y="123741"/>
                  <a:pt x="218430" y="124255"/>
                </a:cubicBezTo>
                <a:lnTo>
                  <a:pt x="218310" y="124287"/>
                </a:lnTo>
                <a:cubicBezTo>
                  <a:pt x="217819" y="124391"/>
                  <a:pt x="217413" y="124393"/>
                  <a:pt x="216927" y="124176"/>
                </a:cubicBezTo>
                <a:cubicBezTo>
                  <a:pt x="216472" y="123973"/>
                  <a:pt x="216164" y="123668"/>
                  <a:pt x="215882" y="123184"/>
                </a:cubicBezTo>
                <a:cubicBezTo>
                  <a:pt x="215567" y="122633"/>
                  <a:pt x="215457" y="122174"/>
                  <a:pt x="215580" y="121603"/>
                </a:cubicBezTo>
                <a:cubicBezTo>
                  <a:pt x="215678" y="121152"/>
                  <a:pt x="215890" y="120818"/>
                  <a:pt x="216240" y="120469"/>
                </a:cubicBezTo>
                <a:cubicBezTo>
                  <a:pt x="217327" y="119129"/>
                  <a:pt x="218502" y="117285"/>
                  <a:pt x="219637" y="115307"/>
                </a:cubicBezTo>
                <a:cubicBezTo>
                  <a:pt x="220815" y="113255"/>
                  <a:pt x="221970" y="111034"/>
                  <a:pt x="222958" y="109060"/>
                </a:cubicBezTo>
                <a:lnTo>
                  <a:pt x="223047" y="108901"/>
                </a:lnTo>
                <a:cubicBezTo>
                  <a:pt x="223209" y="108651"/>
                  <a:pt x="223428" y="108457"/>
                  <a:pt x="223683" y="108309"/>
                </a:cubicBezTo>
                <a:cubicBezTo>
                  <a:pt x="224011" y="108121"/>
                  <a:pt x="224462" y="108003"/>
                  <a:pt x="224852" y="107985"/>
                </a:cubicBezTo>
                <a:cubicBezTo>
                  <a:pt x="225326" y="107962"/>
                  <a:pt x="225858" y="108076"/>
                  <a:pt x="226238" y="108334"/>
                </a:cubicBezTo>
                <a:cubicBezTo>
                  <a:pt x="226426" y="108462"/>
                  <a:pt x="226505" y="108551"/>
                  <a:pt x="226663" y="108708"/>
                </a:cubicBezTo>
                <a:lnTo>
                  <a:pt x="229137" y="112992"/>
                </a:lnTo>
                <a:cubicBezTo>
                  <a:pt x="230412" y="110532"/>
                  <a:pt x="231719" y="108449"/>
                  <a:pt x="233117" y="106685"/>
                </a:cubicBezTo>
                <a:cubicBezTo>
                  <a:pt x="235064" y="104234"/>
                  <a:pt x="237189" y="102380"/>
                  <a:pt x="239637" y="100967"/>
                </a:cubicBezTo>
                <a:cubicBezTo>
                  <a:pt x="242200" y="99488"/>
                  <a:pt x="245076" y="98777"/>
                  <a:pt x="247809" y="98811"/>
                </a:cubicBezTo>
                <a:cubicBezTo>
                  <a:pt x="249803" y="98834"/>
                  <a:pt x="251735" y="99256"/>
                  <a:pt x="253433" y="100062"/>
                </a:cubicBezTo>
                <a:cubicBezTo>
                  <a:pt x="254207" y="97875"/>
                  <a:pt x="255508" y="95596"/>
                  <a:pt x="257129" y="93491"/>
                </a:cubicBezTo>
                <a:cubicBezTo>
                  <a:pt x="259280" y="90694"/>
                  <a:pt x="262026" y="88159"/>
                  <a:pt x="264861" y="86520"/>
                </a:cubicBezTo>
                <a:cubicBezTo>
                  <a:pt x="267627" y="84931"/>
                  <a:pt x="270372" y="84103"/>
                  <a:pt x="273006" y="84074"/>
                </a:cubicBezTo>
                <a:cubicBezTo>
                  <a:pt x="275686" y="84043"/>
                  <a:pt x="278228" y="84825"/>
                  <a:pt x="280522" y="86436"/>
                </a:cubicBezTo>
                <a:cubicBezTo>
                  <a:pt x="281737" y="87291"/>
                  <a:pt x="282671" y="88220"/>
                  <a:pt x="283875" y="89942"/>
                </a:cubicBezTo>
                <a:cubicBezTo>
                  <a:pt x="285007" y="91560"/>
                  <a:pt x="286366" y="93856"/>
                  <a:pt x="288480" y="97517"/>
                </a:cubicBezTo>
                <a:lnTo>
                  <a:pt x="294878" y="108593"/>
                </a:lnTo>
                <a:cubicBezTo>
                  <a:pt x="296279" y="111020"/>
                  <a:pt x="297332" y="112436"/>
                  <a:pt x="298383" y="112906"/>
                </a:cubicBezTo>
                <a:cubicBezTo>
                  <a:pt x="299282" y="113307"/>
                  <a:pt x="300474" y="113000"/>
                  <a:pt x="302281" y="112055"/>
                </a:cubicBezTo>
                <a:lnTo>
                  <a:pt x="302504" y="111961"/>
                </a:lnTo>
                <a:cubicBezTo>
                  <a:pt x="303165" y="111732"/>
                  <a:pt x="303642" y="111669"/>
                  <a:pt x="304275" y="111956"/>
                </a:cubicBezTo>
                <a:close/>
                <a:moveTo>
                  <a:pt x="200562" y="142435"/>
                </a:moveTo>
                <a:cubicBezTo>
                  <a:pt x="200791" y="142000"/>
                  <a:pt x="200689" y="141698"/>
                  <a:pt x="200373" y="141335"/>
                </a:cubicBezTo>
                <a:cubicBezTo>
                  <a:pt x="199497" y="140329"/>
                  <a:pt x="198303" y="139862"/>
                  <a:pt x="196984" y="139904"/>
                </a:cubicBezTo>
                <a:cubicBezTo>
                  <a:pt x="195483" y="139953"/>
                  <a:pt x="193793" y="140631"/>
                  <a:pt x="192132" y="141894"/>
                </a:cubicBezTo>
                <a:cubicBezTo>
                  <a:pt x="189879" y="143684"/>
                  <a:pt x="188367" y="146402"/>
                  <a:pt x="187729" y="149131"/>
                </a:cubicBezTo>
                <a:cubicBezTo>
                  <a:pt x="187227" y="151282"/>
                  <a:pt x="187270" y="153399"/>
                  <a:pt x="187924" y="154997"/>
                </a:cubicBezTo>
                <a:cubicBezTo>
                  <a:pt x="189105" y="153958"/>
                  <a:pt x="190662" y="152557"/>
                  <a:pt x="192213" y="151128"/>
                </a:cubicBezTo>
                <a:cubicBezTo>
                  <a:pt x="193605" y="149843"/>
                  <a:pt x="194950" y="148571"/>
                  <a:pt x="195938" y="147587"/>
                </a:cubicBezTo>
                <a:lnTo>
                  <a:pt x="195951" y="147574"/>
                </a:lnTo>
                <a:cubicBezTo>
                  <a:pt x="198565" y="145022"/>
                  <a:pt x="200012" y="143473"/>
                  <a:pt x="200562" y="142435"/>
                </a:cubicBezTo>
                <a:close/>
                <a:moveTo>
                  <a:pt x="200287" y="132857"/>
                </a:moveTo>
                <a:cubicBezTo>
                  <a:pt x="204601" y="132580"/>
                  <a:pt x="208633" y="133913"/>
                  <a:pt x="211259" y="136926"/>
                </a:cubicBezTo>
                <a:cubicBezTo>
                  <a:pt x="212412" y="138243"/>
                  <a:pt x="212842" y="139244"/>
                  <a:pt x="212159" y="140777"/>
                </a:cubicBezTo>
                <a:cubicBezTo>
                  <a:pt x="211702" y="141794"/>
                  <a:pt x="210628" y="142876"/>
                  <a:pt x="208681" y="144574"/>
                </a:cubicBezTo>
                <a:cubicBezTo>
                  <a:pt x="205477" y="147369"/>
                  <a:pt x="202397" y="149953"/>
                  <a:pt x="199326" y="152526"/>
                </a:cubicBezTo>
                <a:cubicBezTo>
                  <a:pt x="196395" y="154985"/>
                  <a:pt x="193456" y="157449"/>
                  <a:pt x="190774" y="159772"/>
                </a:cubicBezTo>
                <a:cubicBezTo>
                  <a:pt x="191126" y="160319"/>
                  <a:pt x="191700" y="161060"/>
                  <a:pt x="192537" y="162019"/>
                </a:cubicBezTo>
                <a:lnTo>
                  <a:pt x="192640" y="162136"/>
                </a:lnTo>
                <a:cubicBezTo>
                  <a:pt x="195921" y="165839"/>
                  <a:pt x="200225" y="167964"/>
                  <a:pt x="204576" y="168405"/>
                </a:cubicBezTo>
                <a:cubicBezTo>
                  <a:pt x="208939" y="168848"/>
                  <a:pt x="213361" y="167602"/>
                  <a:pt x="216836" y="164570"/>
                </a:cubicBezTo>
                <a:cubicBezTo>
                  <a:pt x="218396" y="163210"/>
                  <a:pt x="219527" y="161785"/>
                  <a:pt x="220247" y="160298"/>
                </a:cubicBezTo>
                <a:cubicBezTo>
                  <a:pt x="220945" y="158854"/>
                  <a:pt x="221268" y="157326"/>
                  <a:pt x="221237" y="155718"/>
                </a:cubicBezTo>
                <a:cubicBezTo>
                  <a:pt x="221224" y="155279"/>
                  <a:pt x="221232" y="154891"/>
                  <a:pt x="221287" y="154550"/>
                </a:cubicBezTo>
                <a:cubicBezTo>
                  <a:pt x="221386" y="153947"/>
                  <a:pt x="221623" y="153464"/>
                  <a:pt x="222058" y="153086"/>
                </a:cubicBezTo>
                <a:cubicBezTo>
                  <a:pt x="222559" y="152653"/>
                  <a:pt x="223242" y="152464"/>
                  <a:pt x="223946" y="152602"/>
                </a:cubicBezTo>
                <a:cubicBezTo>
                  <a:pt x="224452" y="152700"/>
                  <a:pt x="224969" y="152975"/>
                  <a:pt x="225388" y="153455"/>
                </a:cubicBezTo>
                <a:cubicBezTo>
                  <a:pt x="225681" y="153790"/>
                  <a:pt x="225913" y="154127"/>
                  <a:pt x="226110" y="154633"/>
                </a:cubicBezTo>
                <a:cubicBezTo>
                  <a:pt x="226267" y="155034"/>
                  <a:pt x="226397" y="155545"/>
                  <a:pt x="226520" y="156283"/>
                </a:cubicBezTo>
                <a:lnTo>
                  <a:pt x="226527" y="156340"/>
                </a:lnTo>
                <a:cubicBezTo>
                  <a:pt x="226971" y="159667"/>
                  <a:pt x="226585" y="162840"/>
                  <a:pt x="225372" y="165800"/>
                </a:cubicBezTo>
                <a:cubicBezTo>
                  <a:pt x="224173" y="168717"/>
                  <a:pt x="222182" y="171411"/>
                  <a:pt x="219409" y="173831"/>
                </a:cubicBezTo>
                <a:cubicBezTo>
                  <a:pt x="214443" y="178163"/>
                  <a:pt x="208386" y="180044"/>
                  <a:pt x="202452" y="179553"/>
                </a:cubicBezTo>
                <a:cubicBezTo>
                  <a:pt x="196552" y="179064"/>
                  <a:pt x="190779" y="176227"/>
                  <a:pt x="186328" y="171126"/>
                </a:cubicBezTo>
                <a:cubicBezTo>
                  <a:pt x="182049" y="166219"/>
                  <a:pt x="180086" y="160045"/>
                  <a:pt x="180373" y="154075"/>
                </a:cubicBezTo>
                <a:cubicBezTo>
                  <a:pt x="180660" y="148080"/>
                  <a:pt x="183218" y="142271"/>
                  <a:pt x="187968" y="138128"/>
                </a:cubicBezTo>
                <a:cubicBezTo>
                  <a:pt x="191662" y="134908"/>
                  <a:pt x="196127" y="133125"/>
                  <a:pt x="200287" y="132857"/>
                </a:cubicBezTo>
                <a:close/>
                <a:moveTo>
                  <a:pt x="164586" y="159702"/>
                </a:moveTo>
                <a:cubicBezTo>
                  <a:pt x="166280" y="159193"/>
                  <a:pt x="167920" y="159336"/>
                  <a:pt x="168955" y="160298"/>
                </a:cubicBezTo>
                <a:cubicBezTo>
                  <a:pt x="169466" y="160760"/>
                  <a:pt x="169934" y="161694"/>
                  <a:pt x="170304" y="162736"/>
                </a:cubicBezTo>
                <a:cubicBezTo>
                  <a:pt x="170713" y="163881"/>
                  <a:pt x="171084" y="165292"/>
                  <a:pt x="171245" y="166189"/>
                </a:cubicBezTo>
                <a:lnTo>
                  <a:pt x="171373" y="166700"/>
                </a:lnTo>
                <a:cubicBezTo>
                  <a:pt x="171834" y="168691"/>
                  <a:pt x="171586" y="168835"/>
                  <a:pt x="169279" y="169377"/>
                </a:cubicBezTo>
                <a:cubicBezTo>
                  <a:pt x="168575" y="169557"/>
                  <a:pt x="167840" y="169883"/>
                  <a:pt x="167113" y="170337"/>
                </a:cubicBezTo>
                <a:cubicBezTo>
                  <a:pt x="166356" y="170811"/>
                  <a:pt x="165610" y="171421"/>
                  <a:pt x="164915" y="172144"/>
                </a:cubicBezTo>
                <a:cubicBezTo>
                  <a:pt x="164044" y="173051"/>
                  <a:pt x="163298" y="174409"/>
                  <a:pt x="162800" y="175788"/>
                </a:cubicBezTo>
                <a:cubicBezTo>
                  <a:pt x="162292" y="177189"/>
                  <a:pt x="162051" y="178549"/>
                  <a:pt x="162203" y="179394"/>
                </a:cubicBezTo>
                <a:lnTo>
                  <a:pt x="162221" y="179556"/>
                </a:lnTo>
                <a:cubicBezTo>
                  <a:pt x="162266" y="179631"/>
                  <a:pt x="162429" y="179786"/>
                  <a:pt x="162662" y="180010"/>
                </a:cubicBezTo>
                <a:lnTo>
                  <a:pt x="175046" y="191889"/>
                </a:lnTo>
                <a:cubicBezTo>
                  <a:pt x="177664" y="194402"/>
                  <a:pt x="179336" y="195873"/>
                  <a:pt x="180595" y="196516"/>
                </a:cubicBezTo>
                <a:cubicBezTo>
                  <a:pt x="181504" y="196980"/>
                  <a:pt x="182225" y="196923"/>
                  <a:pt x="183158" y="196512"/>
                </a:cubicBezTo>
                <a:cubicBezTo>
                  <a:pt x="183742" y="196238"/>
                  <a:pt x="184479" y="195713"/>
                  <a:pt x="185205" y="195114"/>
                </a:cubicBezTo>
                <a:cubicBezTo>
                  <a:pt x="186107" y="194361"/>
                  <a:pt x="186967" y="193520"/>
                  <a:pt x="187527" y="192871"/>
                </a:cubicBezTo>
                <a:cubicBezTo>
                  <a:pt x="188015" y="192144"/>
                  <a:pt x="188695" y="191857"/>
                  <a:pt x="189595" y="192038"/>
                </a:cubicBezTo>
                <a:cubicBezTo>
                  <a:pt x="190103" y="192141"/>
                  <a:pt x="190622" y="192444"/>
                  <a:pt x="191157" y="192957"/>
                </a:cubicBezTo>
                <a:cubicBezTo>
                  <a:pt x="191746" y="193520"/>
                  <a:pt x="192088" y="193951"/>
                  <a:pt x="192244" y="194491"/>
                </a:cubicBezTo>
                <a:cubicBezTo>
                  <a:pt x="192502" y="195398"/>
                  <a:pt x="192252" y="195997"/>
                  <a:pt x="191595" y="196681"/>
                </a:cubicBezTo>
                <a:cubicBezTo>
                  <a:pt x="190380" y="197948"/>
                  <a:pt x="189141" y="199200"/>
                  <a:pt x="187905" y="200449"/>
                </a:cubicBezTo>
                <a:cubicBezTo>
                  <a:pt x="186720" y="201645"/>
                  <a:pt x="185533" y="202847"/>
                  <a:pt x="184329" y="204099"/>
                </a:cubicBezTo>
                <a:cubicBezTo>
                  <a:pt x="182626" y="205875"/>
                  <a:pt x="180902" y="207786"/>
                  <a:pt x="179174" y="209704"/>
                </a:cubicBezTo>
                <a:cubicBezTo>
                  <a:pt x="177447" y="211621"/>
                  <a:pt x="175701" y="213555"/>
                  <a:pt x="173816" y="215521"/>
                </a:cubicBezTo>
                <a:cubicBezTo>
                  <a:pt x="173326" y="216027"/>
                  <a:pt x="172893" y="216295"/>
                  <a:pt x="172251" y="216317"/>
                </a:cubicBezTo>
                <a:cubicBezTo>
                  <a:pt x="171589" y="216340"/>
                  <a:pt x="171133" y="216098"/>
                  <a:pt x="170614" y="215597"/>
                </a:cubicBezTo>
                <a:cubicBezTo>
                  <a:pt x="169991" y="215002"/>
                  <a:pt x="169633" y="214570"/>
                  <a:pt x="169456" y="214007"/>
                </a:cubicBezTo>
                <a:cubicBezTo>
                  <a:pt x="169217" y="213234"/>
                  <a:pt x="169358" y="212674"/>
                  <a:pt x="169761" y="211925"/>
                </a:cubicBezTo>
                <a:cubicBezTo>
                  <a:pt x="169905" y="211658"/>
                  <a:pt x="170139" y="211386"/>
                  <a:pt x="170319" y="211141"/>
                </a:cubicBezTo>
                <a:cubicBezTo>
                  <a:pt x="171754" y="209211"/>
                  <a:pt x="173081" y="207420"/>
                  <a:pt x="171970" y="205267"/>
                </a:cubicBezTo>
                <a:lnTo>
                  <a:pt x="171957" y="205248"/>
                </a:lnTo>
                <a:cubicBezTo>
                  <a:pt x="171509" y="204347"/>
                  <a:pt x="171117" y="203702"/>
                  <a:pt x="170277" y="202750"/>
                </a:cubicBezTo>
                <a:cubicBezTo>
                  <a:pt x="169318" y="201668"/>
                  <a:pt x="167843" y="200216"/>
                  <a:pt x="165279" y="197757"/>
                </a:cubicBezTo>
                <a:lnTo>
                  <a:pt x="155818" y="188679"/>
                </a:lnTo>
                <a:cubicBezTo>
                  <a:pt x="154388" y="187307"/>
                  <a:pt x="153340" y="186668"/>
                  <a:pt x="152444" y="186612"/>
                </a:cubicBezTo>
                <a:cubicBezTo>
                  <a:pt x="151586" y="186560"/>
                  <a:pt x="150637" y="187055"/>
                  <a:pt x="149425" y="187951"/>
                </a:cubicBezTo>
                <a:lnTo>
                  <a:pt x="149386" y="187975"/>
                </a:lnTo>
                <a:cubicBezTo>
                  <a:pt x="148728" y="188437"/>
                  <a:pt x="148296" y="188682"/>
                  <a:pt x="147826" y="188765"/>
                </a:cubicBezTo>
                <a:lnTo>
                  <a:pt x="147807" y="188765"/>
                </a:lnTo>
                <a:cubicBezTo>
                  <a:pt x="146921" y="188914"/>
                  <a:pt x="146467" y="188648"/>
                  <a:pt x="145892" y="188093"/>
                </a:cubicBezTo>
                <a:cubicBezTo>
                  <a:pt x="145033" y="187269"/>
                  <a:pt x="145185" y="186452"/>
                  <a:pt x="145339" y="185639"/>
                </a:cubicBezTo>
                <a:lnTo>
                  <a:pt x="145377" y="185488"/>
                </a:lnTo>
                <a:cubicBezTo>
                  <a:pt x="145513" y="185018"/>
                  <a:pt x="145646" y="184645"/>
                  <a:pt x="145806" y="184190"/>
                </a:cubicBezTo>
                <a:cubicBezTo>
                  <a:pt x="146278" y="182857"/>
                  <a:pt x="147030" y="180750"/>
                  <a:pt x="148394" y="175004"/>
                </a:cubicBezTo>
                <a:lnTo>
                  <a:pt x="148642" y="174057"/>
                </a:lnTo>
                <a:cubicBezTo>
                  <a:pt x="148822" y="173319"/>
                  <a:pt x="148927" y="172904"/>
                  <a:pt x="149312" y="172493"/>
                </a:cubicBezTo>
                <a:lnTo>
                  <a:pt x="149344" y="172456"/>
                </a:lnTo>
                <a:cubicBezTo>
                  <a:pt x="149529" y="172277"/>
                  <a:pt x="149897" y="171982"/>
                  <a:pt x="150295" y="171813"/>
                </a:cubicBezTo>
                <a:cubicBezTo>
                  <a:pt x="150976" y="171521"/>
                  <a:pt x="151769" y="171461"/>
                  <a:pt x="152486" y="172071"/>
                </a:cubicBezTo>
                <a:cubicBezTo>
                  <a:pt x="153458" y="172785"/>
                  <a:pt x="154830" y="173859"/>
                  <a:pt x="156200" y="174933"/>
                </a:cubicBezTo>
                <a:lnTo>
                  <a:pt x="157189" y="175703"/>
                </a:lnTo>
                <a:cubicBezTo>
                  <a:pt x="156795" y="171118"/>
                  <a:pt x="156835" y="166039"/>
                  <a:pt x="160459" y="162262"/>
                </a:cubicBezTo>
                <a:cubicBezTo>
                  <a:pt x="161639" y="161033"/>
                  <a:pt x="163173" y="160127"/>
                  <a:pt x="164586" y="159702"/>
                </a:cubicBezTo>
                <a:close/>
                <a:moveTo>
                  <a:pt x="152889" y="224112"/>
                </a:moveTo>
                <a:cubicBezTo>
                  <a:pt x="152073" y="220405"/>
                  <a:pt x="149698" y="216710"/>
                  <a:pt x="145943" y="213746"/>
                </a:cubicBezTo>
                <a:cubicBezTo>
                  <a:pt x="142132" y="210739"/>
                  <a:pt x="137973" y="209389"/>
                  <a:pt x="134116" y="209647"/>
                </a:cubicBezTo>
                <a:cubicBezTo>
                  <a:pt x="130320" y="209902"/>
                  <a:pt x="126780" y="211731"/>
                  <a:pt x="124134" y="215086"/>
                </a:cubicBezTo>
                <a:cubicBezTo>
                  <a:pt x="122978" y="216551"/>
                  <a:pt x="122170" y="218074"/>
                  <a:pt x="121672" y="219690"/>
                </a:cubicBezTo>
                <a:cubicBezTo>
                  <a:pt x="121234" y="221103"/>
                  <a:pt x="121026" y="222605"/>
                  <a:pt x="121017" y="224212"/>
                </a:cubicBezTo>
                <a:lnTo>
                  <a:pt x="134552" y="234894"/>
                </a:lnTo>
                <a:cubicBezTo>
                  <a:pt x="134978" y="235232"/>
                  <a:pt x="136573" y="236489"/>
                  <a:pt x="138359" y="237788"/>
                </a:cubicBezTo>
                <a:cubicBezTo>
                  <a:pt x="139767" y="238820"/>
                  <a:pt x="141094" y="239774"/>
                  <a:pt x="141229" y="239839"/>
                </a:cubicBezTo>
                <a:cubicBezTo>
                  <a:pt x="142620" y="239714"/>
                  <a:pt x="144419" y="239026"/>
                  <a:pt x="146168" y="237999"/>
                </a:cubicBezTo>
                <a:cubicBezTo>
                  <a:pt x="147899" y="236984"/>
                  <a:pt x="149545" y="235652"/>
                  <a:pt x="150676" y="234221"/>
                </a:cubicBezTo>
                <a:cubicBezTo>
                  <a:pt x="152989" y="231288"/>
                  <a:pt x="153672" y="227692"/>
                  <a:pt x="152889" y="224112"/>
                </a:cubicBezTo>
                <a:close/>
                <a:moveTo>
                  <a:pt x="134703" y="198516"/>
                </a:moveTo>
                <a:cubicBezTo>
                  <a:pt x="139863" y="197888"/>
                  <a:pt x="145261" y="199350"/>
                  <a:pt x="149923" y="203029"/>
                </a:cubicBezTo>
                <a:lnTo>
                  <a:pt x="150047" y="203126"/>
                </a:lnTo>
                <a:cubicBezTo>
                  <a:pt x="155715" y="207655"/>
                  <a:pt x="159097" y="213977"/>
                  <a:pt x="159979" y="220554"/>
                </a:cubicBezTo>
                <a:cubicBezTo>
                  <a:pt x="160871" y="227199"/>
                  <a:pt x="159220" y="234114"/>
                  <a:pt x="154806" y="239707"/>
                </a:cubicBezTo>
                <a:lnTo>
                  <a:pt x="154710" y="239830"/>
                </a:lnTo>
                <a:cubicBezTo>
                  <a:pt x="153794" y="240972"/>
                  <a:pt x="152772" y="242095"/>
                  <a:pt x="151559" y="243315"/>
                </a:cubicBezTo>
                <a:cubicBezTo>
                  <a:pt x="150288" y="244590"/>
                  <a:pt x="148825" y="245967"/>
                  <a:pt x="147078" y="247580"/>
                </a:cubicBezTo>
                <a:cubicBezTo>
                  <a:pt x="143560" y="250868"/>
                  <a:pt x="142951" y="251630"/>
                  <a:pt x="141073" y="254011"/>
                </a:cubicBezTo>
                <a:lnTo>
                  <a:pt x="141050" y="254049"/>
                </a:lnTo>
                <a:cubicBezTo>
                  <a:pt x="140723" y="254466"/>
                  <a:pt x="140276" y="254680"/>
                  <a:pt x="139796" y="254735"/>
                </a:cubicBezTo>
                <a:lnTo>
                  <a:pt x="139778" y="254735"/>
                </a:lnTo>
                <a:cubicBezTo>
                  <a:pt x="139409" y="254772"/>
                  <a:pt x="139016" y="254702"/>
                  <a:pt x="138662" y="254571"/>
                </a:cubicBezTo>
                <a:lnTo>
                  <a:pt x="138645" y="254565"/>
                </a:lnTo>
                <a:cubicBezTo>
                  <a:pt x="138357" y="254454"/>
                  <a:pt x="138067" y="254290"/>
                  <a:pt x="137843" y="254115"/>
                </a:cubicBezTo>
                <a:cubicBezTo>
                  <a:pt x="137459" y="253812"/>
                  <a:pt x="137168" y="253398"/>
                  <a:pt x="137069" y="252921"/>
                </a:cubicBezTo>
                <a:cubicBezTo>
                  <a:pt x="136956" y="252405"/>
                  <a:pt x="136484" y="251546"/>
                  <a:pt x="135731" y="250566"/>
                </a:cubicBezTo>
                <a:cubicBezTo>
                  <a:pt x="135032" y="249658"/>
                  <a:pt x="134116" y="248692"/>
                  <a:pt x="133030" y="247837"/>
                </a:cubicBezTo>
                <a:lnTo>
                  <a:pt x="94123" y="217127"/>
                </a:lnTo>
                <a:cubicBezTo>
                  <a:pt x="91918" y="215388"/>
                  <a:pt x="90338" y="214470"/>
                  <a:pt x="89007" y="214374"/>
                </a:cubicBezTo>
                <a:cubicBezTo>
                  <a:pt x="87795" y="214286"/>
                  <a:pt x="86568" y="214935"/>
                  <a:pt x="84975" y="216316"/>
                </a:cubicBezTo>
                <a:lnTo>
                  <a:pt x="84912" y="216366"/>
                </a:lnTo>
                <a:cubicBezTo>
                  <a:pt x="84398" y="216767"/>
                  <a:pt x="83902" y="216932"/>
                  <a:pt x="83340" y="216895"/>
                </a:cubicBezTo>
                <a:lnTo>
                  <a:pt x="83321" y="216895"/>
                </a:lnTo>
                <a:cubicBezTo>
                  <a:pt x="82808" y="216856"/>
                  <a:pt x="82403" y="216655"/>
                  <a:pt x="81992" y="216332"/>
                </a:cubicBezTo>
                <a:cubicBezTo>
                  <a:pt x="80594" y="215217"/>
                  <a:pt x="80674" y="215007"/>
                  <a:pt x="81347" y="213191"/>
                </a:cubicBezTo>
                <a:lnTo>
                  <a:pt x="81395" y="213049"/>
                </a:lnTo>
                <a:cubicBezTo>
                  <a:pt x="82133" y="211014"/>
                  <a:pt x="82836" y="208445"/>
                  <a:pt x="83340" y="206000"/>
                </a:cubicBezTo>
                <a:cubicBezTo>
                  <a:pt x="83806" y="203742"/>
                  <a:pt x="84104" y="201617"/>
                  <a:pt x="84100" y="200170"/>
                </a:cubicBezTo>
                <a:cubicBezTo>
                  <a:pt x="84080" y="199888"/>
                  <a:pt x="84108" y="199606"/>
                  <a:pt x="84161" y="199364"/>
                </a:cubicBezTo>
                <a:cubicBezTo>
                  <a:pt x="84241" y="198970"/>
                  <a:pt x="84450" y="198564"/>
                  <a:pt x="84611" y="198363"/>
                </a:cubicBezTo>
                <a:lnTo>
                  <a:pt x="84774" y="198180"/>
                </a:lnTo>
                <a:cubicBezTo>
                  <a:pt x="85519" y="197497"/>
                  <a:pt x="86019" y="197106"/>
                  <a:pt x="86765" y="197036"/>
                </a:cubicBezTo>
                <a:cubicBezTo>
                  <a:pt x="87754" y="196944"/>
                  <a:pt x="88332" y="197359"/>
                  <a:pt x="89011" y="198331"/>
                </a:cubicBezTo>
                <a:cubicBezTo>
                  <a:pt x="89419" y="198824"/>
                  <a:pt x="90491" y="199822"/>
                  <a:pt x="92051" y="201165"/>
                </a:cubicBezTo>
                <a:cubicBezTo>
                  <a:pt x="93664" y="202555"/>
                  <a:pt x="95816" y="204321"/>
                  <a:pt x="98323" y="206297"/>
                </a:cubicBezTo>
                <a:lnTo>
                  <a:pt x="115863" y="220147"/>
                </a:lnTo>
                <a:cubicBezTo>
                  <a:pt x="115955" y="218282"/>
                  <a:pt x="116267" y="216437"/>
                  <a:pt x="116780" y="214661"/>
                </a:cubicBezTo>
                <a:cubicBezTo>
                  <a:pt x="117634" y="211693"/>
                  <a:pt x="119044" y="208917"/>
                  <a:pt x="120906" y="206555"/>
                </a:cubicBezTo>
                <a:cubicBezTo>
                  <a:pt x="124610" y="201869"/>
                  <a:pt x="129533" y="199145"/>
                  <a:pt x="134703" y="198516"/>
                </a:cubicBezTo>
                <a:close/>
                <a:moveTo>
                  <a:pt x="100521" y="253156"/>
                </a:moveTo>
                <a:cubicBezTo>
                  <a:pt x="100620" y="252675"/>
                  <a:pt x="100438" y="252417"/>
                  <a:pt x="100029" y="252156"/>
                </a:cubicBezTo>
                <a:cubicBezTo>
                  <a:pt x="98908" y="251435"/>
                  <a:pt x="97635" y="251319"/>
                  <a:pt x="96381" y="251726"/>
                </a:cubicBezTo>
                <a:cubicBezTo>
                  <a:pt x="94958" y="252188"/>
                  <a:pt x="93526" y="253301"/>
                  <a:pt x="92291" y="254962"/>
                </a:cubicBezTo>
                <a:cubicBezTo>
                  <a:pt x="90611" y="257321"/>
                  <a:pt x="89912" y="260364"/>
                  <a:pt x="90059" y="263167"/>
                </a:cubicBezTo>
                <a:cubicBezTo>
                  <a:pt x="90175" y="265368"/>
                  <a:pt x="90806" y="267384"/>
                  <a:pt x="91879" y="268737"/>
                </a:cubicBezTo>
                <a:cubicBezTo>
                  <a:pt x="92734" y="267399"/>
                  <a:pt x="93836" y="265626"/>
                  <a:pt x="94906" y="263855"/>
                </a:cubicBezTo>
                <a:cubicBezTo>
                  <a:pt x="95888" y="262228"/>
                  <a:pt x="96832" y="260625"/>
                  <a:pt x="97508" y="259399"/>
                </a:cubicBezTo>
                <a:lnTo>
                  <a:pt x="97521" y="259379"/>
                </a:lnTo>
                <a:cubicBezTo>
                  <a:pt x="99323" y="256196"/>
                  <a:pt x="100284" y="254305"/>
                  <a:pt x="100521" y="253156"/>
                </a:cubicBezTo>
                <a:close/>
                <a:moveTo>
                  <a:pt x="97594" y="244035"/>
                </a:moveTo>
                <a:cubicBezTo>
                  <a:pt x="101491" y="242629"/>
                  <a:pt x="105549" y="242716"/>
                  <a:pt x="108834" y="244626"/>
                </a:cubicBezTo>
                <a:lnTo>
                  <a:pt x="109261" y="244885"/>
                </a:lnTo>
                <a:cubicBezTo>
                  <a:pt x="110737" y="245832"/>
                  <a:pt x="111430" y="246676"/>
                  <a:pt x="111198" y="248334"/>
                </a:cubicBezTo>
                <a:cubicBezTo>
                  <a:pt x="111042" y="249442"/>
                  <a:pt x="110310" y="250778"/>
                  <a:pt x="108915" y="252952"/>
                </a:cubicBezTo>
                <a:cubicBezTo>
                  <a:pt x="106772" y="256289"/>
                  <a:pt x="104443" y="259760"/>
                  <a:pt x="102120" y="263227"/>
                </a:cubicBezTo>
                <a:cubicBezTo>
                  <a:pt x="100060" y="266298"/>
                  <a:pt x="97997" y="269373"/>
                  <a:pt x="95951" y="272538"/>
                </a:cubicBezTo>
                <a:cubicBezTo>
                  <a:pt x="96433" y="272955"/>
                  <a:pt x="97189" y="273505"/>
                  <a:pt x="98267" y="274197"/>
                </a:cubicBezTo>
                <a:cubicBezTo>
                  <a:pt x="102490" y="276910"/>
                  <a:pt x="107269" y="277776"/>
                  <a:pt x="111613" y="276981"/>
                </a:cubicBezTo>
                <a:cubicBezTo>
                  <a:pt x="115921" y="276193"/>
                  <a:pt x="119819" y="273763"/>
                  <a:pt x="122314" y="269881"/>
                </a:cubicBezTo>
                <a:cubicBezTo>
                  <a:pt x="123434" y="268137"/>
                  <a:pt x="124123" y="266455"/>
                  <a:pt x="124400" y="264826"/>
                </a:cubicBezTo>
                <a:cubicBezTo>
                  <a:pt x="124670" y="263243"/>
                  <a:pt x="124551" y="261683"/>
                  <a:pt x="124068" y="260138"/>
                </a:cubicBezTo>
                <a:cubicBezTo>
                  <a:pt x="123940" y="259726"/>
                  <a:pt x="123838" y="259358"/>
                  <a:pt x="123799" y="259014"/>
                </a:cubicBezTo>
                <a:cubicBezTo>
                  <a:pt x="123724" y="258409"/>
                  <a:pt x="123816" y="257874"/>
                  <a:pt x="124133" y="257390"/>
                </a:cubicBezTo>
                <a:cubicBezTo>
                  <a:pt x="124485" y="256857"/>
                  <a:pt x="125054" y="256501"/>
                  <a:pt x="125721" y="256417"/>
                </a:cubicBezTo>
                <a:cubicBezTo>
                  <a:pt x="126094" y="256370"/>
                  <a:pt x="126503" y="256411"/>
                  <a:pt x="126910" y="256563"/>
                </a:cubicBezTo>
                <a:lnTo>
                  <a:pt x="127033" y="256563"/>
                </a:lnTo>
                <a:lnTo>
                  <a:pt x="127435" y="256823"/>
                </a:lnTo>
                <a:cubicBezTo>
                  <a:pt x="127804" y="257059"/>
                  <a:pt x="128118" y="257317"/>
                  <a:pt x="128456" y="257759"/>
                </a:cubicBezTo>
                <a:cubicBezTo>
                  <a:pt x="128714" y="258094"/>
                  <a:pt x="128980" y="258547"/>
                  <a:pt x="129306" y="259227"/>
                </a:cubicBezTo>
                <a:lnTo>
                  <a:pt x="129332" y="259272"/>
                </a:lnTo>
                <a:cubicBezTo>
                  <a:pt x="130685" y="262346"/>
                  <a:pt x="131196" y="265501"/>
                  <a:pt x="130857" y="268682"/>
                </a:cubicBezTo>
                <a:cubicBezTo>
                  <a:pt x="130522" y="271818"/>
                  <a:pt x="129361" y="274962"/>
                  <a:pt x="127367" y="278063"/>
                </a:cubicBezTo>
                <a:cubicBezTo>
                  <a:pt x="123813" y="283593"/>
                  <a:pt x="118531" y="287084"/>
                  <a:pt x="112701" y="288270"/>
                </a:cubicBezTo>
                <a:cubicBezTo>
                  <a:pt x="106889" y="289452"/>
                  <a:pt x="100542" y="288341"/>
                  <a:pt x="94840" y="284678"/>
                </a:cubicBezTo>
                <a:cubicBezTo>
                  <a:pt x="89362" y="281158"/>
                  <a:pt x="85754" y="275774"/>
                  <a:pt x="84367" y="269957"/>
                </a:cubicBezTo>
                <a:cubicBezTo>
                  <a:pt x="82980" y="264139"/>
                  <a:pt x="83809" y="257870"/>
                  <a:pt x="87191" y="252574"/>
                </a:cubicBezTo>
                <a:lnTo>
                  <a:pt x="87224" y="252522"/>
                </a:lnTo>
                <a:cubicBezTo>
                  <a:pt x="89873" y="248402"/>
                  <a:pt x="93667" y="245451"/>
                  <a:pt x="97594" y="244035"/>
                </a:cubicBezTo>
                <a:close/>
                <a:moveTo>
                  <a:pt x="107608" y="298379"/>
                </a:moveTo>
                <a:cubicBezTo>
                  <a:pt x="108185" y="298092"/>
                  <a:pt x="108764" y="298085"/>
                  <a:pt x="109413" y="298390"/>
                </a:cubicBezTo>
                <a:lnTo>
                  <a:pt x="109512" y="298433"/>
                </a:lnTo>
                <a:cubicBezTo>
                  <a:pt x="110442" y="298913"/>
                  <a:pt x="111016" y="299325"/>
                  <a:pt x="111370" y="299813"/>
                </a:cubicBezTo>
                <a:cubicBezTo>
                  <a:pt x="112022" y="300705"/>
                  <a:pt x="111949" y="301446"/>
                  <a:pt x="111485" y="302360"/>
                </a:cubicBezTo>
                <a:cubicBezTo>
                  <a:pt x="111220" y="302880"/>
                  <a:pt x="110860" y="303510"/>
                  <a:pt x="110406" y="304310"/>
                </a:cubicBezTo>
                <a:cubicBezTo>
                  <a:pt x="109481" y="305933"/>
                  <a:pt x="108101" y="308357"/>
                  <a:pt x="105642" y="313343"/>
                </a:cubicBezTo>
                <a:lnTo>
                  <a:pt x="105635" y="313363"/>
                </a:lnTo>
                <a:cubicBezTo>
                  <a:pt x="104420" y="315746"/>
                  <a:pt x="103575" y="317525"/>
                  <a:pt x="102774" y="319216"/>
                </a:cubicBezTo>
                <a:cubicBezTo>
                  <a:pt x="101992" y="320867"/>
                  <a:pt x="101242" y="322445"/>
                  <a:pt x="100414" y="324072"/>
                </a:cubicBezTo>
                <a:cubicBezTo>
                  <a:pt x="99984" y="324898"/>
                  <a:pt x="99625" y="325359"/>
                  <a:pt x="98803" y="325555"/>
                </a:cubicBezTo>
                <a:cubicBezTo>
                  <a:pt x="98118" y="325724"/>
                  <a:pt x="97570" y="325549"/>
                  <a:pt x="96743" y="325127"/>
                </a:cubicBezTo>
                <a:cubicBezTo>
                  <a:pt x="95987" y="324739"/>
                  <a:pt x="95516" y="324400"/>
                  <a:pt x="95232" y="323771"/>
                </a:cubicBezTo>
                <a:cubicBezTo>
                  <a:pt x="94898" y="323036"/>
                  <a:pt x="94999" y="322402"/>
                  <a:pt x="95438" y="321542"/>
                </a:cubicBezTo>
                <a:lnTo>
                  <a:pt x="95781" y="320857"/>
                </a:lnTo>
                <a:cubicBezTo>
                  <a:pt x="98473" y="315572"/>
                  <a:pt x="93745" y="313165"/>
                  <a:pt x="89495" y="311003"/>
                </a:cubicBezTo>
                <a:lnTo>
                  <a:pt x="53485" y="292643"/>
                </a:lnTo>
                <a:cubicBezTo>
                  <a:pt x="48698" y="290200"/>
                  <a:pt x="45898" y="288959"/>
                  <a:pt x="44133" y="288854"/>
                </a:cubicBezTo>
                <a:cubicBezTo>
                  <a:pt x="42874" y="288779"/>
                  <a:pt x="42086" y="289564"/>
                  <a:pt x="41095" y="291160"/>
                </a:cubicBezTo>
                <a:lnTo>
                  <a:pt x="41052" y="291220"/>
                </a:lnTo>
                <a:cubicBezTo>
                  <a:pt x="39768" y="293230"/>
                  <a:pt x="39631" y="293428"/>
                  <a:pt x="37868" y="292531"/>
                </a:cubicBezTo>
                <a:cubicBezTo>
                  <a:pt x="36343" y="291756"/>
                  <a:pt x="36377" y="291461"/>
                  <a:pt x="36520" y="290059"/>
                </a:cubicBezTo>
                <a:lnTo>
                  <a:pt x="36544" y="289861"/>
                </a:lnTo>
                <a:cubicBezTo>
                  <a:pt x="36778" y="288388"/>
                  <a:pt x="36882" y="286245"/>
                  <a:pt x="36892" y="283945"/>
                </a:cubicBezTo>
                <a:cubicBezTo>
                  <a:pt x="36903" y="281277"/>
                  <a:pt x="36786" y="278358"/>
                  <a:pt x="36604" y="275972"/>
                </a:cubicBezTo>
                <a:cubicBezTo>
                  <a:pt x="36531" y="275727"/>
                  <a:pt x="36473" y="275495"/>
                  <a:pt x="36457" y="275208"/>
                </a:cubicBezTo>
                <a:cubicBezTo>
                  <a:pt x="36428" y="274605"/>
                  <a:pt x="36569" y="274095"/>
                  <a:pt x="37026" y="273612"/>
                </a:cubicBezTo>
                <a:cubicBezTo>
                  <a:pt x="37508" y="273034"/>
                  <a:pt x="37925" y="272707"/>
                  <a:pt x="38329" y="272545"/>
                </a:cubicBezTo>
                <a:cubicBezTo>
                  <a:pt x="39270" y="272171"/>
                  <a:pt x="39878" y="272423"/>
                  <a:pt x="40441" y="272979"/>
                </a:cubicBezTo>
                <a:cubicBezTo>
                  <a:pt x="41237" y="273652"/>
                  <a:pt x="42812" y="274678"/>
                  <a:pt x="44837" y="275867"/>
                </a:cubicBezTo>
                <a:cubicBezTo>
                  <a:pt x="46988" y="277134"/>
                  <a:pt x="49707" y="278611"/>
                  <a:pt x="52588" y="280079"/>
                </a:cubicBezTo>
                <a:lnTo>
                  <a:pt x="91803" y="300077"/>
                </a:lnTo>
                <a:cubicBezTo>
                  <a:pt x="96614" y="302528"/>
                  <a:pt x="103277" y="305922"/>
                  <a:pt x="106062" y="300459"/>
                </a:cubicBezTo>
                <a:lnTo>
                  <a:pt x="106565" y="299487"/>
                </a:lnTo>
                <a:cubicBezTo>
                  <a:pt x="106810" y="298992"/>
                  <a:pt x="107115" y="298619"/>
                  <a:pt x="107608" y="298379"/>
                </a:cubicBezTo>
                <a:close/>
                <a:moveTo>
                  <a:pt x="60836" y="327519"/>
                </a:moveTo>
                <a:cubicBezTo>
                  <a:pt x="60841" y="327034"/>
                  <a:pt x="60611" y="326815"/>
                  <a:pt x="60160" y="326637"/>
                </a:cubicBezTo>
                <a:cubicBezTo>
                  <a:pt x="58922" y="326139"/>
                  <a:pt x="57647" y="326269"/>
                  <a:pt x="56492" y="326911"/>
                </a:cubicBezTo>
                <a:cubicBezTo>
                  <a:pt x="55188" y="327638"/>
                  <a:pt x="54000" y="329002"/>
                  <a:pt x="53107" y="330872"/>
                </a:cubicBezTo>
                <a:cubicBezTo>
                  <a:pt x="51911" y="333510"/>
                  <a:pt x="51809" y="336631"/>
                  <a:pt x="52492" y="339353"/>
                </a:cubicBezTo>
                <a:cubicBezTo>
                  <a:pt x="53029" y="341496"/>
                  <a:pt x="54038" y="343357"/>
                  <a:pt x="55350" y="344476"/>
                </a:cubicBezTo>
                <a:cubicBezTo>
                  <a:pt x="55921" y="343019"/>
                  <a:pt x="56662" y="341066"/>
                  <a:pt x="57386" y="339084"/>
                </a:cubicBezTo>
                <a:cubicBezTo>
                  <a:pt x="58038" y="337298"/>
                  <a:pt x="58654" y="335544"/>
                  <a:pt x="59079" y="334222"/>
                </a:cubicBezTo>
                <a:lnTo>
                  <a:pt x="59086" y="334204"/>
                </a:lnTo>
                <a:cubicBezTo>
                  <a:pt x="60244" y="330731"/>
                  <a:pt x="60825" y="328691"/>
                  <a:pt x="60836" y="327519"/>
                </a:cubicBezTo>
                <a:close/>
                <a:moveTo>
                  <a:pt x="56207" y="319134"/>
                </a:moveTo>
                <a:cubicBezTo>
                  <a:pt x="59916" y="316912"/>
                  <a:pt x="64106" y="316255"/>
                  <a:pt x="67820" y="317726"/>
                </a:cubicBezTo>
                <a:cubicBezTo>
                  <a:pt x="69451" y="318367"/>
                  <a:pt x="70297" y="319063"/>
                  <a:pt x="70386" y="320745"/>
                </a:cubicBezTo>
                <a:cubicBezTo>
                  <a:pt x="70444" y="321852"/>
                  <a:pt x="69984" y="323302"/>
                  <a:pt x="69030" y="325707"/>
                </a:cubicBezTo>
                <a:cubicBezTo>
                  <a:pt x="67414" y="329779"/>
                  <a:pt x="65878" y="333439"/>
                  <a:pt x="64347" y="337085"/>
                </a:cubicBezTo>
                <a:cubicBezTo>
                  <a:pt x="62853" y="340648"/>
                  <a:pt x="61350" y="344224"/>
                  <a:pt x="60069" y="347418"/>
                </a:cubicBezTo>
                <a:cubicBezTo>
                  <a:pt x="60635" y="347743"/>
                  <a:pt x="61488" y="348140"/>
                  <a:pt x="62671" y="348611"/>
                </a:cubicBezTo>
                <a:cubicBezTo>
                  <a:pt x="67325" y="350458"/>
                  <a:pt x="72183" y="350385"/>
                  <a:pt x="76302" y="348766"/>
                </a:cubicBezTo>
                <a:cubicBezTo>
                  <a:pt x="80380" y="347164"/>
                  <a:pt x="83738" y="344033"/>
                  <a:pt x="85438" y="339749"/>
                </a:cubicBezTo>
                <a:cubicBezTo>
                  <a:pt x="86202" y="337823"/>
                  <a:pt x="86554" y="336039"/>
                  <a:pt x="86515" y="334386"/>
                </a:cubicBezTo>
                <a:cubicBezTo>
                  <a:pt x="86476" y="332791"/>
                  <a:pt x="86057" y="331283"/>
                  <a:pt x="85284" y="329855"/>
                </a:cubicBezTo>
                <a:cubicBezTo>
                  <a:pt x="85084" y="329479"/>
                  <a:pt x="84917" y="329140"/>
                  <a:pt x="84808" y="328804"/>
                </a:cubicBezTo>
                <a:cubicBezTo>
                  <a:pt x="84619" y="328230"/>
                  <a:pt x="84602" y="327693"/>
                  <a:pt x="84810" y="327163"/>
                </a:cubicBezTo>
                <a:cubicBezTo>
                  <a:pt x="85065" y="326533"/>
                  <a:pt x="85594" y="326051"/>
                  <a:pt x="86278" y="325853"/>
                </a:cubicBezTo>
                <a:cubicBezTo>
                  <a:pt x="86781" y="325706"/>
                  <a:pt x="87365" y="325716"/>
                  <a:pt x="87951" y="325948"/>
                </a:cubicBezTo>
                <a:cubicBezTo>
                  <a:pt x="88354" y="326110"/>
                  <a:pt x="88710" y="326304"/>
                  <a:pt x="89123" y="326666"/>
                </a:cubicBezTo>
                <a:cubicBezTo>
                  <a:pt x="89467" y="326966"/>
                  <a:pt x="89819" y="327362"/>
                  <a:pt x="90254" y="327944"/>
                </a:cubicBezTo>
                <a:lnTo>
                  <a:pt x="90285" y="327990"/>
                </a:lnTo>
                <a:cubicBezTo>
                  <a:pt x="92205" y="330751"/>
                  <a:pt x="93315" y="333747"/>
                  <a:pt x="93591" y="336934"/>
                </a:cubicBezTo>
                <a:cubicBezTo>
                  <a:pt x="93863" y="340064"/>
                  <a:pt x="93325" y="343371"/>
                  <a:pt x="91962" y="346807"/>
                </a:cubicBezTo>
                <a:cubicBezTo>
                  <a:pt x="89534" y="352926"/>
                  <a:pt x="85011" y="357369"/>
                  <a:pt x="79507" y="359651"/>
                </a:cubicBezTo>
                <a:cubicBezTo>
                  <a:pt x="74128" y="361883"/>
                  <a:pt x="67816" y="362036"/>
                  <a:pt x="61623" y="359664"/>
                </a:cubicBezTo>
                <a:lnTo>
                  <a:pt x="61313" y="359544"/>
                </a:lnTo>
                <a:cubicBezTo>
                  <a:pt x="55266" y="357142"/>
                  <a:pt x="50693" y="352554"/>
                  <a:pt x="48216" y="347115"/>
                </a:cubicBezTo>
                <a:cubicBezTo>
                  <a:pt x="45771" y="341749"/>
                  <a:pt x="45354" y="335541"/>
                  <a:pt x="47546" y="329769"/>
                </a:cubicBezTo>
                <a:lnTo>
                  <a:pt x="47666" y="329456"/>
                </a:lnTo>
                <a:cubicBezTo>
                  <a:pt x="49475" y="324901"/>
                  <a:pt x="52630" y="321276"/>
                  <a:pt x="56207" y="319134"/>
                </a:cubicBezTo>
                <a:close/>
                <a:moveTo>
                  <a:pt x="58640" y="368886"/>
                </a:moveTo>
                <a:cubicBezTo>
                  <a:pt x="59105" y="366881"/>
                  <a:pt x="59529" y="366978"/>
                  <a:pt x="61203" y="367371"/>
                </a:cubicBezTo>
                <a:lnTo>
                  <a:pt x="61367" y="367423"/>
                </a:lnTo>
                <a:cubicBezTo>
                  <a:pt x="62762" y="367910"/>
                  <a:pt x="64116" y="368487"/>
                  <a:pt x="65450" y="369055"/>
                </a:cubicBezTo>
                <a:lnTo>
                  <a:pt x="67214" y="369801"/>
                </a:lnTo>
                <a:cubicBezTo>
                  <a:pt x="68238" y="370194"/>
                  <a:pt x="69479" y="370638"/>
                  <a:pt x="70739" y="371087"/>
                </a:cubicBezTo>
                <a:lnTo>
                  <a:pt x="74856" y="372602"/>
                </a:lnTo>
                <a:lnTo>
                  <a:pt x="74993" y="373550"/>
                </a:lnTo>
                <a:cubicBezTo>
                  <a:pt x="75546" y="377396"/>
                  <a:pt x="75875" y="379698"/>
                  <a:pt x="76063" y="381236"/>
                </a:cubicBezTo>
                <a:cubicBezTo>
                  <a:pt x="76261" y="382858"/>
                  <a:pt x="76339" y="383872"/>
                  <a:pt x="76394" y="385135"/>
                </a:cubicBezTo>
                <a:cubicBezTo>
                  <a:pt x="76508" y="387453"/>
                  <a:pt x="76425" y="389835"/>
                  <a:pt x="76187" y="392201"/>
                </a:cubicBezTo>
                <a:cubicBezTo>
                  <a:pt x="75929" y="394764"/>
                  <a:pt x="75489" y="397303"/>
                  <a:pt x="74926" y="399723"/>
                </a:cubicBezTo>
                <a:cubicBezTo>
                  <a:pt x="73581" y="405505"/>
                  <a:pt x="71364" y="410885"/>
                  <a:pt x="68185" y="415590"/>
                </a:cubicBezTo>
                <a:cubicBezTo>
                  <a:pt x="65180" y="420033"/>
                  <a:pt x="61315" y="423879"/>
                  <a:pt x="56516" y="426906"/>
                </a:cubicBezTo>
                <a:cubicBezTo>
                  <a:pt x="52356" y="429474"/>
                  <a:pt x="47972" y="431131"/>
                  <a:pt x="43416" y="431866"/>
                </a:cubicBezTo>
                <a:cubicBezTo>
                  <a:pt x="38879" y="432596"/>
                  <a:pt x="34178" y="432411"/>
                  <a:pt x="29370" y="431294"/>
                </a:cubicBezTo>
                <a:cubicBezTo>
                  <a:pt x="24523" y="430166"/>
                  <a:pt x="19906" y="428148"/>
                  <a:pt x="15844" y="425335"/>
                </a:cubicBezTo>
                <a:cubicBezTo>
                  <a:pt x="11922" y="422617"/>
                  <a:pt x="8517" y="419152"/>
                  <a:pt x="5934" y="415035"/>
                </a:cubicBezTo>
                <a:cubicBezTo>
                  <a:pt x="3095" y="410564"/>
                  <a:pt x="1256" y="405464"/>
                  <a:pt x="459" y="400083"/>
                </a:cubicBezTo>
                <a:cubicBezTo>
                  <a:pt x="-340" y="394688"/>
                  <a:pt x="-100" y="388994"/>
                  <a:pt x="1212" y="383352"/>
                </a:cubicBezTo>
                <a:cubicBezTo>
                  <a:pt x="2778" y="376624"/>
                  <a:pt x="4774" y="373399"/>
                  <a:pt x="8059" y="368098"/>
                </a:cubicBezTo>
                <a:lnTo>
                  <a:pt x="8882" y="366768"/>
                </a:lnTo>
                <a:cubicBezTo>
                  <a:pt x="9453" y="365861"/>
                  <a:pt x="10327" y="364258"/>
                  <a:pt x="10969" y="362681"/>
                </a:cubicBezTo>
                <a:cubicBezTo>
                  <a:pt x="11383" y="361666"/>
                  <a:pt x="11688" y="360712"/>
                  <a:pt x="11696" y="360115"/>
                </a:cubicBezTo>
                <a:lnTo>
                  <a:pt x="11724" y="358126"/>
                </a:lnTo>
                <a:lnTo>
                  <a:pt x="20597" y="360094"/>
                </a:lnTo>
                <a:lnTo>
                  <a:pt x="25194" y="361014"/>
                </a:lnTo>
                <a:lnTo>
                  <a:pt x="27592" y="361423"/>
                </a:lnTo>
                <a:cubicBezTo>
                  <a:pt x="28495" y="361586"/>
                  <a:pt x="29355" y="361755"/>
                  <a:pt x="30078" y="361924"/>
                </a:cubicBezTo>
                <a:lnTo>
                  <a:pt x="30104" y="361932"/>
                </a:lnTo>
                <a:cubicBezTo>
                  <a:pt x="31256" y="362198"/>
                  <a:pt x="31644" y="362302"/>
                  <a:pt x="31770" y="363810"/>
                </a:cubicBezTo>
                <a:lnTo>
                  <a:pt x="31785" y="363976"/>
                </a:lnTo>
                <a:lnTo>
                  <a:pt x="31564" y="365499"/>
                </a:lnTo>
                <a:cubicBezTo>
                  <a:pt x="31439" y="366038"/>
                  <a:pt x="31147" y="366463"/>
                  <a:pt x="30753" y="366771"/>
                </a:cubicBezTo>
                <a:cubicBezTo>
                  <a:pt x="30392" y="367058"/>
                  <a:pt x="29949" y="367217"/>
                  <a:pt x="29483" y="367264"/>
                </a:cubicBezTo>
                <a:cubicBezTo>
                  <a:pt x="29269" y="367288"/>
                  <a:pt x="29018" y="367262"/>
                  <a:pt x="28800" y="367254"/>
                </a:cubicBezTo>
                <a:cubicBezTo>
                  <a:pt x="27707" y="367215"/>
                  <a:pt x="25955" y="367150"/>
                  <a:pt x="24240" y="367540"/>
                </a:cubicBezTo>
                <a:lnTo>
                  <a:pt x="24201" y="367546"/>
                </a:lnTo>
                <a:cubicBezTo>
                  <a:pt x="22484" y="367892"/>
                  <a:pt x="20654" y="368691"/>
                  <a:pt x="18908" y="369712"/>
                </a:cubicBezTo>
                <a:cubicBezTo>
                  <a:pt x="16829" y="370930"/>
                  <a:pt x="14876" y="372466"/>
                  <a:pt x="13357" y="373946"/>
                </a:cubicBezTo>
                <a:cubicBezTo>
                  <a:pt x="11834" y="375469"/>
                  <a:pt x="10549" y="377159"/>
                  <a:pt x="9516" y="379029"/>
                </a:cubicBezTo>
                <a:cubicBezTo>
                  <a:pt x="8478" y="380913"/>
                  <a:pt x="7685" y="382994"/>
                  <a:pt x="7151" y="385291"/>
                </a:cubicBezTo>
                <a:cubicBezTo>
                  <a:pt x="6179" y="389474"/>
                  <a:pt x="6264" y="393791"/>
                  <a:pt x="7328" y="397853"/>
                </a:cubicBezTo>
                <a:cubicBezTo>
                  <a:pt x="8387" y="401881"/>
                  <a:pt x="10410" y="405664"/>
                  <a:pt x="13317" y="408812"/>
                </a:cubicBezTo>
                <a:cubicBezTo>
                  <a:pt x="15276" y="410947"/>
                  <a:pt x="17742" y="412814"/>
                  <a:pt x="20542" y="414341"/>
                </a:cubicBezTo>
                <a:cubicBezTo>
                  <a:pt x="23411" y="415906"/>
                  <a:pt x="26648" y="417126"/>
                  <a:pt x="30064" y="417919"/>
                </a:cubicBezTo>
                <a:cubicBezTo>
                  <a:pt x="34629" y="418980"/>
                  <a:pt x="39174" y="419147"/>
                  <a:pt x="43479" y="418513"/>
                </a:cubicBezTo>
                <a:cubicBezTo>
                  <a:pt x="47880" y="417864"/>
                  <a:pt x="52039" y="416373"/>
                  <a:pt x="55723" y="414147"/>
                </a:cubicBezTo>
                <a:cubicBezTo>
                  <a:pt x="59060" y="412149"/>
                  <a:pt x="62001" y="409500"/>
                  <a:pt x="64324" y="406317"/>
                </a:cubicBezTo>
                <a:cubicBezTo>
                  <a:pt x="66538" y="403282"/>
                  <a:pt x="68204" y="399741"/>
                  <a:pt x="69121" y="395796"/>
                </a:cubicBezTo>
                <a:cubicBezTo>
                  <a:pt x="69855" y="392636"/>
                  <a:pt x="70078" y="389711"/>
                  <a:pt x="69667" y="386944"/>
                </a:cubicBezTo>
                <a:cubicBezTo>
                  <a:pt x="69263" y="384211"/>
                  <a:pt x="68228" y="381591"/>
                  <a:pt x="66455" y="379000"/>
                </a:cubicBezTo>
                <a:lnTo>
                  <a:pt x="66442" y="378981"/>
                </a:lnTo>
                <a:cubicBezTo>
                  <a:pt x="65471" y="377511"/>
                  <a:pt x="64296" y="376147"/>
                  <a:pt x="63093" y="375037"/>
                </a:cubicBezTo>
                <a:cubicBezTo>
                  <a:pt x="61917" y="373950"/>
                  <a:pt x="60721" y="373115"/>
                  <a:pt x="59686" y="372680"/>
                </a:cubicBezTo>
                <a:lnTo>
                  <a:pt x="59519" y="372596"/>
                </a:lnTo>
                <a:cubicBezTo>
                  <a:pt x="58281" y="371957"/>
                  <a:pt x="57970" y="371790"/>
                  <a:pt x="58366" y="370064"/>
                </a:cubicBezTo>
                <a:lnTo>
                  <a:pt x="58640" y="368886"/>
                </a:lnTo>
                <a:close/>
                <a:moveTo>
                  <a:pt x="859187" y="196425"/>
                </a:moveTo>
                <a:cubicBezTo>
                  <a:pt x="859625" y="198156"/>
                  <a:pt x="859400" y="199805"/>
                  <a:pt x="858363" y="200792"/>
                </a:cubicBezTo>
                <a:cubicBezTo>
                  <a:pt x="857865" y="201265"/>
                  <a:pt x="856933" y="201679"/>
                  <a:pt x="855896" y="201994"/>
                </a:cubicBezTo>
                <a:cubicBezTo>
                  <a:pt x="854687" y="202362"/>
                  <a:pt x="853223" y="202680"/>
                  <a:pt x="852339" y="202789"/>
                </a:cubicBezTo>
                <a:lnTo>
                  <a:pt x="851886" y="202881"/>
                </a:lnTo>
                <a:cubicBezTo>
                  <a:pt x="849873" y="203251"/>
                  <a:pt x="849743" y="202990"/>
                  <a:pt x="849316" y="200673"/>
                </a:cubicBezTo>
                <a:cubicBezTo>
                  <a:pt x="849169" y="199959"/>
                  <a:pt x="848877" y="199210"/>
                  <a:pt x="848460" y="198469"/>
                </a:cubicBezTo>
                <a:cubicBezTo>
                  <a:pt x="848019" y="197697"/>
                  <a:pt x="847440" y="196920"/>
                  <a:pt x="846742" y="196188"/>
                </a:cubicBezTo>
                <a:cubicBezTo>
                  <a:pt x="845877" y="195278"/>
                  <a:pt x="844555" y="194470"/>
                  <a:pt x="843199" y="193909"/>
                </a:cubicBezTo>
                <a:cubicBezTo>
                  <a:pt x="841824" y="193339"/>
                  <a:pt x="840479" y="193036"/>
                  <a:pt x="839627" y="193150"/>
                </a:cubicBezTo>
                <a:lnTo>
                  <a:pt x="839532" y="193163"/>
                </a:lnTo>
                <a:cubicBezTo>
                  <a:pt x="839421" y="193171"/>
                  <a:pt x="839301" y="193284"/>
                  <a:pt x="838990" y="193580"/>
                </a:cubicBezTo>
                <a:lnTo>
                  <a:pt x="826561" y="205412"/>
                </a:lnTo>
                <a:cubicBezTo>
                  <a:pt x="823933" y="207915"/>
                  <a:pt x="822387" y="209517"/>
                  <a:pt x="821688" y="210742"/>
                </a:cubicBezTo>
                <a:cubicBezTo>
                  <a:pt x="821180" y="211633"/>
                  <a:pt x="821205" y="212358"/>
                  <a:pt x="821571" y="213307"/>
                </a:cubicBezTo>
                <a:cubicBezTo>
                  <a:pt x="821816" y="213899"/>
                  <a:pt x="822311" y="214659"/>
                  <a:pt x="822882" y="215419"/>
                </a:cubicBezTo>
                <a:cubicBezTo>
                  <a:pt x="823566" y="216329"/>
                  <a:pt x="824355" y="217211"/>
                  <a:pt x="824983" y="217806"/>
                </a:cubicBezTo>
                <a:cubicBezTo>
                  <a:pt x="825714" y="218334"/>
                  <a:pt x="825983" y="219036"/>
                  <a:pt x="825753" y="219948"/>
                </a:cubicBezTo>
                <a:cubicBezTo>
                  <a:pt x="825625" y="220447"/>
                  <a:pt x="825302" y="220947"/>
                  <a:pt x="824764" y="221456"/>
                </a:cubicBezTo>
                <a:cubicBezTo>
                  <a:pt x="824168" y="222024"/>
                  <a:pt x="823722" y="222352"/>
                  <a:pt x="823162" y="222480"/>
                </a:cubicBezTo>
                <a:cubicBezTo>
                  <a:pt x="822254" y="222689"/>
                  <a:pt x="821672" y="222412"/>
                  <a:pt x="821021" y="221727"/>
                </a:cubicBezTo>
                <a:cubicBezTo>
                  <a:pt x="819835" y="220480"/>
                  <a:pt x="818666" y="219214"/>
                  <a:pt x="817499" y="217951"/>
                </a:cubicBezTo>
                <a:cubicBezTo>
                  <a:pt x="816332" y="216686"/>
                  <a:pt x="815159" y="215415"/>
                  <a:pt x="813939" y="214134"/>
                </a:cubicBezTo>
                <a:cubicBezTo>
                  <a:pt x="812156" y="212260"/>
                  <a:pt x="810360" y="210486"/>
                  <a:pt x="808557" y="208705"/>
                </a:cubicBezTo>
                <a:cubicBezTo>
                  <a:pt x="806686" y="206859"/>
                  <a:pt x="804803" y="204998"/>
                  <a:pt x="803007" y="203111"/>
                </a:cubicBezTo>
                <a:cubicBezTo>
                  <a:pt x="802521" y="202600"/>
                  <a:pt x="802277" y="202156"/>
                  <a:pt x="802284" y="201509"/>
                </a:cubicBezTo>
                <a:cubicBezTo>
                  <a:pt x="802290" y="200837"/>
                  <a:pt x="802556" y="200404"/>
                  <a:pt x="803069" y="199914"/>
                </a:cubicBezTo>
                <a:cubicBezTo>
                  <a:pt x="803697" y="199312"/>
                  <a:pt x="804148" y="198975"/>
                  <a:pt x="804715" y="198824"/>
                </a:cubicBezTo>
                <a:cubicBezTo>
                  <a:pt x="805499" y="198618"/>
                  <a:pt x="806050" y="198787"/>
                  <a:pt x="806782" y="199223"/>
                </a:cubicBezTo>
                <a:cubicBezTo>
                  <a:pt x="807043" y="199382"/>
                  <a:pt x="807306" y="199627"/>
                  <a:pt x="807544" y="199822"/>
                </a:cubicBezTo>
                <a:cubicBezTo>
                  <a:pt x="809405" y="201335"/>
                  <a:pt x="811133" y="202743"/>
                  <a:pt x="813332" y="201731"/>
                </a:cubicBezTo>
                <a:lnTo>
                  <a:pt x="813358" y="201718"/>
                </a:lnTo>
                <a:cubicBezTo>
                  <a:pt x="814267" y="201317"/>
                  <a:pt x="814925" y="200955"/>
                  <a:pt x="815928" y="200151"/>
                </a:cubicBezTo>
                <a:cubicBezTo>
                  <a:pt x="817019" y="199273"/>
                  <a:pt x="818541" y="197860"/>
                  <a:pt x="821140" y="195387"/>
                </a:cubicBezTo>
                <a:lnTo>
                  <a:pt x="830636" y="186348"/>
                </a:lnTo>
                <a:cubicBezTo>
                  <a:pt x="832075" y="184979"/>
                  <a:pt x="832762" y="183960"/>
                  <a:pt x="832856" y="183070"/>
                </a:cubicBezTo>
                <a:cubicBezTo>
                  <a:pt x="832947" y="182218"/>
                  <a:pt x="832496" y="181245"/>
                  <a:pt x="831656" y="179991"/>
                </a:cubicBezTo>
                <a:lnTo>
                  <a:pt x="831637" y="179958"/>
                </a:lnTo>
                <a:cubicBezTo>
                  <a:pt x="831210" y="179287"/>
                  <a:pt x="830985" y="178845"/>
                  <a:pt x="830921" y="178351"/>
                </a:cubicBezTo>
                <a:cubicBezTo>
                  <a:pt x="830808" y="177460"/>
                  <a:pt x="831090" y="177011"/>
                  <a:pt x="831671" y="176459"/>
                </a:cubicBezTo>
                <a:cubicBezTo>
                  <a:pt x="832532" y="175642"/>
                  <a:pt x="833337" y="175827"/>
                  <a:pt x="834136" y="176012"/>
                </a:cubicBezTo>
                <a:lnTo>
                  <a:pt x="834300" y="176060"/>
                </a:lnTo>
                <a:cubicBezTo>
                  <a:pt x="834764" y="176218"/>
                  <a:pt x="835131" y="176367"/>
                  <a:pt x="835585" y="176552"/>
                </a:cubicBezTo>
                <a:cubicBezTo>
                  <a:pt x="836875" y="177084"/>
                  <a:pt x="838923" y="177921"/>
                  <a:pt x="844637" y="179553"/>
                </a:cubicBezTo>
                <a:lnTo>
                  <a:pt x="845574" y="179843"/>
                </a:lnTo>
                <a:cubicBezTo>
                  <a:pt x="846286" y="180052"/>
                  <a:pt x="846702" y="180177"/>
                  <a:pt x="847086" y="180567"/>
                </a:cubicBezTo>
                <a:lnTo>
                  <a:pt x="847123" y="180606"/>
                </a:lnTo>
                <a:cubicBezTo>
                  <a:pt x="847290" y="180784"/>
                  <a:pt x="847579" y="181172"/>
                  <a:pt x="847738" y="181593"/>
                </a:cubicBezTo>
                <a:cubicBezTo>
                  <a:pt x="847996" y="182294"/>
                  <a:pt x="848020" y="183097"/>
                  <a:pt x="847367" y="183790"/>
                </a:cubicBezTo>
                <a:cubicBezTo>
                  <a:pt x="846554" y="184797"/>
                  <a:pt x="845459" y="186071"/>
                  <a:pt x="844367" y="187339"/>
                </a:cubicBezTo>
                <a:lnTo>
                  <a:pt x="843537" y="188306"/>
                </a:lnTo>
                <a:cubicBezTo>
                  <a:pt x="848124" y="188121"/>
                  <a:pt x="853182" y="188389"/>
                  <a:pt x="856790" y="192152"/>
                </a:cubicBezTo>
                <a:lnTo>
                  <a:pt x="856821" y="192184"/>
                </a:lnTo>
                <a:cubicBezTo>
                  <a:pt x="857992" y="193417"/>
                  <a:pt x="858826" y="194992"/>
                  <a:pt x="859187" y="196425"/>
                </a:cubicBezTo>
                <a:close/>
                <a:moveTo>
                  <a:pt x="814220" y="164968"/>
                </a:moveTo>
                <a:cubicBezTo>
                  <a:pt x="814679" y="165132"/>
                  <a:pt x="814958" y="164989"/>
                  <a:pt x="815272" y="164622"/>
                </a:cubicBezTo>
                <a:cubicBezTo>
                  <a:pt x="816140" y="163612"/>
                  <a:pt x="816429" y="162366"/>
                  <a:pt x="816197" y="161065"/>
                </a:cubicBezTo>
                <a:cubicBezTo>
                  <a:pt x="815936" y="159587"/>
                  <a:pt x="815031" y="158020"/>
                  <a:pt x="813558" y="156568"/>
                </a:cubicBezTo>
                <a:cubicBezTo>
                  <a:pt x="811454" y="154583"/>
                  <a:pt x="808537" y="153472"/>
                  <a:pt x="805744" y="153233"/>
                </a:cubicBezTo>
                <a:cubicBezTo>
                  <a:pt x="803539" y="153045"/>
                  <a:pt x="801450" y="153392"/>
                  <a:pt x="799964" y="154268"/>
                </a:cubicBezTo>
                <a:cubicBezTo>
                  <a:pt x="801198" y="155319"/>
                  <a:pt x="802806" y="156658"/>
                  <a:pt x="804383" y="157937"/>
                </a:cubicBezTo>
                <a:cubicBezTo>
                  <a:pt x="805851" y="159127"/>
                  <a:pt x="807311" y="160283"/>
                  <a:pt x="808448" y="161133"/>
                </a:cubicBezTo>
                <a:cubicBezTo>
                  <a:pt x="811363" y="163360"/>
                  <a:pt x="813107" y="164572"/>
                  <a:pt x="814220" y="164968"/>
                </a:cubicBezTo>
                <a:close/>
                <a:moveTo>
                  <a:pt x="821125" y="174855"/>
                </a:moveTo>
                <a:cubicBezTo>
                  <a:pt x="820019" y="176117"/>
                  <a:pt x="819094" y="176654"/>
                  <a:pt x="817525" y="176209"/>
                </a:cubicBezTo>
                <a:cubicBezTo>
                  <a:pt x="816453" y="175906"/>
                  <a:pt x="815228" y="174996"/>
                  <a:pt x="813264" y="173312"/>
                </a:cubicBezTo>
                <a:cubicBezTo>
                  <a:pt x="810093" y="170590"/>
                  <a:pt x="807080" y="167902"/>
                  <a:pt x="804070" y="165216"/>
                </a:cubicBezTo>
                <a:cubicBezTo>
                  <a:pt x="801299" y="162737"/>
                  <a:pt x="798527" y="160262"/>
                  <a:pt x="795644" y="157775"/>
                </a:cubicBezTo>
                <a:cubicBezTo>
                  <a:pt x="795164" y="158197"/>
                  <a:pt x="794514" y="158870"/>
                  <a:pt x="793680" y="159844"/>
                </a:cubicBezTo>
                <a:lnTo>
                  <a:pt x="793642" y="159887"/>
                </a:lnTo>
                <a:cubicBezTo>
                  <a:pt x="790405" y="163682"/>
                  <a:pt x="788901" y="168282"/>
                  <a:pt x="789091" y="172683"/>
                </a:cubicBezTo>
                <a:cubicBezTo>
                  <a:pt x="789279" y="177061"/>
                  <a:pt x="791151" y="181254"/>
                  <a:pt x="794650" y="184257"/>
                </a:cubicBezTo>
                <a:cubicBezTo>
                  <a:pt x="796218" y="185602"/>
                  <a:pt x="797790" y="186517"/>
                  <a:pt x="799369" y="187016"/>
                </a:cubicBezTo>
                <a:cubicBezTo>
                  <a:pt x="800900" y="187500"/>
                  <a:pt x="802459" y="187600"/>
                  <a:pt x="804045" y="187336"/>
                </a:cubicBezTo>
                <a:cubicBezTo>
                  <a:pt x="804465" y="187261"/>
                  <a:pt x="804843" y="187216"/>
                  <a:pt x="805210" y="187222"/>
                </a:cubicBezTo>
                <a:cubicBezTo>
                  <a:pt x="805817" y="187232"/>
                  <a:pt x="806329" y="187397"/>
                  <a:pt x="806761" y="187766"/>
                </a:cubicBezTo>
                <a:cubicBezTo>
                  <a:pt x="807246" y="188181"/>
                  <a:pt x="807531" y="188802"/>
                  <a:pt x="807520" y="189487"/>
                </a:cubicBezTo>
                <a:cubicBezTo>
                  <a:pt x="807513" y="190027"/>
                  <a:pt x="807314" y="190614"/>
                  <a:pt x="806883" y="191119"/>
                </a:cubicBezTo>
                <a:lnTo>
                  <a:pt x="806800" y="191214"/>
                </a:lnTo>
                <a:cubicBezTo>
                  <a:pt x="806539" y="191503"/>
                  <a:pt x="806255" y="191751"/>
                  <a:pt x="805823" y="191998"/>
                </a:cubicBezTo>
                <a:cubicBezTo>
                  <a:pt x="805440" y="192219"/>
                  <a:pt x="804955" y="192421"/>
                  <a:pt x="804247" y="192648"/>
                </a:cubicBezTo>
                <a:lnTo>
                  <a:pt x="804190" y="192668"/>
                </a:lnTo>
                <a:cubicBezTo>
                  <a:pt x="800960" y="193584"/>
                  <a:pt x="797769" y="193657"/>
                  <a:pt x="794668" y="192885"/>
                </a:cubicBezTo>
                <a:cubicBezTo>
                  <a:pt x="791662" y="192136"/>
                  <a:pt x="788760" y="190595"/>
                  <a:pt x="786005" y="188265"/>
                </a:cubicBezTo>
                <a:lnTo>
                  <a:pt x="785853" y="188136"/>
                </a:lnTo>
                <a:cubicBezTo>
                  <a:pt x="780865" y="183853"/>
                  <a:pt x="778131" y="178141"/>
                  <a:pt x="777758" y="172208"/>
                </a:cubicBezTo>
                <a:cubicBezTo>
                  <a:pt x="777388" y="166347"/>
                  <a:pt x="779320" y="160275"/>
                  <a:pt x="783645" y="155162"/>
                </a:cubicBezTo>
                <a:lnTo>
                  <a:pt x="783682" y="155087"/>
                </a:lnTo>
                <a:lnTo>
                  <a:pt x="783854" y="154915"/>
                </a:lnTo>
                <a:cubicBezTo>
                  <a:pt x="788088" y="150034"/>
                  <a:pt x="793878" y="147235"/>
                  <a:pt x="799792" y="146665"/>
                </a:cubicBezTo>
                <a:cubicBezTo>
                  <a:pt x="805766" y="146088"/>
                  <a:pt x="811879" y="147781"/>
                  <a:pt x="816661" y="151882"/>
                </a:cubicBezTo>
                <a:lnTo>
                  <a:pt x="816757" y="151965"/>
                </a:lnTo>
                <a:cubicBezTo>
                  <a:pt x="820428" y="155151"/>
                  <a:pt x="822799" y="159277"/>
                  <a:pt x="823654" y="163320"/>
                </a:cubicBezTo>
                <a:cubicBezTo>
                  <a:pt x="824548" y="167554"/>
                  <a:pt x="823808" y="171729"/>
                  <a:pt x="821208" y="174759"/>
                </a:cubicBezTo>
                <a:lnTo>
                  <a:pt x="821125" y="174855"/>
                </a:lnTo>
                <a:close/>
                <a:moveTo>
                  <a:pt x="759327" y="152119"/>
                </a:moveTo>
                <a:cubicBezTo>
                  <a:pt x="762943" y="151008"/>
                  <a:pt x="766526" y="148263"/>
                  <a:pt x="769500" y="144050"/>
                </a:cubicBezTo>
                <a:lnTo>
                  <a:pt x="769526" y="144013"/>
                </a:lnTo>
                <a:cubicBezTo>
                  <a:pt x="772267" y="140118"/>
                  <a:pt x="773427" y="136011"/>
                  <a:pt x="773041" y="132299"/>
                </a:cubicBezTo>
                <a:cubicBezTo>
                  <a:pt x="772663" y="128671"/>
                  <a:pt x="770781" y="125382"/>
                  <a:pt x="767433" y="123025"/>
                </a:cubicBezTo>
                <a:lnTo>
                  <a:pt x="767300" y="122933"/>
                </a:lnTo>
                <a:cubicBezTo>
                  <a:pt x="766074" y="122104"/>
                  <a:pt x="764333" y="121381"/>
                  <a:pt x="762632" y="120921"/>
                </a:cubicBezTo>
                <a:cubicBezTo>
                  <a:pt x="760962" y="120471"/>
                  <a:pt x="759410" y="120279"/>
                  <a:pt x="758547" y="120503"/>
                </a:cubicBezTo>
                <a:lnTo>
                  <a:pt x="758395" y="120534"/>
                </a:lnTo>
                <a:cubicBezTo>
                  <a:pt x="758307" y="120547"/>
                  <a:pt x="758231" y="120586"/>
                  <a:pt x="758007" y="120829"/>
                </a:cubicBezTo>
                <a:cubicBezTo>
                  <a:pt x="757501" y="121377"/>
                  <a:pt x="756712" y="122456"/>
                  <a:pt x="755283" y="124485"/>
                </a:cubicBezTo>
                <a:lnTo>
                  <a:pt x="745348" y="138606"/>
                </a:lnTo>
                <a:cubicBezTo>
                  <a:pt x="744536" y="139761"/>
                  <a:pt x="743899" y="140665"/>
                  <a:pt x="743539" y="141317"/>
                </a:cubicBezTo>
                <a:cubicBezTo>
                  <a:pt x="743263" y="141828"/>
                  <a:pt x="743122" y="142199"/>
                  <a:pt x="743137" y="142472"/>
                </a:cubicBezTo>
                <a:lnTo>
                  <a:pt x="743137" y="142511"/>
                </a:lnTo>
                <a:cubicBezTo>
                  <a:pt x="743167" y="143437"/>
                  <a:pt x="743855" y="144822"/>
                  <a:pt x="744914" y="146281"/>
                </a:cubicBezTo>
                <a:cubicBezTo>
                  <a:pt x="746058" y="147853"/>
                  <a:pt x="747606" y="149426"/>
                  <a:pt x="749246" y="150579"/>
                </a:cubicBezTo>
                <a:cubicBezTo>
                  <a:pt x="752299" y="152727"/>
                  <a:pt x="755846" y="153189"/>
                  <a:pt x="759327" y="152119"/>
                </a:cubicBezTo>
                <a:close/>
                <a:moveTo>
                  <a:pt x="709255" y="160913"/>
                </a:moveTo>
                <a:lnTo>
                  <a:pt x="709182" y="160930"/>
                </a:lnTo>
                <a:lnTo>
                  <a:pt x="709272" y="160926"/>
                </a:lnTo>
                <a:lnTo>
                  <a:pt x="709255" y="160913"/>
                </a:lnTo>
                <a:close/>
                <a:moveTo>
                  <a:pt x="709320" y="160903"/>
                </a:moveTo>
                <a:lnTo>
                  <a:pt x="709255" y="160913"/>
                </a:lnTo>
                <a:lnTo>
                  <a:pt x="709326" y="160922"/>
                </a:lnTo>
                <a:lnTo>
                  <a:pt x="709320" y="160903"/>
                </a:lnTo>
                <a:close/>
                <a:moveTo>
                  <a:pt x="709308" y="160950"/>
                </a:moveTo>
                <a:lnTo>
                  <a:pt x="709329" y="160935"/>
                </a:lnTo>
                <a:lnTo>
                  <a:pt x="709289" y="160937"/>
                </a:lnTo>
                <a:lnTo>
                  <a:pt x="709308" y="160950"/>
                </a:lnTo>
                <a:close/>
                <a:moveTo>
                  <a:pt x="709297" y="160956"/>
                </a:moveTo>
                <a:lnTo>
                  <a:pt x="709289" y="160937"/>
                </a:lnTo>
                <a:lnTo>
                  <a:pt x="709198" y="160940"/>
                </a:lnTo>
                <a:lnTo>
                  <a:pt x="709297" y="160956"/>
                </a:lnTo>
                <a:close/>
                <a:moveTo>
                  <a:pt x="779784" y="148354"/>
                </a:moveTo>
                <a:lnTo>
                  <a:pt x="779747" y="148407"/>
                </a:lnTo>
                <a:cubicBezTo>
                  <a:pt x="775476" y="154408"/>
                  <a:pt x="769490" y="158051"/>
                  <a:pt x="763026" y="159122"/>
                </a:cubicBezTo>
                <a:cubicBezTo>
                  <a:pt x="756682" y="160173"/>
                  <a:pt x="749891" y="158742"/>
                  <a:pt x="743832" y="154630"/>
                </a:cubicBezTo>
                <a:lnTo>
                  <a:pt x="743398" y="154331"/>
                </a:lnTo>
                <a:cubicBezTo>
                  <a:pt x="741920" y="153292"/>
                  <a:pt x="740715" y="152271"/>
                  <a:pt x="739654" y="151197"/>
                </a:cubicBezTo>
                <a:cubicBezTo>
                  <a:pt x="739109" y="150646"/>
                  <a:pt x="738596" y="150077"/>
                  <a:pt x="738100" y="149476"/>
                </a:cubicBezTo>
                <a:lnTo>
                  <a:pt x="731264" y="159193"/>
                </a:lnTo>
                <a:cubicBezTo>
                  <a:pt x="729358" y="161900"/>
                  <a:pt x="728086" y="164444"/>
                  <a:pt x="728124" y="166819"/>
                </a:cubicBezTo>
                <a:cubicBezTo>
                  <a:pt x="728159" y="169103"/>
                  <a:pt x="729462" y="171414"/>
                  <a:pt x="732674" y="173846"/>
                </a:cubicBezTo>
                <a:cubicBezTo>
                  <a:pt x="733206" y="174230"/>
                  <a:pt x="733551" y="174600"/>
                  <a:pt x="733725" y="175171"/>
                </a:cubicBezTo>
                <a:cubicBezTo>
                  <a:pt x="733937" y="175872"/>
                  <a:pt x="733804" y="176474"/>
                  <a:pt x="733306" y="177183"/>
                </a:cubicBezTo>
                <a:cubicBezTo>
                  <a:pt x="732828" y="177861"/>
                  <a:pt x="732390" y="178310"/>
                  <a:pt x="731921" y="178579"/>
                </a:cubicBezTo>
                <a:cubicBezTo>
                  <a:pt x="731160" y="179017"/>
                  <a:pt x="730466" y="179014"/>
                  <a:pt x="729718" y="178682"/>
                </a:cubicBezTo>
                <a:cubicBezTo>
                  <a:pt x="729218" y="178451"/>
                  <a:pt x="725810" y="175896"/>
                  <a:pt x="722751" y="173606"/>
                </a:cubicBezTo>
                <a:cubicBezTo>
                  <a:pt x="720736" y="172097"/>
                  <a:pt x="718874" y="170702"/>
                  <a:pt x="718186" y="170219"/>
                </a:cubicBezTo>
                <a:lnTo>
                  <a:pt x="714737" y="167795"/>
                </a:lnTo>
                <a:lnTo>
                  <a:pt x="707365" y="162995"/>
                </a:lnTo>
                <a:cubicBezTo>
                  <a:pt x="706573" y="162439"/>
                  <a:pt x="706187" y="161925"/>
                  <a:pt x="706140" y="161110"/>
                </a:cubicBezTo>
                <a:cubicBezTo>
                  <a:pt x="706106" y="160410"/>
                  <a:pt x="706361" y="159902"/>
                  <a:pt x="706842" y="159216"/>
                </a:cubicBezTo>
                <a:cubicBezTo>
                  <a:pt x="707470" y="158322"/>
                  <a:pt x="707913" y="157853"/>
                  <a:pt x="708766" y="157717"/>
                </a:cubicBezTo>
                <a:cubicBezTo>
                  <a:pt x="709598" y="157585"/>
                  <a:pt x="710168" y="157879"/>
                  <a:pt x="711057" y="158507"/>
                </a:cubicBezTo>
                <a:cubicBezTo>
                  <a:pt x="713175" y="159998"/>
                  <a:pt x="714592" y="160497"/>
                  <a:pt x="716288" y="159347"/>
                </a:cubicBezTo>
                <a:cubicBezTo>
                  <a:pt x="718540" y="157817"/>
                  <a:pt x="721492" y="153973"/>
                  <a:pt x="726440" y="146939"/>
                </a:cubicBezTo>
                <a:lnTo>
                  <a:pt x="741711" y="125233"/>
                </a:lnTo>
                <a:cubicBezTo>
                  <a:pt x="749479" y="114193"/>
                  <a:pt x="749478" y="114190"/>
                  <a:pt x="746288" y="110807"/>
                </a:cubicBezTo>
                <a:lnTo>
                  <a:pt x="746022" y="110525"/>
                </a:lnTo>
                <a:cubicBezTo>
                  <a:pt x="745503" y="110006"/>
                  <a:pt x="745268" y="109596"/>
                  <a:pt x="745239" y="108987"/>
                </a:cubicBezTo>
                <a:lnTo>
                  <a:pt x="745239" y="108968"/>
                </a:lnTo>
                <a:cubicBezTo>
                  <a:pt x="745215" y="108278"/>
                  <a:pt x="745425" y="107990"/>
                  <a:pt x="745771" y="107498"/>
                </a:cubicBezTo>
                <a:cubicBezTo>
                  <a:pt x="746155" y="106953"/>
                  <a:pt x="746503" y="106656"/>
                  <a:pt x="747246" y="106535"/>
                </a:cubicBezTo>
                <a:cubicBezTo>
                  <a:pt x="747645" y="106470"/>
                  <a:pt x="748053" y="106509"/>
                  <a:pt x="748704" y="106614"/>
                </a:cubicBezTo>
                <a:lnTo>
                  <a:pt x="748843" y="106638"/>
                </a:lnTo>
                <a:cubicBezTo>
                  <a:pt x="750675" y="107097"/>
                  <a:pt x="752172" y="107424"/>
                  <a:pt x="753879" y="107652"/>
                </a:cubicBezTo>
                <a:cubicBezTo>
                  <a:pt x="755624" y="107884"/>
                  <a:pt x="757645" y="108033"/>
                  <a:pt x="760518" y="108137"/>
                </a:cubicBezTo>
                <a:cubicBezTo>
                  <a:pt x="761019" y="108155"/>
                  <a:pt x="761366" y="108181"/>
                  <a:pt x="761744" y="108283"/>
                </a:cubicBezTo>
                <a:cubicBezTo>
                  <a:pt x="762179" y="108395"/>
                  <a:pt x="762521" y="108572"/>
                  <a:pt x="762951" y="108874"/>
                </a:cubicBezTo>
                <a:cubicBezTo>
                  <a:pt x="763595" y="109326"/>
                  <a:pt x="763954" y="109711"/>
                  <a:pt x="764108" y="110337"/>
                </a:cubicBezTo>
                <a:cubicBezTo>
                  <a:pt x="764288" y="111081"/>
                  <a:pt x="764095" y="111581"/>
                  <a:pt x="763629" y="112243"/>
                </a:cubicBezTo>
                <a:cubicBezTo>
                  <a:pt x="763010" y="113122"/>
                  <a:pt x="762359" y="113954"/>
                  <a:pt x="761712" y="114777"/>
                </a:cubicBezTo>
                <a:lnTo>
                  <a:pt x="761326" y="115268"/>
                </a:lnTo>
                <a:cubicBezTo>
                  <a:pt x="764114" y="115319"/>
                  <a:pt x="766671" y="115635"/>
                  <a:pt x="768989" y="116204"/>
                </a:cubicBezTo>
                <a:cubicBezTo>
                  <a:pt x="771777" y="116890"/>
                  <a:pt x="774230" y="117945"/>
                  <a:pt x="776326" y="119337"/>
                </a:cubicBezTo>
                <a:lnTo>
                  <a:pt x="776764" y="119635"/>
                </a:lnTo>
                <a:cubicBezTo>
                  <a:pt x="781231" y="122779"/>
                  <a:pt x="783788" y="127439"/>
                  <a:pt x="784317" y="132603"/>
                </a:cubicBezTo>
                <a:cubicBezTo>
                  <a:pt x="784821" y="137537"/>
                  <a:pt x="783462" y="142926"/>
                  <a:pt x="780136" y="147844"/>
                </a:cubicBezTo>
                <a:lnTo>
                  <a:pt x="779784" y="148354"/>
                </a:lnTo>
                <a:close/>
                <a:moveTo>
                  <a:pt x="725904" y="130259"/>
                </a:moveTo>
                <a:cubicBezTo>
                  <a:pt x="726102" y="130955"/>
                  <a:pt x="725922" y="131530"/>
                  <a:pt x="725437" y="132491"/>
                </a:cubicBezTo>
                <a:cubicBezTo>
                  <a:pt x="724555" y="134228"/>
                  <a:pt x="724297" y="134181"/>
                  <a:pt x="722542" y="133824"/>
                </a:cubicBezTo>
                <a:lnTo>
                  <a:pt x="722483" y="133813"/>
                </a:lnTo>
                <a:cubicBezTo>
                  <a:pt x="719993" y="133475"/>
                  <a:pt x="717738" y="133208"/>
                  <a:pt x="715440" y="133044"/>
                </a:cubicBezTo>
                <a:cubicBezTo>
                  <a:pt x="713136" y="132880"/>
                  <a:pt x="710823" y="132818"/>
                  <a:pt x="708229" y="132895"/>
                </a:cubicBezTo>
                <a:lnTo>
                  <a:pt x="707482" y="132917"/>
                </a:lnTo>
                <a:lnTo>
                  <a:pt x="705913" y="131161"/>
                </a:lnTo>
                <a:lnTo>
                  <a:pt x="706293" y="130233"/>
                </a:lnTo>
                <a:cubicBezTo>
                  <a:pt x="706883" y="128782"/>
                  <a:pt x="707561" y="127405"/>
                  <a:pt x="708244" y="126030"/>
                </a:cubicBezTo>
                <a:cubicBezTo>
                  <a:pt x="706044" y="126378"/>
                  <a:pt x="703793" y="126453"/>
                  <a:pt x="701559" y="126252"/>
                </a:cubicBezTo>
                <a:cubicBezTo>
                  <a:pt x="698182" y="125949"/>
                  <a:pt x="694847" y="125017"/>
                  <a:pt x="691803" y="123475"/>
                </a:cubicBezTo>
                <a:cubicBezTo>
                  <a:pt x="686562" y="120818"/>
                  <a:pt x="683994" y="117453"/>
                  <a:pt x="683328" y="113560"/>
                </a:cubicBezTo>
                <a:cubicBezTo>
                  <a:pt x="682680" y="109787"/>
                  <a:pt x="683891" y="105642"/>
                  <a:pt x="686189" y="101237"/>
                </a:cubicBezTo>
                <a:lnTo>
                  <a:pt x="694936" y="84235"/>
                </a:lnTo>
                <a:cubicBezTo>
                  <a:pt x="695450" y="83257"/>
                  <a:pt x="696161" y="81912"/>
                  <a:pt x="695912" y="81185"/>
                </a:cubicBezTo>
                <a:cubicBezTo>
                  <a:pt x="695617" y="80319"/>
                  <a:pt x="693925" y="79294"/>
                  <a:pt x="692777" y="78601"/>
                </a:cubicBezTo>
                <a:cubicBezTo>
                  <a:pt x="691799" y="78002"/>
                  <a:pt x="691054" y="77556"/>
                  <a:pt x="690793" y="76800"/>
                </a:cubicBezTo>
                <a:cubicBezTo>
                  <a:pt x="690618" y="76288"/>
                  <a:pt x="690645" y="75827"/>
                  <a:pt x="690752" y="75430"/>
                </a:cubicBezTo>
                <a:cubicBezTo>
                  <a:pt x="690824" y="75162"/>
                  <a:pt x="690936" y="74953"/>
                  <a:pt x="691017" y="74789"/>
                </a:cubicBezTo>
                <a:cubicBezTo>
                  <a:pt x="691447" y="73929"/>
                  <a:pt x="691792" y="73449"/>
                  <a:pt x="692373" y="73170"/>
                </a:cubicBezTo>
                <a:cubicBezTo>
                  <a:pt x="693237" y="72761"/>
                  <a:pt x="693810" y="72940"/>
                  <a:pt x="694571" y="73449"/>
                </a:cubicBezTo>
                <a:lnTo>
                  <a:pt x="695349" y="73845"/>
                </a:lnTo>
                <a:cubicBezTo>
                  <a:pt x="699635" y="76022"/>
                  <a:pt x="703243" y="77855"/>
                  <a:pt x="707971" y="78653"/>
                </a:cubicBezTo>
                <a:lnTo>
                  <a:pt x="710191" y="79028"/>
                </a:lnTo>
                <a:lnTo>
                  <a:pt x="704935" y="88876"/>
                </a:lnTo>
                <a:cubicBezTo>
                  <a:pt x="701966" y="94422"/>
                  <a:pt x="699668" y="98717"/>
                  <a:pt x="696809" y="104356"/>
                </a:cubicBezTo>
                <a:cubicBezTo>
                  <a:pt x="696225" y="105509"/>
                  <a:pt x="695672" y="106601"/>
                  <a:pt x="695278" y="107654"/>
                </a:cubicBezTo>
                <a:cubicBezTo>
                  <a:pt x="694902" y="108663"/>
                  <a:pt x="694639" y="109703"/>
                  <a:pt x="694582" y="110854"/>
                </a:cubicBezTo>
                <a:cubicBezTo>
                  <a:pt x="694535" y="112193"/>
                  <a:pt x="694873" y="113489"/>
                  <a:pt x="695492" y="114658"/>
                </a:cubicBezTo>
                <a:cubicBezTo>
                  <a:pt x="696172" y="115946"/>
                  <a:pt x="697192" y="117080"/>
                  <a:pt x="698423" y="117968"/>
                </a:cubicBezTo>
                <a:cubicBezTo>
                  <a:pt x="699917" y="119043"/>
                  <a:pt x="702120" y="119903"/>
                  <a:pt x="704393" y="120385"/>
                </a:cubicBezTo>
                <a:cubicBezTo>
                  <a:pt x="706609" y="120853"/>
                  <a:pt x="708841" y="120959"/>
                  <a:pt x="710474" y="120550"/>
                </a:cubicBezTo>
                <a:lnTo>
                  <a:pt x="710518" y="120544"/>
                </a:lnTo>
                <a:cubicBezTo>
                  <a:pt x="710567" y="120534"/>
                  <a:pt x="710622" y="120496"/>
                  <a:pt x="710773" y="120295"/>
                </a:cubicBezTo>
                <a:cubicBezTo>
                  <a:pt x="711175" y="119757"/>
                  <a:pt x="711761" y="118709"/>
                  <a:pt x="712754" y="116749"/>
                </a:cubicBezTo>
                <a:lnTo>
                  <a:pt x="720898" y="100682"/>
                </a:lnTo>
                <a:cubicBezTo>
                  <a:pt x="721346" y="99798"/>
                  <a:pt x="721865" y="98724"/>
                  <a:pt x="722186" y="97653"/>
                </a:cubicBezTo>
                <a:cubicBezTo>
                  <a:pt x="722467" y="96716"/>
                  <a:pt x="722607" y="95773"/>
                  <a:pt x="722399" y="95003"/>
                </a:cubicBezTo>
                <a:lnTo>
                  <a:pt x="722386" y="94952"/>
                </a:lnTo>
                <a:cubicBezTo>
                  <a:pt x="722063" y="93562"/>
                  <a:pt x="720444" y="92676"/>
                  <a:pt x="719461" y="92141"/>
                </a:cubicBezTo>
                <a:cubicBezTo>
                  <a:pt x="718619" y="91682"/>
                  <a:pt x="718004" y="91346"/>
                  <a:pt x="717743" y="90576"/>
                </a:cubicBezTo>
                <a:lnTo>
                  <a:pt x="717662" y="90339"/>
                </a:lnTo>
                <a:lnTo>
                  <a:pt x="717661" y="90063"/>
                </a:lnTo>
                <a:cubicBezTo>
                  <a:pt x="717657" y="89437"/>
                  <a:pt x="717998" y="88762"/>
                  <a:pt x="718149" y="88457"/>
                </a:cubicBezTo>
                <a:lnTo>
                  <a:pt x="718186" y="88384"/>
                </a:lnTo>
                <a:cubicBezTo>
                  <a:pt x="718613" y="87555"/>
                  <a:pt x="719049" y="87111"/>
                  <a:pt x="719709" y="86902"/>
                </a:cubicBezTo>
                <a:cubicBezTo>
                  <a:pt x="720452" y="86678"/>
                  <a:pt x="720999" y="86840"/>
                  <a:pt x="721706" y="87200"/>
                </a:cubicBezTo>
                <a:lnTo>
                  <a:pt x="721745" y="87224"/>
                </a:lnTo>
                <a:cubicBezTo>
                  <a:pt x="726480" y="89622"/>
                  <a:pt x="729716" y="91259"/>
                  <a:pt x="734804" y="92347"/>
                </a:cubicBezTo>
                <a:lnTo>
                  <a:pt x="735272" y="92448"/>
                </a:lnTo>
                <a:lnTo>
                  <a:pt x="736723" y="93909"/>
                </a:lnTo>
                <a:lnTo>
                  <a:pt x="735900" y="95351"/>
                </a:lnTo>
                <a:cubicBezTo>
                  <a:pt x="734920" y="97069"/>
                  <a:pt x="733983" y="98709"/>
                  <a:pt x="733167" y="100320"/>
                </a:cubicBezTo>
                <a:cubicBezTo>
                  <a:pt x="729476" y="107680"/>
                  <a:pt x="725848" y="115122"/>
                  <a:pt x="722075" y="122432"/>
                </a:cubicBezTo>
                <a:cubicBezTo>
                  <a:pt x="721213" y="124093"/>
                  <a:pt x="720396" y="125673"/>
                  <a:pt x="720791" y="126601"/>
                </a:cubicBezTo>
                <a:lnTo>
                  <a:pt x="720817" y="126659"/>
                </a:lnTo>
                <a:cubicBezTo>
                  <a:pt x="721207" y="127678"/>
                  <a:pt x="722404" y="128106"/>
                  <a:pt x="723619" y="128539"/>
                </a:cubicBezTo>
                <a:lnTo>
                  <a:pt x="724190" y="128750"/>
                </a:lnTo>
                <a:cubicBezTo>
                  <a:pt x="725108" y="129081"/>
                  <a:pt x="725627" y="129287"/>
                  <a:pt x="725904" y="130259"/>
                </a:cubicBezTo>
                <a:close/>
                <a:moveTo>
                  <a:pt x="673843" y="101579"/>
                </a:moveTo>
                <a:cubicBezTo>
                  <a:pt x="674028" y="102140"/>
                  <a:pt x="673981" y="102723"/>
                  <a:pt x="673746" y="103319"/>
                </a:cubicBezTo>
                <a:cubicBezTo>
                  <a:pt x="673567" y="103782"/>
                  <a:pt x="673218" y="104249"/>
                  <a:pt x="672607" y="104695"/>
                </a:cubicBezTo>
                <a:cubicBezTo>
                  <a:pt x="672185" y="105008"/>
                  <a:pt x="671588" y="105339"/>
                  <a:pt x="670754" y="105685"/>
                </a:cubicBezTo>
                <a:cubicBezTo>
                  <a:pt x="669317" y="106283"/>
                  <a:pt x="667843" y="106720"/>
                  <a:pt x="666319" y="107011"/>
                </a:cubicBezTo>
                <a:cubicBezTo>
                  <a:pt x="664820" y="107294"/>
                  <a:pt x="663268" y="107440"/>
                  <a:pt x="661641" y="107462"/>
                </a:cubicBezTo>
                <a:cubicBezTo>
                  <a:pt x="660030" y="107506"/>
                  <a:pt x="658442" y="107404"/>
                  <a:pt x="656911" y="107149"/>
                </a:cubicBezTo>
                <a:cubicBezTo>
                  <a:pt x="655404" y="106898"/>
                  <a:pt x="653929" y="106491"/>
                  <a:pt x="652510" y="105928"/>
                </a:cubicBezTo>
                <a:cubicBezTo>
                  <a:pt x="649569" y="104762"/>
                  <a:pt x="647061" y="103177"/>
                  <a:pt x="644988" y="101162"/>
                </a:cubicBezTo>
                <a:cubicBezTo>
                  <a:pt x="642908" y="99141"/>
                  <a:pt x="641270" y="96696"/>
                  <a:pt x="640074" y="93817"/>
                </a:cubicBezTo>
                <a:cubicBezTo>
                  <a:pt x="638913" y="91015"/>
                  <a:pt x="638337" y="88156"/>
                  <a:pt x="638347" y="85247"/>
                </a:cubicBezTo>
                <a:cubicBezTo>
                  <a:pt x="638357" y="82351"/>
                  <a:pt x="638954" y="79415"/>
                  <a:pt x="640126" y="76457"/>
                </a:cubicBezTo>
                <a:cubicBezTo>
                  <a:pt x="641424" y="73186"/>
                  <a:pt x="643155" y="70412"/>
                  <a:pt x="645335" y="68124"/>
                </a:cubicBezTo>
                <a:cubicBezTo>
                  <a:pt x="647530" y="65818"/>
                  <a:pt x="650174" y="64003"/>
                  <a:pt x="653280" y="62667"/>
                </a:cubicBezTo>
                <a:cubicBezTo>
                  <a:pt x="656379" y="61332"/>
                  <a:pt x="659523" y="60644"/>
                  <a:pt x="662712" y="60616"/>
                </a:cubicBezTo>
                <a:cubicBezTo>
                  <a:pt x="665885" y="60587"/>
                  <a:pt x="669092" y="61213"/>
                  <a:pt x="672333" y="62499"/>
                </a:cubicBezTo>
                <a:cubicBezTo>
                  <a:pt x="674101" y="63200"/>
                  <a:pt x="675746" y="63976"/>
                  <a:pt x="677283" y="64900"/>
                </a:cubicBezTo>
                <a:cubicBezTo>
                  <a:pt x="678851" y="65846"/>
                  <a:pt x="680327" y="66952"/>
                  <a:pt x="681727" y="68299"/>
                </a:cubicBezTo>
                <a:cubicBezTo>
                  <a:pt x="683021" y="69517"/>
                  <a:pt x="683917" y="70669"/>
                  <a:pt x="684424" y="71734"/>
                </a:cubicBezTo>
                <a:cubicBezTo>
                  <a:pt x="685060" y="73076"/>
                  <a:pt x="685141" y="74323"/>
                  <a:pt x="684697" y="75449"/>
                </a:cubicBezTo>
                <a:cubicBezTo>
                  <a:pt x="684436" y="76111"/>
                  <a:pt x="684119" y="76708"/>
                  <a:pt x="683710" y="77258"/>
                </a:cubicBezTo>
                <a:cubicBezTo>
                  <a:pt x="683281" y="77831"/>
                  <a:pt x="682773" y="78322"/>
                  <a:pt x="682142" y="78749"/>
                </a:cubicBezTo>
                <a:cubicBezTo>
                  <a:pt x="681611" y="79159"/>
                  <a:pt x="681099" y="79467"/>
                  <a:pt x="680598" y="79647"/>
                </a:cubicBezTo>
                <a:cubicBezTo>
                  <a:pt x="679859" y="79912"/>
                  <a:pt x="679159" y="79926"/>
                  <a:pt x="678471" y="79655"/>
                </a:cubicBezTo>
                <a:cubicBezTo>
                  <a:pt x="676674" y="78938"/>
                  <a:pt x="675288" y="75391"/>
                  <a:pt x="674735" y="73976"/>
                </a:cubicBezTo>
                <a:lnTo>
                  <a:pt x="674584" y="73589"/>
                </a:lnTo>
                <a:cubicBezTo>
                  <a:pt x="673913" y="72082"/>
                  <a:pt x="673173" y="70841"/>
                  <a:pt x="672234" y="69846"/>
                </a:cubicBezTo>
                <a:cubicBezTo>
                  <a:pt x="671307" y="68876"/>
                  <a:pt x="670144" y="68096"/>
                  <a:pt x="668597" y="67483"/>
                </a:cubicBezTo>
                <a:cubicBezTo>
                  <a:pt x="667020" y="66850"/>
                  <a:pt x="665406" y="66607"/>
                  <a:pt x="663802" y="66735"/>
                </a:cubicBezTo>
                <a:cubicBezTo>
                  <a:pt x="662170" y="66865"/>
                  <a:pt x="660530" y="67385"/>
                  <a:pt x="658924" y="68274"/>
                </a:cubicBezTo>
                <a:cubicBezTo>
                  <a:pt x="657274" y="69223"/>
                  <a:pt x="655804" y="70443"/>
                  <a:pt x="654541" y="71937"/>
                </a:cubicBezTo>
                <a:cubicBezTo>
                  <a:pt x="653263" y="73451"/>
                  <a:pt x="652195" y="75253"/>
                  <a:pt x="651360" y="77357"/>
                </a:cubicBezTo>
                <a:cubicBezTo>
                  <a:pt x="650299" y="80032"/>
                  <a:pt x="649780" y="82570"/>
                  <a:pt x="649798" y="84978"/>
                </a:cubicBezTo>
                <a:cubicBezTo>
                  <a:pt x="649814" y="87346"/>
                  <a:pt x="650359" y="89620"/>
                  <a:pt x="651413" y="91813"/>
                </a:cubicBezTo>
                <a:cubicBezTo>
                  <a:pt x="652244" y="93585"/>
                  <a:pt x="653488" y="95303"/>
                  <a:pt x="654989" y="96751"/>
                </a:cubicBezTo>
                <a:cubicBezTo>
                  <a:pt x="656423" y="98138"/>
                  <a:pt x="658082" y="99274"/>
                  <a:pt x="659816" y="99962"/>
                </a:cubicBezTo>
                <a:cubicBezTo>
                  <a:pt x="661571" y="100658"/>
                  <a:pt x="663318" y="101040"/>
                  <a:pt x="665059" y="101108"/>
                </a:cubicBezTo>
                <a:cubicBezTo>
                  <a:pt x="666759" y="101175"/>
                  <a:pt x="668470" y="100943"/>
                  <a:pt x="670200" y="100419"/>
                </a:cubicBezTo>
                <a:cubicBezTo>
                  <a:pt x="670485" y="100301"/>
                  <a:pt x="670714" y="100207"/>
                  <a:pt x="670999" y="100124"/>
                </a:cubicBezTo>
                <a:cubicBezTo>
                  <a:pt x="671520" y="99970"/>
                  <a:pt x="671966" y="99965"/>
                  <a:pt x="672437" y="100151"/>
                </a:cubicBezTo>
                <a:cubicBezTo>
                  <a:pt x="673179" y="100440"/>
                  <a:pt x="673632" y="100933"/>
                  <a:pt x="673843" y="101579"/>
                </a:cubicBezTo>
                <a:close/>
                <a:moveTo>
                  <a:pt x="625821" y="58746"/>
                </a:moveTo>
                <a:cubicBezTo>
                  <a:pt x="626302" y="58702"/>
                  <a:pt x="626495" y="58449"/>
                  <a:pt x="626627" y="57980"/>
                </a:cubicBezTo>
                <a:cubicBezTo>
                  <a:pt x="626987" y="56697"/>
                  <a:pt x="626727" y="55446"/>
                  <a:pt x="625970" y="54368"/>
                </a:cubicBezTo>
                <a:cubicBezTo>
                  <a:pt x="625112" y="53136"/>
                  <a:pt x="623619" y="52093"/>
                  <a:pt x="621648" y="51396"/>
                </a:cubicBezTo>
                <a:cubicBezTo>
                  <a:pt x="618912" y="50491"/>
                  <a:pt x="615809" y="50715"/>
                  <a:pt x="613177" y="51675"/>
                </a:cubicBezTo>
                <a:cubicBezTo>
                  <a:pt x="611106" y="52431"/>
                  <a:pt x="609362" y="53626"/>
                  <a:pt x="608384" y="55049"/>
                </a:cubicBezTo>
                <a:cubicBezTo>
                  <a:pt x="609919" y="55474"/>
                  <a:pt x="611945" y="56011"/>
                  <a:pt x="613959" y="56517"/>
                </a:cubicBezTo>
                <a:cubicBezTo>
                  <a:pt x="615800" y="56979"/>
                  <a:pt x="617604" y="57411"/>
                  <a:pt x="618964" y="57695"/>
                </a:cubicBezTo>
                <a:lnTo>
                  <a:pt x="618983" y="57701"/>
                </a:lnTo>
                <a:cubicBezTo>
                  <a:pt x="622558" y="58493"/>
                  <a:pt x="624649" y="58855"/>
                  <a:pt x="625821" y="58746"/>
                </a:cubicBezTo>
                <a:close/>
                <a:moveTo>
                  <a:pt x="633675" y="53273"/>
                </a:moveTo>
                <a:cubicBezTo>
                  <a:pt x="636270" y="56733"/>
                  <a:pt x="637362" y="60835"/>
                  <a:pt x="636283" y="64680"/>
                </a:cubicBezTo>
                <a:cubicBezTo>
                  <a:pt x="635810" y="66363"/>
                  <a:pt x="635206" y="67274"/>
                  <a:pt x="633549" y="67540"/>
                </a:cubicBezTo>
                <a:cubicBezTo>
                  <a:pt x="632444" y="67715"/>
                  <a:pt x="630953" y="67410"/>
                  <a:pt x="628468" y="66712"/>
                </a:cubicBezTo>
                <a:cubicBezTo>
                  <a:pt x="624541" y="65609"/>
                  <a:pt x="620630" y="64427"/>
                  <a:pt x="616722" y="63247"/>
                </a:cubicBezTo>
                <a:cubicBezTo>
                  <a:pt x="613070" y="62147"/>
                  <a:pt x="609422" y="61044"/>
                  <a:pt x="605944" y="60055"/>
                </a:cubicBezTo>
                <a:cubicBezTo>
                  <a:pt x="605696" y="60616"/>
                  <a:pt x="605404" y="61461"/>
                  <a:pt x="605070" y="62636"/>
                </a:cubicBezTo>
                <a:lnTo>
                  <a:pt x="605033" y="62767"/>
                </a:lnTo>
                <a:cubicBezTo>
                  <a:pt x="603680" y="67585"/>
                  <a:pt x="604252" y="72411"/>
                  <a:pt x="606290" y="76338"/>
                </a:cubicBezTo>
                <a:cubicBezTo>
                  <a:pt x="608298" y="80209"/>
                  <a:pt x="611744" y="83214"/>
                  <a:pt x="616161" y="84468"/>
                </a:cubicBezTo>
                <a:lnTo>
                  <a:pt x="616211" y="84483"/>
                </a:lnTo>
                <a:cubicBezTo>
                  <a:pt x="618213" y="85044"/>
                  <a:pt x="620023" y="85211"/>
                  <a:pt x="621656" y="85000"/>
                </a:cubicBezTo>
                <a:cubicBezTo>
                  <a:pt x="623236" y="84796"/>
                  <a:pt x="624692" y="84227"/>
                  <a:pt x="626025" y="83315"/>
                </a:cubicBezTo>
                <a:cubicBezTo>
                  <a:pt x="626379" y="83067"/>
                  <a:pt x="626705" y="82864"/>
                  <a:pt x="627040" y="82716"/>
                </a:cubicBezTo>
                <a:cubicBezTo>
                  <a:pt x="627592" y="82473"/>
                  <a:pt x="628119" y="82408"/>
                  <a:pt x="628664" y="82562"/>
                </a:cubicBezTo>
                <a:cubicBezTo>
                  <a:pt x="629279" y="82729"/>
                  <a:pt x="629800" y="83171"/>
                  <a:pt x="630079" y="83794"/>
                </a:cubicBezTo>
                <a:cubicBezTo>
                  <a:pt x="630304" y="84283"/>
                  <a:pt x="630374" y="84897"/>
                  <a:pt x="630194" y="85547"/>
                </a:cubicBezTo>
                <a:cubicBezTo>
                  <a:pt x="630075" y="85972"/>
                  <a:pt x="629920" y="86350"/>
                  <a:pt x="629607" y="86791"/>
                </a:cubicBezTo>
                <a:cubicBezTo>
                  <a:pt x="629360" y="87140"/>
                  <a:pt x="629002" y="87528"/>
                  <a:pt x="628447" y="88042"/>
                </a:cubicBezTo>
                <a:lnTo>
                  <a:pt x="628408" y="88081"/>
                </a:lnTo>
                <a:cubicBezTo>
                  <a:pt x="625860" y="90279"/>
                  <a:pt x="622993" y="91695"/>
                  <a:pt x="619854" y="92302"/>
                </a:cubicBezTo>
                <a:cubicBezTo>
                  <a:pt x="616761" y="92899"/>
                  <a:pt x="613416" y="92709"/>
                  <a:pt x="609867" y="91711"/>
                </a:cubicBezTo>
                <a:cubicBezTo>
                  <a:pt x="603539" y="89933"/>
                  <a:pt x="598654" y="85907"/>
                  <a:pt x="595812" y="80681"/>
                </a:cubicBezTo>
                <a:cubicBezTo>
                  <a:pt x="592977" y="75467"/>
                  <a:pt x="592180" y="69074"/>
                  <a:pt x="594012" y="62548"/>
                </a:cubicBezTo>
                <a:cubicBezTo>
                  <a:pt x="595770" y="56283"/>
                  <a:pt x="599861" y="51260"/>
                  <a:pt x="605023" y="48228"/>
                </a:cubicBezTo>
                <a:cubicBezTo>
                  <a:pt x="610199" y="45185"/>
                  <a:pt x="616456" y="44145"/>
                  <a:pt x="622523" y="45846"/>
                </a:cubicBezTo>
                <a:cubicBezTo>
                  <a:pt x="627237" y="47170"/>
                  <a:pt x="631169" y="49934"/>
                  <a:pt x="633675" y="53273"/>
                </a:cubicBezTo>
                <a:close/>
                <a:moveTo>
                  <a:pt x="565544" y="33760"/>
                </a:moveTo>
                <a:cubicBezTo>
                  <a:pt x="566717" y="31896"/>
                  <a:pt x="567532" y="29531"/>
                  <a:pt x="567801" y="26520"/>
                </a:cubicBezTo>
                <a:cubicBezTo>
                  <a:pt x="568154" y="22435"/>
                  <a:pt x="567244" y="19347"/>
                  <a:pt x="565351" y="17157"/>
                </a:cubicBezTo>
                <a:cubicBezTo>
                  <a:pt x="563275" y="14753"/>
                  <a:pt x="559959" y="13322"/>
                  <a:pt x="555799" y="12758"/>
                </a:cubicBezTo>
                <a:cubicBezTo>
                  <a:pt x="553862" y="12524"/>
                  <a:pt x="551050" y="12179"/>
                  <a:pt x="548814" y="12245"/>
                </a:cubicBezTo>
                <a:lnTo>
                  <a:pt x="545493" y="39171"/>
                </a:lnTo>
                <a:cubicBezTo>
                  <a:pt x="547941" y="39645"/>
                  <a:pt x="550514" y="39999"/>
                  <a:pt x="553005" y="39977"/>
                </a:cubicBezTo>
                <a:cubicBezTo>
                  <a:pt x="555893" y="39955"/>
                  <a:pt x="558715" y="39431"/>
                  <a:pt x="561163" y="38008"/>
                </a:cubicBezTo>
                <a:cubicBezTo>
                  <a:pt x="562866" y="36965"/>
                  <a:pt x="564391" y="35593"/>
                  <a:pt x="565544" y="33760"/>
                </a:cubicBezTo>
                <a:close/>
                <a:moveTo>
                  <a:pt x="578351" y="69053"/>
                </a:moveTo>
                <a:cubicBezTo>
                  <a:pt x="581012" y="72404"/>
                  <a:pt x="586115" y="78828"/>
                  <a:pt x="589849" y="78392"/>
                </a:cubicBezTo>
                <a:lnTo>
                  <a:pt x="593356" y="77981"/>
                </a:lnTo>
                <a:lnTo>
                  <a:pt x="591369" y="80908"/>
                </a:lnTo>
                <a:cubicBezTo>
                  <a:pt x="590599" y="82042"/>
                  <a:pt x="589179" y="82794"/>
                  <a:pt x="587624" y="83232"/>
                </a:cubicBezTo>
                <a:cubicBezTo>
                  <a:pt x="585834" y="83737"/>
                  <a:pt x="583753" y="83867"/>
                  <a:pt x="582421" y="83703"/>
                </a:cubicBezTo>
                <a:cubicBezTo>
                  <a:pt x="579576" y="83352"/>
                  <a:pt x="577208" y="82468"/>
                  <a:pt x="575084" y="81192"/>
                </a:cubicBezTo>
                <a:cubicBezTo>
                  <a:pt x="573018" y="79947"/>
                  <a:pt x="571201" y="78330"/>
                  <a:pt x="569399" y="76466"/>
                </a:cubicBezTo>
                <a:cubicBezTo>
                  <a:pt x="564884" y="71885"/>
                  <a:pt x="561702" y="66153"/>
                  <a:pt x="558665" y="60681"/>
                </a:cubicBezTo>
                <a:lnTo>
                  <a:pt x="555364" y="54731"/>
                </a:lnTo>
                <a:cubicBezTo>
                  <a:pt x="552582" y="49641"/>
                  <a:pt x="550963" y="46679"/>
                  <a:pt x="548195" y="45665"/>
                </a:cubicBezTo>
                <a:lnTo>
                  <a:pt x="548158" y="45645"/>
                </a:lnTo>
                <a:cubicBezTo>
                  <a:pt x="547579" y="45415"/>
                  <a:pt x="546847" y="45258"/>
                  <a:pt x="546093" y="45165"/>
                </a:cubicBezTo>
                <a:cubicBezTo>
                  <a:pt x="545684" y="45115"/>
                  <a:pt x="545272" y="45086"/>
                  <a:pt x="544877" y="45074"/>
                </a:cubicBezTo>
                <a:lnTo>
                  <a:pt x="542534" y="64065"/>
                </a:lnTo>
                <a:cubicBezTo>
                  <a:pt x="542228" y="66565"/>
                  <a:pt x="542575" y="68420"/>
                  <a:pt x="543582" y="69665"/>
                </a:cubicBezTo>
                <a:cubicBezTo>
                  <a:pt x="544606" y="70928"/>
                  <a:pt x="546395" y="71699"/>
                  <a:pt x="548948" y="72013"/>
                </a:cubicBezTo>
                <a:cubicBezTo>
                  <a:pt x="549636" y="72096"/>
                  <a:pt x="550265" y="72346"/>
                  <a:pt x="550744" y="73040"/>
                </a:cubicBezTo>
                <a:cubicBezTo>
                  <a:pt x="551112" y="73576"/>
                  <a:pt x="551292" y="74296"/>
                  <a:pt x="551169" y="75313"/>
                </a:cubicBezTo>
                <a:cubicBezTo>
                  <a:pt x="550806" y="78259"/>
                  <a:pt x="550588" y="78272"/>
                  <a:pt x="547675" y="77915"/>
                </a:cubicBezTo>
                <a:lnTo>
                  <a:pt x="543890" y="77409"/>
                </a:lnTo>
                <a:cubicBezTo>
                  <a:pt x="541597" y="77096"/>
                  <a:pt x="538623" y="76690"/>
                  <a:pt x="535105" y="76257"/>
                </a:cubicBezTo>
                <a:cubicBezTo>
                  <a:pt x="532843" y="75978"/>
                  <a:pt x="530637" y="75730"/>
                  <a:pt x="528580" y="75540"/>
                </a:cubicBezTo>
                <a:cubicBezTo>
                  <a:pt x="526421" y="75340"/>
                  <a:pt x="524235" y="75175"/>
                  <a:pt x="522046" y="75068"/>
                </a:cubicBezTo>
                <a:lnTo>
                  <a:pt x="521926" y="75061"/>
                </a:lnTo>
                <a:cubicBezTo>
                  <a:pt x="520948" y="74941"/>
                  <a:pt x="520361" y="74649"/>
                  <a:pt x="519965" y="73785"/>
                </a:cubicBezTo>
                <a:cubicBezTo>
                  <a:pt x="519709" y="73228"/>
                  <a:pt x="519709" y="72654"/>
                  <a:pt x="519814" y="71791"/>
                </a:cubicBezTo>
                <a:cubicBezTo>
                  <a:pt x="519848" y="70936"/>
                  <a:pt x="520032" y="70352"/>
                  <a:pt x="520411" y="69905"/>
                </a:cubicBezTo>
                <a:cubicBezTo>
                  <a:pt x="520995" y="69215"/>
                  <a:pt x="521657" y="69079"/>
                  <a:pt x="522528" y="69184"/>
                </a:cubicBezTo>
                <a:lnTo>
                  <a:pt x="522895" y="69212"/>
                </a:lnTo>
                <a:cubicBezTo>
                  <a:pt x="524515" y="69337"/>
                  <a:pt x="526699" y="69506"/>
                  <a:pt x="528726" y="67475"/>
                </a:cubicBezTo>
                <a:cubicBezTo>
                  <a:pt x="529267" y="66925"/>
                  <a:pt x="529680" y="65943"/>
                  <a:pt x="530009" y="64741"/>
                </a:cubicBezTo>
                <a:cubicBezTo>
                  <a:pt x="530379" y="63393"/>
                  <a:pt x="530631" y="61774"/>
                  <a:pt x="530830" y="60138"/>
                </a:cubicBezTo>
                <a:lnTo>
                  <a:pt x="536284" y="15919"/>
                </a:lnTo>
                <a:cubicBezTo>
                  <a:pt x="536532" y="13905"/>
                  <a:pt x="536398" y="12474"/>
                  <a:pt x="535742" y="11591"/>
                </a:cubicBezTo>
                <a:cubicBezTo>
                  <a:pt x="535101" y="10727"/>
                  <a:pt x="533815" y="10217"/>
                  <a:pt x="531742" y="10006"/>
                </a:cubicBezTo>
                <a:lnTo>
                  <a:pt x="531711" y="10006"/>
                </a:lnTo>
                <a:cubicBezTo>
                  <a:pt x="530644" y="9875"/>
                  <a:pt x="529992" y="9721"/>
                  <a:pt x="529432" y="9148"/>
                </a:cubicBezTo>
                <a:cubicBezTo>
                  <a:pt x="528786" y="8483"/>
                  <a:pt x="528699" y="7778"/>
                  <a:pt x="528840" y="6626"/>
                </a:cubicBezTo>
                <a:cubicBezTo>
                  <a:pt x="528952" y="5726"/>
                  <a:pt x="529179" y="5091"/>
                  <a:pt x="529682" y="4610"/>
                </a:cubicBezTo>
                <a:cubicBezTo>
                  <a:pt x="530316" y="4001"/>
                  <a:pt x="531038" y="3868"/>
                  <a:pt x="532005" y="4094"/>
                </a:cubicBezTo>
                <a:lnTo>
                  <a:pt x="534759" y="4533"/>
                </a:lnTo>
                <a:cubicBezTo>
                  <a:pt x="537418" y="4960"/>
                  <a:pt x="540023" y="5378"/>
                  <a:pt x="542549" y="5612"/>
                </a:cubicBezTo>
                <a:cubicBezTo>
                  <a:pt x="545269" y="5865"/>
                  <a:pt x="548244" y="6084"/>
                  <a:pt x="550939" y="6280"/>
                </a:cubicBezTo>
                <a:cubicBezTo>
                  <a:pt x="554650" y="6553"/>
                  <a:pt x="557831" y="6787"/>
                  <a:pt x="559976" y="7117"/>
                </a:cubicBezTo>
                <a:cubicBezTo>
                  <a:pt x="567123" y="8302"/>
                  <a:pt x="572090" y="11020"/>
                  <a:pt x="575305" y="14360"/>
                </a:cubicBezTo>
                <a:cubicBezTo>
                  <a:pt x="579398" y="18612"/>
                  <a:pt x="580663" y="23863"/>
                  <a:pt x="579977" y="28329"/>
                </a:cubicBezTo>
                <a:cubicBezTo>
                  <a:pt x="579594" y="30939"/>
                  <a:pt x="578536" y="33413"/>
                  <a:pt x="577024" y="35575"/>
                </a:cubicBezTo>
                <a:cubicBezTo>
                  <a:pt x="575449" y="37828"/>
                  <a:pt x="573371" y="39750"/>
                  <a:pt x="571048" y="41142"/>
                </a:cubicBezTo>
                <a:cubicBezTo>
                  <a:pt x="568696" y="42519"/>
                  <a:pt x="566390" y="43462"/>
                  <a:pt x="564065" y="44093"/>
                </a:cubicBezTo>
                <a:cubicBezTo>
                  <a:pt x="563079" y="44361"/>
                  <a:pt x="562084" y="44575"/>
                  <a:pt x="561079" y="44743"/>
                </a:cubicBezTo>
                <a:cubicBezTo>
                  <a:pt x="563312" y="46692"/>
                  <a:pt x="564634" y="48510"/>
                  <a:pt x="566020" y="50419"/>
                </a:cubicBezTo>
                <a:lnTo>
                  <a:pt x="566484" y="51065"/>
                </a:lnTo>
                <a:cubicBezTo>
                  <a:pt x="568484" y="53790"/>
                  <a:pt x="570200" y="56606"/>
                  <a:pt x="571911" y="59413"/>
                </a:cubicBezTo>
                <a:cubicBezTo>
                  <a:pt x="573787" y="62487"/>
                  <a:pt x="575659" y="65561"/>
                  <a:pt x="577847" y="68420"/>
                </a:cubicBezTo>
                <a:lnTo>
                  <a:pt x="578351" y="69053"/>
                </a:lnTo>
                <a:close/>
                <a:moveTo>
                  <a:pt x="473795" y="60837"/>
                </a:moveTo>
                <a:cubicBezTo>
                  <a:pt x="473738" y="59109"/>
                  <a:pt x="473680" y="57425"/>
                  <a:pt x="473581" y="55673"/>
                </a:cubicBezTo>
                <a:cubicBezTo>
                  <a:pt x="473004" y="55852"/>
                  <a:pt x="472418" y="56060"/>
                  <a:pt x="471836" y="56285"/>
                </a:cubicBezTo>
                <a:cubicBezTo>
                  <a:pt x="470345" y="56864"/>
                  <a:pt x="468867" y="57576"/>
                  <a:pt x="467638" y="58236"/>
                </a:cubicBezTo>
                <a:lnTo>
                  <a:pt x="467586" y="58262"/>
                </a:lnTo>
                <a:cubicBezTo>
                  <a:pt x="465266" y="59416"/>
                  <a:pt x="463576" y="60645"/>
                  <a:pt x="462524" y="61951"/>
                </a:cubicBezTo>
                <a:cubicBezTo>
                  <a:pt x="461593" y="63109"/>
                  <a:pt x="461175" y="64354"/>
                  <a:pt x="461275" y="65682"/>
                </a:cubicBezTo>
                <a:cubicBezTo>
                  <a:pt x="461357" y="66766"/>
                  <a:pt x="461929" y="67752"/>
                  <a:pt x="462763" y="68451"/>
                </a:cubicBezTo>
                <a:cubicBezTo>
                  <a:pt x="463610" y="69160"/>
                  <a:pt x="464721" y="69566"/>
                  <a:pt x="465861" y="69480"/>
                </a:cubicBezTo>
                <a:cubicBezTo>
                  <a:pt x="467264" y="69373"/>
                  <a:pt x="468904" y="68735"/>
                  <a:pt x="470330" y="67791"/>
                </a:cubicBezTo>
                <a:cubicBezTo>
                  <a:pt x="471656" y="66915"/>
                  <a:pt x="472762" y="65801"/>
                  <a:pt x="473265" y="64652"/>
                </a:cubicBezTo>
                <a:lnTo>
                  <a:pt x="473309" y="64556"/>
                </a:lnTo>
                <a:cubicBezTo>
                  <a:pt x="473519" y="64146"/>
                  <a:pt x="473672" y="63718"/>
                  <a:pt x="473756" y="63229"/>
                </a:cubicBezTo>
                <a:cubicBezTo>
                  <a:pt x="473846" y="62701"/>
                  <a:pt x="473865" y="62073"/>
                  <a:pt x="473808" y="61304"/>
                </a:cubicBezTo>
                <a:lnTo>
                  <a:pt x="473795" y="60837"/>
                </a:lnTo>
                <a:close/>
                <a:moveTo>
                  <a:pt x="494032" y="66651"/>
                </a:moveTo>
                <a:cubicBezTo>
                  <a:pt x="494176" y="67102"/>
                  <a:pt x="494178" y="67673"/>
                  <a:pt x="494007" y="68197"/>
                </a:cubicBezTo>
                <a:lnTo>
                  <a:pt x="493944" y="68360"/>
                </a:lnTo>
                <a:cubicBezTo>
                  <a:pt x="493006" y="70443"/>
                  <a:pt x="491628" y="72310"/>
                  <a:pt x="489861" y="73675"/>
                </a:cubicBezTo>
                <a:cubicBezTo>
                  <a:pt x="488216" y="74945"/>
                  <a:pt x="486244" y="75778"/>
                  <a:pt x="483995" y="75949"/>
                </a:cubicBezTo>
                <a:cubicBezTo>
                  <a:pt x="481911" y="76106"/>
                  <a:pt x="480094" y="75587"/>
                  <a:pt x="478568" y="74591"/>
                </a:cubicBezTo>
                <a:cubicBezTo>
                  <a:pt x="477138" y="73660"/>
                  <a:pt x="475992" y="72314"/>
                  <a:pt x="475138" y="70724"/>
                </a:cubicBezTo>
                <a:cubicBezTo>
                  <a:pt x="474561" y="71376"/>
                  <a:pt x="473906" y="71965"/>
                  <a:pt x="472958" y="72747"/>
                </a:cubicBezTo>
                <a:cubicBezTo>
                  <a:pt x="471302" y="74187"/>
                  <a:pt x="469665" y="75259"/>
                  <a:pt x="468004" y="76009"/>
                </a:cubicBezTo>
                <a:cubicBezTo>
                  <a:pt x="466281" y="76779"/>
                  <a:pt x="464541" y="77211"/>
                  <a:pt x="462726" y="77349"/>
                </a:cubicBezTo>
                <a:cubicBezTo>
                  <a:pt x="459178" y="77618"/>
                  <a:pt x="456222" y="76609"/>
                  <a:pt x="454054" y="74692"/>
                </a:cubicBezTo>
                <a:cubicBezTo>
                  <a:pt x="451805" y="72706"/>
                  <a:pt x="450444" y="69770"/>
                  <a:pt x="450181" y="66305"/>
                </a:cubicBezTo>
                <a:cubicBezTo>
                  <a:pt x="450131" y="65603"/>
                  <a:pt x="450139" y="64938"/>
                  <a:pt x="450201" y="64328"/>
                </a:cubicBezTo>
                <a:cubicBezTo>
                  <a:pt x="450269" y="63650"/>
                  <a:pt x="450404" y="63038"/>
                  <a:pt x="450582" y="62529"/>
                </a:cubicBezTo>
                <a:lnTo>
                  <a:pt x="450670" y="62319"/>
                </a:lnTo>
                <a:cubicBezTo>
                  <a:pt x="451263" y="61168"/>
                  <a:pt x="452707" y="59894"/>
                  <a:pt x="454388" y="58717"/>
                </a:cubicBezTo>
                <a:cubicBezTo>
                  <a:pt x="456681" y="57109"/>
                  <a:pt x="459498" y="55591"/>
                  <a:pt x="460993" y="54885"/>
                </a:cubicBezTo>
                <a:cubicBezTo>
                  <a:pt x="462643" y="54063"/>
                  <a:pt x="464645" y="53182"/>
                  <a:pt x="466640" y="52374"/>
                </a:cubicBezTo>
                <a:cubicBezTo>
                  <a:pt x="468818" y="51493"/>
                  <a:pt x="471059" y="50666"/>
                  <a:pt x="472880" y="50072"/>
                </a:cubicBezTo>
                <a:lnTo>
                  <a:pt x="473420" y="49884"/>
                </a:lnTo>
                <a:cubicBezTo>
                  <a:pt x="473448" y="49840"/>
                  <a:pt x="473369" y="49754"/>
                  <a:pt x="473341" y="49368"/>
                </a:cubicBezTo>
                <a:lnTo>
                  <a:pt x="473010" y="45011"/>
                </a:lnTo>
                <a:cubicBezTo>
                  <a:pt x="472864" y="43097"/>
                  <a:pt x="472682" y="41702"/>
                  <a:pt x="472389" y="40617"/>
                </a:cubicBezTo>
                <a:cubicBezTo>
                  <a:pt x="472131" y="39651"/>
                  <a:pt x="471768" y="38923"/>
                  <a:pt x="471237" y="38242"/>
                </a:cubicBezTo>
                <a:lnTo>
                  <a:pt x="471192" y="38185"/>
                </a:lnTo>
                <a:cubicBezTo>
                  <a:pt x="470961" y="37862"/>
                  <a:pt x="470642" y="37564"/>
                  <a:pt x="470264" y="37303"/>
                </a:cubicBezTo>
                <a:cubicBezTo>
                  <a:pt x="469106" y="36501"/>
                  <a:pt x="467440" y="36036"/>
                  <a:pt x="465762" y="35974"/>
                </a:cubicBezTo>
                <a:cubicBezTo>
                  <a:pt x="464122" y="35914"/>
                  <a:pt x="462515" y="36238"/>
                  <a:pt x="461430" y="37011"/>
                </a:cubicBezTo>
                <a:cubicBezTo>
                  <a:pt x="461121" y="37230"/>
                  <a:pt x="460857" y="37487"/>
                  <a:pt x="460657" y="37776"/>
                </a:cubicBezTo>
                <a:lnTo>
                  <a:pt x="460627" y="37815"/>
                </a:lnTo>
                <a:cubicBezTo>
                  <a:pt x="459665" y="39119"/>
                  <a:pt x="459655" y="41351"/>
                  <a:pt x="459653" y="42260"/>
                </a:cubicBezTo>
                <a:cubicBezTo>
                  <a:pt x="459660" y="42596"/>
                  <a:pt x="459653" y="42854"/>
                  <a:pt x="459598" y="43094"/>
                </a:cubicBezTo>
                <a:cubicBezTo>
                  <a:pt x="459389" y="44150"/>
                  <a:pt x="458777" y="44477"/>
                  <a:pt x="458098" y="44846"/>
                </a:cubicBezTo>
                <a:lnTo>
                  <a:pt x="457874" y="44969"/>
                </a:lnTo>
                <a:cubicBezTo>
                  <a:pt x="456980" y="45452"/>
                  <a:pt x="455502" y="46059"/>
                  <a:pt x="454101" y="46393"/>
                </a:cubicBezTo>
                <a:cubicBezTo>
                  <a:pt x="452923" y="46674"/>
                  <a:pt x="451721" y="46781"/>
                  <a:pt x="450761" y="46526"/>
                </a:cubicBezTo>
                <a:lnTo>
                  <a:pt x="450704" y="46507"/>
                </a:lnTo>
                <a:cubicBezTo>
                  <a:pt x="450095" y="46320"/>
                  <a:pt x="449635" y="46028"/>
                  <a:pt x="449281" y="45574"/>
                </a:cubicBezTo>
                <a:cubicBezTo>
                  <a:pt x="448934" y="45125"/>
                  <a:pt x="448754" y="44607"/>
                  <a:pt x="448707" y="43970"/>
                </a:cubicBezTo>
                <a:cubicBezTo>
                  <a:pt x="448584" y="42349"/>
                  <a:pt x="449341" y="40625"/>
                  <a:pt x="450460" y="39045"/>
                </a:cubicBezTo>
                <a:cubicBezTo>
                  <a:pt x="451847" y="37087"/>
                  <a:pt x="453835" y="35276"/>
                  <a:pt x="455205" y="34297"/>
                </a:cubicBezTo>
                <a:cubicBezTo>
                  <a:pt x="457186" y="32843"/>
                  <a:pt x="459418" y="31654"/>
                  <a:pt x="461726" y="30785"/>
                </a:cubicBezTo>
                <a:cubicBezTo>
                  <a:pt x="464062" y="29905"/>
                  <a:pt x="466491" y="29346"/>
                  <a:pt x="468830" y="29169"/>
                </a:cubicBezTo>
                <a:cubicBezTo>
                  <a:pt x="470966" y="29007"/>
                  <a:pt x="472940" y="29182"/>
                  <a:pt x="474728" y="29682"/>
                </a:cubicBezTo>
                <a:cubicBezTo>
                  <a:pt x="476574" y="30196"/>
                  <a:pt x="478214" y="31054"/>
                  <a:pt x="479622" y="32232"/>
                </a:cubicBezTo>
                <a:cubicBezTo>
                  <a:pt x="483176" y="35208"/>
                  <a:pt x="483441" y="39243"/>
                  <a:pt x="483695" y="43217"/>
                </a:cubicBezTo>
                <a:lnTo>
                  <a:pt x="485236" y="63650"/>
                </a:lnTo>
                <a:cubicBezTo>
                  <a:pt x="485351" y="65181"/>
                  <a:pt x="485703" y="66318"/>
                  <a:pt x="486266" y="66998"/>
                </a:cubicBezTo>
                <a:cubicBezTo>
                  <a:pt x="486685" y="67502"/>
                  <a:pt x="487296" y="67744"/>
                  <a:pt x="488085" y="67686"/>
                </a:cubicBezTo>
                <a:cubicBezTo>
                  <a:pt x="489275" y="67595"/>
                  <a:pt x="490121" y="66639"/>
                  <a:pt x="490656" y="66031"/>
                </a:cubicBezTo>
                <a:lnTo>
                  <a:pt x="490786" y="65901"/>
                </a:lnTo>
                <a:cubicBezTo>
                  <a:pt x="491188" y="65535"/>
                  <a:pt x="491619" y="65351"/>
                  <a:pt x="492044" y="65307"/>
                </a:cubicBezTo>
                <a:cubicBezTo>
                  <a:pt x="492573" y="65259"/>
                  <a:pt x="493042" y="65408"/>
                  <a:pt x="493418" y="65719"/>
                </a:cubicBezTo>
                <a:cubicBezTo>
                  <a:pt x="493712" y="65971"/>
                  <a:pt x="493920" y="66297"/>
                  <a:pt x="494032" y="66651"/>
                </a:cubicBezTo>
                <a:close/>
                <a:moveTo>
                  <a:pt x="445518" y="72377"/>
                </a:moveTo>
                <a:cubicBezTo>
                  <a:pt x="446084" y="72692"/>
                  <a:pt x="446423" y="73170"/>
                  <a:pt x="446535" y="73890"/>
                </a:cubicBezTo>
                <a:lnTo>
                  <a:pt x="446549" y="73996"/>
                </a:lnTo>
                <a:cubicBezTo>
                  <a:pt x="446670" y="75044"/>
                  <a:pt x="446653" y="75749"/>
                  <a:pt x="446447" y="76311"/>
                </a:cubicBezTo>
                <a:cubicBezTo>
                  <a:pt x="446066" y="77345"/>
                  <a:pt x="445411" y="77701"/>
                  <a:pt x="444397" y="77826"/>
                </a:cubicBezTo>
                <a:cubicBezTo>
                  <a:pt x="443746" y="77907"/>
                  <a:pt x="443052" y="77960"/>
                  <a:pt x="442173" y="78027"/>
                </a:cubicBezTo>
                <a:cubicBezTo>
                  <a:pt x="440281" y="78171"/>
                  <a:pt x="437462" y="78390"/>
                  <a:pt x="432023" y="79133"/>
                </a:cubicBezTo>
                <a:lnTo>
                  <a:pt x="432004" y="79140"/>
                </a:lnTo>
                <a:cubicBezTo>
                  <a:pt x="429450" y="79454"/>
                  <a:pt x="427452" y="79759"/>
                  <a:pt x="425555" y="80048"/>
                </a:cubicBezTo>
                <a:cubicBezTo>
                  <a:pt x="423800" y="80316"/>
                  <a:pt x="422121" y="80574"/>
                  <a:pt x="420206" y="80809"/>
                </a:cubicBezTo>
                <a:cubicBezTo>
                  <a:pt x="419289" y="80921"/>
                  <a:pt x="418715" y="80879"/>
                  <a:pt x="418089" y="80312"/>
                </a:cubicBezTo>
                <a:lnTo>
                  <a:pt x="418076" y="80299"/>
                </a:lnTo>
                <a:cubicBezTo>
                  <a:pt x="417557" y="79819"/>
                  <a:pt x="417393" y="79269"/>
                  <a:pt x="417281" y="78353"/>
                </a:cubicBezTo>
                <a:cubicBezTo>
                  <a:pt x="417179" y="77517"/>
                  <a:pt x="417195" y="76950"/>
                  <a:pt x="417550" y="76361"/>
                </a:cubicBezTo>
                <a:cubicBezTo>
                  <a:pt x="417972" y="75660"/>
                  <a:pt x="418556" y="75381"/>
                  <a:pt x="419526" y="75263"/>
                </a:cubicBezTo>
                <a:lnTo>
                  <a:pt x="420285" y="75170"/>
                </a:lnTo>
                <a:cubicBezTo>
                  <a:pt x="426169" y="74445"/>
                  <a:pt x="425513" y="69175"/>
                  <a:pt x="424926" y="64443"/>
                </a:cubicBezTo>
                <a:lnTo>
                  <a:pt x="419979" y="24324"/>
                </a:lnTo>
                <a:cubicBezTo>
                  <a:pt x="419320" y="18992"/>
                  <a:pt x="418781" y="15979"/>
                  <a:pt x="417881" y="14456"/>
                </a:cubicBezTo>
                <a:cubicBezTo>
                  <a:pt x="417239" y="13368"/>
                  <a:pt x="416145" y="13157"/>
                  <a:pt x="414265" y="13228"/>
                </a:cubicBezTo>
                <a:lnTo>
                  <a:pt x="414186" y="13230"/>
                </a:lnTo>
                <a:cubicBezTo>
                  <a:pt x="411819" y="13291"/>
                  <a:pt x="411569" y="13298"/>
                  <a:pt x="411328" y="11322"/>
                </a:cubicBezTo>
                <a:cubicBezTo>
                  <a:pt x="411115" y="9622"/>
                  <a:pt x="411376" y="9481"/>
                  <a:pt x="412632" y="8814"/>
                </a:cubicBezTo>
                <a:lnTo>
                  <a:pt x="412797" y="8736"/>
                </a:lnTo>
                <a:cubicBezTo>
                  <a:pt x="414140" y="8109"/>
                  <a:pt x="415975" y="6991"/>
                  <a:pt x="417901" y="5705"/>
                </a:cubicBezTo>
                <a:cubicBezTo>
                  <a:pt x="420139" y="4206"/>
                  <a:pt x="422496" y="2473"/>
                  <a:pt x="424357" y="997"/>
                </a:cubicBezTo>
                <a:cubicBezTo>
                  <a:pt x="424524" y="793"/>
                  <a:pt x="424684" y="613"/>
                  <a:pt x="424899" y="450"/>
                </a:cubicBezTo>
                <a:cubicBezTo>
                  <a:pt x="425384" y="84"/>
                  <a:pt x="425904" y="-87"/>
                  <a:pt x="426592" y="43"/>
                </a:cubicBezTo>
                <a:cubicBezTo>
                  <a:pt x="427306" y="121"/>
                  <a:pt x="427789" y="280"/>
                  <a:pt x="428146" y="520"/>
                </a:cubicBezTo>
                <a:cubicBezTo>
                  <a:pt x="428980" y="1086"/>
                  <a:pt x="429119" y="1740"/>
                  <a:pt x="428970" y="2512"/>
                </a:cubicBezTo>
                <a:cubicBezTo>
                  <a:pt x="428860" y="3555"/>
                  <a:pt x="428894" y="5432"/>
                  <a:pt x="429040" y="7768"/>
                </a:cubicBezTo>
                <a:cubicBezTo>
                  <a:pt x="429197" y="10298"/>
                  <a:pt x="429496" y="13381"/>
                  <a:pt x="429887" y="16555"/>
                </a:cubicBezTo>
                <a:lnTo>
                  <a:pt x="435274" y="60243"/>
                </a:lnTo>
                <a:cubicBezTo>
                  <a:pt x="435629" y="63139"/>
                  <a:pt x="436057" y="66599"/>
                  <a:pt x="437250" y="69072"/>
                </a:cubicBezTo>
                <a:cubicBezTo>
                  <a:pt x="438270" y="71193"/>
                  <a:pt x="439965" y="72635"/>
                  <a:pt x="442943" y="72268"/>
                </a:cubicBezTo>
                <a:lnTo>
                  <a:pt x="444029" y="72133"/>
                </a:lnTo>
                <a:cubicBezTo>
                  <a:pt x="444579" y="72069"/>
                  <a:pt x="445051" y="72114"/>
                  <a:pt x="445518" y="72377"/>
                </a:cubicBezTo>
                <a:close/>
                <a:moveTo>
                  <a:pt x="929556" y="437573"/>
                </a:moveTo>
                <a:cubicBezTo>
                  <a:pt x="929261" y="438133"/>
                  <a:pt x="928783" y="438498"/>
                  <a:pt x="928022" y="438673"/>
                </a:cubicBezTo>
                <a:cubicBezTo>
                  <a:pt x="927670" y="438756"/>
                  <a:pt x="927318" y="438796"/>
                  <a:pt x="926995" y="438808"/>
                </a:cubicBezTo>
                <a:cubicBezTo>
                  <a:pt x="926690" y="438816"/>
                  <a:pt x="926429" y="438801"/>
                  <a:pt x="926207" y="438780"/>
                </a:cubicBezTo>
                <a:cubicBezTo>
                  <a:pt x="925534" y="438710"/>
                  <a:pt x="925044" y="438481"/>
                  <a:pt x="924614" y="437833"/>
                </a:cubicBezTo>
                <a:cubicBezTo>
                  <a:pt x="924390" y="437490"/>
                  <a:pt x="924234" y="437069"/>
                  <a:pt x="924095" y="436464"/>
                </a:cubicBezTo>
                <a:cubicBezTo>
                  <a:pt x="923772" y="435055"/>
                  <a:pt x="923525" y="433628"/>
                  <a:pt x="923280" y="432194"/>
                </a:cubicBezTo>
                <a:cubicBezTo>
                  <a:pt x="922984" y="430440"/>
                  <a:pt x="922679" y="428671"/>
                  <a:pt x="922224" y="426959"/>
                </a:cubicBezTo>
                <a:lnTo>
                  <a:pt x="919653" y="417252"/>
                </a:lnTo>
                <a:cubicBezTo>
                  <a:pt x="919285" y="416370"/>
                  <a:pt x="919248" y="415740"/>
                  <a:pt x="920093" y="414972"/>
                </a:cubicBezTo>
                <a:lnTo>
                  <a:pt x="920106" y="414959"/>
                </a:lnTo>
                <a:cubicBezTo>
                  <a:pt x="920490" y="414615"/>
                  <a:pt x="921021" y="414418"/>
                  <a:pt x="921916" y="414211"/>
                </a:cubicBezTo>
                <a:cubicBezTo>
                  <a:pt x="922979" y="413963"/>
                  <a:pt x="923579" y="413958"/>
                  <a:pt x="924293" y="414665"/>
                </a:cubicBezTo>
                <a:cubicBezTo>
                  <a:pt x="924786" y="415153"/>
                  <a:pt x="924904" y="415661"/>
                  <a:pt x="925118" y="416594"/>
                </a:cubicBezTo>
                <a:lnTo>
                  <a:pt x="925143" y="416715"/>
                </a:lnTo>
                <a:cubicBezTo>
                  <a:pt x="925214" y="417184"/>
                  <a:pt x="925474" y="417747"/>
                  <a:pt x="925837" y="418247"/>
                </a:cubicBezTo>
                <a:cubicBezTo>
                  <a:pt x="926155" y="418691"/>
                  <a:pt x="926539" y="419055"/>
                  <a:pt x="926912" y="419218"/>
                </a:cubicBezTo>
                <a:lnTo>
                  <a:pt x="927008" y="419262"/>
                </a:lnTo>
                <a:cubicBezTo>
                  <a:pt x="927813" y="419679"/>
                  <a:pt x="928510" y="419885"/>
                  <a:pt x="929550" y="419859"/>
                </a:cubicBezTo>
                <a:cubicBezTo>
                  <a:pt x="930773" y="419828"/>
                  <a:pt x="932520" y="419497"/>
                  <a:pt x="935323" y="418850"/>
                </a:cubicBezTo>
                <a:lnTo>
                  <a:pt x="947853" y="415950"/>
                </a:lnTo>
                <a:cubicBezTo>
                  <a:pt x="950525" y="415333"/>
                  <a:pt x="952299" y="414791"/>
                  <a:pt x="953539" y="414165"/>
                </a:cubicBezTo>
                <a:cubicBezTo>
                  <a:pt x="954616" y="413614"/>
                  <a:pt x="955282" y="412975"/>
                  <a:pt x="955845" y="412104"/>
                </a:cubicBezTo>
                <a:cubicBezTo>
                  <a:pt x="956410" y="411237"/>
                  <a:pt x="956786" y="410141"/>
                  <a:pt x="956953" y="408944"/>
                </a:cubicBezTo>
                <a:cubicBezTo>
                  <a:pt x="957122" y="407724"/>
                  <a:pt x="957068" y="406402"/>
                  <a:pt x="956771" y="405110"/>
                </a:cubicBezTo>
                <a:cubicBezTo>
                  <a:pt x="956332" y="403216"/>
                  <a:pt x="955355" y="401212"/>
                  <a:pt x="953978" y="399360"/>
                </a:cubicBezTo>
                <a:cubicBezTo>
                  <a:pt x="952761" y="397726"/>
                  <a:pt x="951232" y="396213"/>
                  <a:pt x="949486" y="395000"/>
                </a:cubicBezTo>
                <a:lnTo>
                  <a:pt x="926246" y="400380"/>
                </a:lnTo>
                <a:cubicBezTo>
                  <a:pt x="925514" y="400551"/>
                  <a:pt x="924885" y="400760"/>
                  <a:pt x="924372" y="400984"/>
                </a:cubicBezTo>
                <a:cubicBezTo>
                  <a:pt x="923884" y="401203"/>
                  <a:pt x="923498" y="401431"/>
                  <a:pt x="923228" y="401647"/>
                </a:cubicBezTo>
                <a:cubicBezTo>
                  <a:pt x="922919" y="402001"/>
                  <a:pt x="922745" y="402499"/>
                  <a:pt x="922667" y="403044"/>
                </a:cubicBezTo>
                <a:cubicBezTo>
                  <a:pt x="922533" y="403977"/>
                  <a:pt x="922662" y="405034"/>
                  <a:pt x="922862" y="405899"/>
                </a:cubicBezTo>
                <a:cubicBezTo>
                  <a:pt x="923006" y="406535"/>
                  <a:pt x="922930" y="407112"/>
                  <a:pt x="922620" y="407618"/>
                </a:cubicBezTo>
                <a:cubicBezTo>
                  <a:pt x="922307" y="408136"/>
                  <a:pt x="921820" y="408472"/>
                  <a:pt x="921176" y="408622"/>
                </a:cubicBezTo>
                <a:cubicBezTo>
                  <a:pt x="920896" y="408686"/>
                  <a:pt x="920461" y="408733"/>
                  <a:pt x="920044" y="408723"/>
                </a:cubicBezTo>
                <a:cubicBezTo>
                  <a:pt x="919713" y="408713"/>
                  <a:pt x="919371" y="408669"/>
                  <a:pt x="919066" y="408575"/>
                </a:cubicBezTo>
                <a:cubicBezTo>
                  <a:pt x="918578" y="408447"/>
                  <a:pt x="918167" y="408188"/>
                  <a:pt x="917827" y="407654"/>
                </a:cubicBezTo>
                <a:cubicBezTo>
                  <a:pt x="917637" y="407349"/>
                  <a:pt x="917489" y="406982"/>
                  <a:pt x="917376" y="406494"/>
                </a:cubicBezTo>
                <a:cubicBezTo>
                  <a:pt x="917105" y="405318"/>
                  <a:pt x="916839" y="404014"/>
                  <a:pt x="916574" y="402715"/>
                </a:cubicBezTo>
                <a:cubicBezTo>
                  <a:pt x="916198" y="400862"/>
                  <a:pt x="915817" y="398998"/>
                  <a:pt x="915324" y="397151"/>
                </a:cubicBezTo>
                <a:lnTo>
                  <a:pt x="915311" y="397094"/>
                </a:lnTo>
                <a:cubicBezTo>
                  <a:pt x="914814" y="394941"/>
                  <a:pt x="914239" y="392887"/>
                  <a:pt x="913672" y="390853"/>
                </a:cubicBezTo>
                <a:lnTo>
                  <a:pt x="912830" y="387789"/>
                </a:lnTo>
                <a:cubicBezTo>
                  <a:pt x="912654" y="387009"/>
                  <a:pt x="912618" y="386446"/>
                  <a:pt x="912895" y="385864"/>
                </a:cubicBezTo>
                <a:cubicBezTo>
                  <a:pt x="913275" y="385065"/>
                  <a:pt x="913878" y="384749"/>
                  <a:pt x="914892" y="384666"/>
                </a:cubicBezTo>
                <a:cubicBezTo>
                  <a:pt x="917311" y="384344"/>
                  <a:pt x="917540" y="384323"/>
                  <a:pt x="918039" y="386483"/>
                </a:cubicBezTo>
                <a:cubicBezTo>
                  <a:pt x="918549" y="388683"/>
                  <a:pt x="919379" y="389666"/>
                  <a:pt x="920275" y="390029"/>
                </a:cubicBezTo>
                <a:cubicBezTo>
                  <a:pt x="921199" y="390402"/>
                  <a:pt x="922365" y="390209"/>
                  <a:pt x="923319" y="389990"/>
                </a:cubicBezTo>
                <a:lnTo>
                  <a:pt x="945647" y="384824"/>
                </a:lnTo>
                <a:cubicBezTo>
                  <a:pt x="946902" y="384533"/>
                  <a:pt x="947606" y="384063"/>
                  <a:pt x="947950" y="383417"/>
                </a:cubicBezTo>
                <a:cubicBezTo>
                  <a:pt x="948344" y="382678"/>
                  <a:pt x="948430" y="381578"/>
                  <a:pt x="948382" y="380193"/>
                </a:cubicBezTo>
                <a:cubicBezTo>
                  <a:pt x="948265" y="379583"/>
                  <a:pt x="948318" y="379102"/>
                  <a:pt x="948698" y="378578"/>
                </a:cubicBezTo>
                <a:cubicBezTo>
                  <a:pt x="949039" y="378110"/>
                  <a:pt x="949473" y="377879"/>
                  <a:pt x="950124" y="377728"/>
                </a:cubicBezTo>
                <a:cubicBezTo>
                  <a:pt x="950852" y="377557"/>
                  <a:pt x="951336" y="377547"/>
                  <a:pt x="951993" y="377928"/>
                </a:cubicBezTo>
                <a:cubicBezTo>
                  <a:pt x="952435" y="378184"/>
                  <a:pt x="952737" y="378540"/>
                  <a:pt x="953186" y="379149"/>
                </a:cubicBezTo>
                <a:lnTo>
                  <a:pt x="953199" y="379169"/>
                </a:lnTo>
                <a:cubicBezTo>
                  <a:pt x="955075" y="381808"/>
                  <a:pt x="957829" y="384610"/>
                  <a:pt x="959622" y="386436"/>
                </a:cubicBezTo>
                <a:cubicBezTo>
                  <a:pt x="960876" y="387713"/>
                  <a:pt x="961745" y="388592"/>
                  <a:pt x="961893" y="389236"/>
                </a:cubicBezTo>
                <a:cubicBezTo>
                  <a:pt x="961948" y="389478"/>
                  <a:pt x="961961" y="389752"/>
                  <a:pt x="961953" y="390010"/>
                </a:cubicBezTo>
                <a:lnTo>
                  <a:pt x="961953" y="390036"/>
                </a:lnTo>
                <a:cubicBezTo>
                  <a:pt x="961940" y="390282"/>
                  <a:pt x="961904" y="390547"/>
                  <a:pt x="961857" y="390753"/>
                </a:cubicBezTo>
                <a:lnTo>
                  <a:pt x="961800" y="390949"/>
                </a:lnTo>
                <a:cubicBezTo>
                  <a:pt x="961367" y="392132"/>
                  <a:pt x="961093" y="392201"/>
                  <a:pt x="959999" y="392456"/>
                </a:cubicBezTo>
                <a:lnTo>
                  <a:pt x="955456" y="393423"/>
                </a:lnTo>
                <a:cubicBezTo>
                  <a:pt x="956643" y="394414"/>
                  <a:pt x="958173" y="395768"/>
                  <a:pt x="959620" y="397366"/>
                </a:cubicBezTo>
                <a:cubicBezTo>
                  <a:pt x="960877" y="398753"/>
                  <a:pt x="961987" y="400244"/>
                  <a:pt x="962902" y="401915"/>
                </a:cubicBezTo>
                <a:cubicBezTo>
                  <a:pt x="963825" y="403595"/>
                  <a:pt x="964553" y="405458"/>
                  <a:pt x="965043" y="407579"/>
                </a:cubicBezTo>
                <a:cubicBezTo>
                  <a:pt x="965627" y="410103"/>
                  <a:pt x="965706" y="412493"/>
                  <a:pt x="965338" y="414652"/>
                </a:cubicBezTo>
                <a:cubicBezTo>
                  <a:pt x="964949" y="416925"/>
                  <a:pt x="964060" y="418954"/>
                  <a:pt x="962731" y="420628"/>
                </a:cubicBezTo>
                <a:lnTo>
                  <a:pt x="962713" y="420647"/>
                </a:lnTo>
                <a:cubicBezTo>
                  <a:pt x="961348" y="422310"/>
                  <a:pt x="960087" y="423374"/>
                  <a:pt x="957714" y="424357"/>
                </a:cubicBezTo>
                <a:cubicBezTo>
                  <a:pt x="955535" y="425259"/>
                  <a:pt x="952424" y="426069"/>
                  <a:pt x="947257" y="427264"/>
                </a:cubicBezTo>
                <a:lnTo>
                  <a:pt x="934692" y="430174"/>
                </a:lnTo>
                <a:cubicBezTo>
                  <a:pt x="933098" y="430543"/>
                  <a:pt x="931930" y="430912"/>
                  <a:pt x="931099" y="431313"/>
                </a:cubicBezTo>
                <a:cubicBezTo>
                  <a:pt x="930428" y="431633"/>
                  <a:pt x="930006" y="431967"/>
                  <a:pt x="929756" y="432334"/>
                </a:cubicBezTo>
                <a:lnTo>
                  <a:pt x="929719" y="432384"/>
                </a:lnTo>
                <a:cubicBezTo>
                  <a:pt x="929217" y="433063"/>
                  <a:pt x="929449" y="434416"/>
                  <a:pt x="929655" y="435622"/>
                </a:cubicBezTo>
                <a:lnTo>
                  <a:pt x="929720" y="436003"/>
                </a:lnTo>
                <a:cubicBezTo>
                  <a:pt x="929839" y="436551"/>
                  <a:pt x="929834" y="437044"/>
                  <a:pt x="929556" y="437573"/>
                </a:cubicBezTo>
                <a:close/>
                <a:moveTo>
                  <a:pt x="914269" y="364592"/>
                </a:moveTo>
                <a:cubicBezTo>
                  <a:pt x="917692" y="365501"/>
                  <a:pt x="922036" y="365061"/>
                  <a:pt x="926917" y="363152"/>
                </a:cubicBezTo>
                <a:lnTo>
                  <a:pt x="927170" y="363051"/>
                </a:lnTo>
                <a:cubicBezTo>
                  <a:pt x="932574" y="360890"/>
                  <a:pt x="936579" y="357750"/>
                  <a:pt x="938843" y="354201"/>
                </a:cubicBezTo>
                <a:cubicBezTo>
                  <a:pt x="941045" y="350754"/>
                  <a:pt x="941588" y="346885"/>
                  <a:pt x="940135" y="343168"/>
                </a:cubicBezTo>
                <a:cubicBezTo>
                  <a:pt x="938934" y="340101"/>
                  <a:pt x="936486" y="338041"/>
                  <a:pt x="933310" y="337153"/>
                </a:cubicBezTo>
                <a:cubicBezTo>
                  <a:pt x="929983" y="336224"/>
                  <a:pt x="925850" y="336540"/>
                  <a:pt x="921442" y="338258"/>
                </a:cubicBezTo>
                <a:lnTo>
                  <a:pt x="921410" y="338271"/>
                </a:lnTo>
                <a:cubicBezTo>
                  <a:pt x="915765" y="340480"/>
                  <a:pt x="911463" y="343751"/>
                  <a:pt x="908978" y="347417"/>
                </a:cubicBezTo>
                <a:cubicBezTo>
                  <a:pt x="906614" y="350904"/>
                  <a:pt x="905915" y="354762"/>
                  <a:pt x="907322" y="358357"/>
                </a:cubicBezTo>
                <a:lnTo>
                  <a:pt x="907354" y="358439"/>
                </a:lnTo>
                <a:cubicBezTo>
                  <a:pt x="908636" y="361650"/>
                  <a:pt x="911061" y="363741"/>
                  <a:pt x="914269" y="364592"/>
                </a:cubicBezTo>
                <a:close/>
                <a:moveTo>
                  <a:pt x="932574" y="373806"/>
                </a:moveTo>
                <a:lnTo>
                  <a:pt x="932283" y="373920"/>
                </a:lnTo>
                <a:cubicBezTo>
                  <a:pt x="926101" y="376249"/>
                  <a:pt x="919741" y="375918"/>
                  <a:pt x="914285" y="373433"/>
                </a:cubicBezTo>
                <a:cubicBezTo>
                  <a:pt x="908747" y="370910"/>
                  <a:pt x="904153" y="366171"/>
                  <a:pt x="901642" y="359757"/>
                </a:cubicBezTo>
                <a:cubicBezTo>
                  <a:pt x="899075" y="353192"/>
                  <a:pt x="899264" y="346468"/>
                  <a:pt x="901712" y="340751"/>
                </a:cubicBezTo>
                <a:cubicBezTo>
                  <a:pt x="904166" y="335017"/>
                  <a:pt x="908885" y="330303"/>
                  <a:pt x="915363" y="327769"/>
                </a:cubicBezTo>
                <a:cubicBezTo>
                  <a:pt x="921358" y="325424"/>
                  <a:pt x="927803" y="325901"/>
                  <a:pt x="933362" y="328551"/>
                </a:cubicBezTo>
                <a:cubicBezTo>
                  <a:pt x="938886" y="331187"/>
                  <a:pt x="943548" y="335981"/>
                  <a:pt x="946012" y="342279"/>
                </a:cubicBezTo>
                <a:lnTo>
                  <a:pt x="946125" y="342570"/>
                </a:lnTo>
                <a:cubicBezTo>
                  <a:pt x="948555" y="348997"/>
                  <a:pt x="948378" y="355497"/>
                  <a:pt x="946028" y="361036"/>
                </a:cubicBezTo>
                <a:cubicBezTo>
                  <a:pt x="943635" y="366670"/>
                  <a:pt x="938999" y="371293"/>
                  <a:pt x="932574" y="373806"/>
                </a:cubicBezTo>
                <a:close/>
                <a:moveTo>
                  <a:pt x="973405" y="344082"/>
                </a:moveTo>
                <a:cubicBezTo>
                  <a:pt x="972664" y="345520"/>
                  <a:pt x="971544" y="347678"/>
                  <a:pt x="968943" y="346413"/>
                </a:cubicBezTo>
                <a:cubicBezTo>
                  <a:pt x="968300" y="346179"/>
                  <a:pt x="967530" y="345636"/>
                  <a:pt x="965249" y="344020"/>
                </a:cubicBezTo>
                <a:lnTo>
                  <a:pt x="963670" y="342899"/>
                </a:lnTo>
                <a:cubicBezTo>
                  <a:pt x="960694" y="340815"/>
                  <a:pt x="958674" y="339423"/>
                  <a:pt x="956333" y="337812"/>
                </a:cubicBezTo>
                <a:lnTo>
                  <a:pt x="947718" y="331846"/>
                </a:lnTo>
                <a:cubicBezTo>
                  <a:pt x="947491" y="331648"/>
                  <a:pt x="947283" y="331375"/>
                  <a:pt x="947168" y="331064"/>
                </a:cubicBezTo>
                <a:cubicBezTo>
                  <a:pt x="947014" y="330645"/>
                  <a:pt x="947000" y="330183"/>
                  <a:pt x="947219" y="329700"/>
                </a:cubicBezTo>
                <a:lnTo>
                  <a:pt x="947319" y="329510"/>
                </a:lnTo>
                <a:cubicBezTo>
                  <a:pt x="947520" y="329033"/>
                  <a:pt x="947715" y="328527"/>
                  <a:pt x="947931" y="328061"/>
                </a:cubicBezTo>
                <a:cubicBezTo>
                  <a:pt x="948231" y="327403"/>
                  <a:pt x="948735" y="327077"/>
                  <a:pt x="949259" y="326952"/>
                </a:cubicBezTo>
                <a:cubicBezTo>
                  <a:pt x="949741" y="326836"/>
                  <a:pt x="950189" y="326924"/>
                  <a:pt x="950512" y="327062"/>
                </a:cubicBezTo>
                <a:lnTo>
                  <a:pt x="950638" y="327117"/>
                </a:lnTo>
                <a:cubicBezTo>
                  <a:pt x="954085" y="328913"/>
                  <a:pt x="958142" y="331082"/>
                  <a:pt x="962172" y="333236"/>
                </a:cubicBezTo>
                <a:cubicBezTo>
                  <a:pt x="965534" y="335032"/>
                  <a:pt x="968876" y="336819"/>
                  <a:pt x="972130" y="338523"/>
                </a:cubicBezTo>
                <a:cubicBezTo>
                  <a:pt x="975309" y="340101"/>
                  <a:pt x="974714" y="341345"/>
                  <a:pt x="973580" y="343718"/>
                </a:cubicBezTo>
                <a:lnTo>
                  <a:pt x="973405" y="344082"/>
                </a:lnTo>
                <a:close/>
                <a:moveTo>
                  <a:pt x="884006" y="310407"/>
                </a:moveTo>
                <a:lnTo>
                  <a:pt x="883963" y="310373"/>
                </a:lnTo>
                <a:cubicBezTo>
                  <a:pt x="883839" y="310328"/>
                  <a:pt x="883911" y="310360"/>
                  <a:pt x="884006" y="310407"/>
                </a:cubicBezTo>
                <a:close/>
                <a:moveTo>
                  <a:pt x="896956" y="328228"/>
                </a:moveTo>
                <a:cubicBezTo>
                  <a:pt x="898117" y="330509"/>
                  <a:pt x="898238" y="330739"/>
                  <a:pt x="895936" y="331914"/>
                </a:cubicBezTo>
                <a:cubicBezTo>
                  <a:pt x="895264" y="332256"/>
                  <a:pt x="894695" y="332431"/>
                  <a:pt x="894197" y="332464"/>
                </a:cubicBezTo>
                <a:cubicBezTo>
                  <a:pt x="893360" y="332517"/>
                  <a:pt x="892743" y="332230"/>
                  <a:pt x="892255" y="331667"/>
                </a:cubicBezTo>
                <a:lnTo>
                  <a:pt x="892075" y="331461"/>
                </a:lnTo>
                <a:lnTo>
                  <a:pt x="891976" y="331211"/>
                </a:lnTo>
                <a:cubicBezTo>
                  <a:pt x="891974" y="331207"/>
                  <a:pt x="890761" y="328608"/>
                  <a:pt x="886964" y="320925"/>
                </a:cubicBezTo>
                <a:cubicBezTo>
                  <a:pt x="884804" y="316698"/>
                  <a:pt x="883891" y="315168"/>
                  <a:pt x="882756" y="313267"/>
                </a:cubicBezTo>
                <a:lnTo>
                  <a:pt x="881466" y="311085"/>
                </a:lnTo>
                <a:cubicBezTo>
                  <a:pt x="881051" y="310265"/>
                  <a:pt x="880970" y="309642"/>
                  <a:pt x="881310" y="308923"/>
                </a:cubicBezTo>
                <a:cubicBezTo>
                  <a:pt x="881591" y="308329"/>
                  <a:pt x="882035" y="308002"/>
                  <a:pt x="882730" y="307648"/>
                </a:cubicBezTo>
                <a:cubicBezTo>
                  <a:pt x="883627" y="307197"/>
                  <a:pt x="884287" y="307043"/>
                  <a:pt x="885092" y="307343"/>
                </a:cubicBezTo>
                <a:cubicBezTo>
                  <a:pt x="885778" y="307599"/>
                  <a:pt x="886230" y="308102"/>
                  <a:pt x="886771" y="308978"/>
                </a:cubicBezTo>
                <a:lnTo>
                  <a:pt x="886808" y="309041"/>
                </a:lnTo>
                <a:cubicBezTo>
                  <a:pt x="887835" y="310879"/>
                  <a:pt x="888584" y="311767"/>
                  <a:pt x="889809" y="311697"/>
                </a:cubicBezTo>
                <a:cubicBezTo>
                  <a:pt x="891574" y="311595"/>
                  <a:pt x="894489" y="310239"/>
                  <a:pt x="899626" y="307620"/>
                </a:cubicBezTo>
                <a:lnTo>
                  <a:pt x="909232" y="302723"/>
                </a:lnTo>
                <a:cubicBezTo>
                  <a:pt x="912332" y="301143"/>
                  <a:pt x="914075" y="300107"/>
                  <a:pt x="914805" y="299101"/>
                </a:cubicBezTo>
                <a:cubicBezTo>
                  <a:pt x="915356" y="298340"/>
                  <a:pt x="915270" y="297333"/>
                  <a:pt x="914813" y="295691"/>
                </a:cubicBezTo>
                <a:cubicBezTo>
                  <a:pt x="914050" y="292906"/>
                  <a:pt x="914050" y="292904"/>
                  <a:pt x="915518" y="292161"/>
                </a:cubicBezTo>
                <a:cubicBezTo>
                  <a:pt x="915958" y="291941"/>
                  <a:pt x="916372" y="291832"/>
                  <a:pt x="916806" y="291851"/>
                </a:cubicBezTo>
                <a:cubicBezTo>
                  <a:pt x="917381" y="291877"/>
                  <a:pt x="917836" y="292093"/>
                  <a:pt x="918248" y="292502"/>
                </a:cubicBezTo>
                <a:cubicBezTo>
                  <a:pt x="923271" y="296783"/>
                  <a:pt x="927028" y="299545"/>
                  <a:pt x="928458" y="300596"/>
                </a:cubicBezTo>
                <a:cubicBezTo>
                  <a:pt x="929055" y="301036"/>
                  <a:pt x="929373" y="301258"/>
                  <a:pt x="929566" y="301618"/>
                </a:cubicBezTo>
                <a:lnTo>
                  <a:pt x="929579" y="301651"/>
                </a:lnTo>
                <a:cubicBezTo>
                  <a:pt x="929917" y="302309"/>
                  <a:pt x="930063" y="302775"/>
                  <a:pt x="930033" y="303260"/>
                </a:cubicBezTo>
                <a:cubicBezTo>
                  <a:pt x="929983" y="304183"/>
                  <a:pt x="929568" y="304572"/>
                  <a:pt x="928848" y="304942"/>
                </a:cubicBezTo>
                <a:lnTo>
                  <a:pt x="928765" y="304980"/>
                </a:lnTo>
                <a:cubicBezTo>
                  <a:pt x="928752" y="304984"/>
                  <a:pt x="924048" y="307030"/>
                  <a:pt x="915786" y="311243"/>
                </a:cubicBezTo>
                <a:lnTo>
                  <a:pt x="906478" y="315988"/>
                </a:lnTo>
                <a:cubicBezTo>
                  <a:pt x="900306" y="319133"/>
                  <a:pt x="897058" y="320948"/>
                  <a:pt x="895893" y="322596"/>
                </a:cubicBezTo>
                <a:cubicBezTo>
                  <a:pt x="895027" y="323823"/>
                  <a:pt x="895554" y="325370"/>
                  <a:pt x="896872" y="328063"/>
                </a:cubicBezTo>
                <a:lnTo>
                  <a:pt x="896956" y="328228"/>
                </a:lnTo>
                <a:close/>
                <a:moveTo>
                  <a:pt x="949443" y="293037"/>
                </a:moveTo>
                <a:cubicBezTo>
                  <a:pt x="948975" y="294541"/>
                  <a:pt x="947921" y="295839"/>
                  <a:pt x="946378" y="296625"/>
                </a:cubicBezTo>
                <a:cubicBezTo>
                  <a:pt x="944839" y="297409"/>
                  <a:pt x="943173" y="297498"/>
                  <a:pt x="941685" y="296997"/>
                </a:cubicBezTo>
                <a:cubicBezTo>
                  <a:pt x="940204" y="296499"/>
                  <a:pt x="938918" y="295417"/>
                  <a:pt x="938125" y="293860"/>
                </a:cubicBezTo>
                <a:cubicBezTo>
                  <a:pt x="937351" y="292341"/>
                  <a:pt x="937155" y="290633"/>
                  <a:pt x="937538" y="289100"/>
                </a:cubicBezTo>
                <a:cubicBezTo>
                  <a:pt x="937940" y="287502"/>
                  <a:pt x="938957" y="286094"/>
                  <a:pt x="940589" y="285262"/>
                </a:cubicBezTo>
                <a:cubicBezTo>
                  <a:pt x="942166" y="284459"/>
                  <a:pt x="943898" y="284461"/>
                  <a:pt x="945433" y="285061"/>
                </a:cubicBezTo>
                <a:cubicBezTo>
                  <a:pt x="946914" y="285642"/>
                  <a:pt x="948215" y="286795"/>
                  <a:pt x="948992" y="288320"/>
                </a:cubicBezTo>
                <a:lnTo>
                  <a:pt x="949168" y="288696"/>
                </a:lnTo>
                <a:cubicBezTo>
                  <a:pt x="949799" y="290140"/>
                  <a:pt x="949866" y="291666"/>
                  <a:pt x="949443" y="293037"/>
                </a:cubicBezTo>
                <a:close/>
                <a:moveTo>
                  <a:pt x="887304" y="298403"/>
                </a:moveTo>
                <a:cubicBezTo>
                  <a:pt x="887100" y="298971"/>
                  <a:pt x="886699" y="299406"/>
                  <a:pt x="886148" y="299727"/>
                </a:cubicBezTo>
                <a:cubicBezTo>
                  <a:pt x="885723" y="299975"/>
                  <a:pt x="885158" y="300126"/>
                  <a:pt x="884402" y="300097"/>
                </a:cubicBezTo>
                <a:cubicBezTo>
                  <a:pt x="883873" y="300077"/>
                  <a:pt x="883199" y="299964"/>
                  <a:pt x="882342" y="299727"/>
                </a:cubicBezTo>
                <a:cubicBezTo>
                  <a:pt x="880833" y="299307"/>
                  <a:pt x="879403" y="298737"/>
                  <a:pt x="878034" y="298027"/>
                </a:cubicBezTo>
                <a:cubicBezTo>
                  <a:pt x="876668" y="297321"/>
                  <a:pt x="875352" y="296468"/>
                  <a:pt x="874059" y="295479"/>
                </a:cubicBezTo>
                <a:cubicBezTo>
                  <a:pt x="872773" y="294522"/>
                  <a:pt x="871594" y="293464"/>
                  <a:pt x="870552" y="292319"/>
                </a:cubicBezTo>
                <a:cubicBezTo>
                  <a:pt x="869520" y="291186"/>
                  <a:pt x="868610" y="289955"/>
                  <a:pt x="867846" y="288636"/>
                </a:cubicBezTo>
                <a:cubicBezTo>
                  <a:pt x="866260" y="285905"/>
                  <a:pt x="865269" y="283108"/>
                  <a:pt x="864884" y="280235"/>
                </a:cubicBezTo>
                <a:cubicBezTo>
                  <a:pt x="864503" y="277364"/>
                  <a:pt x="864729" y="274434"/>
                  <a:pt x="865566" y="271435"/>
                </a:cubicBezTo>
                <a:cubicBezTo>
                  <a:pt x="866388" y="268502"/>
                  <a:pt x="867704" y="265897"/>
                  <a:pt x="869511" y="263619"/>
                </a:cubicBezTo>
                <a:cubicBezTo>
                  <a:pt x="871315" y="261350"/>
                  <a:pt x="873595" y="259412"/>
                  <a:pt x="876345" y="257815"/>
                </a:cubicBezTo>
                <a:cubicBezTo>
                  <a:pt x="879380" y="256050"/>
                  <a:pt x="882454" y="254941"/>
                  <a:pt x="885591" y="254490"/>
                </a:cubicBezTo>
                <a:cubicBezTo>
                  <a:pt x="888737" y="254037"/>
                  <a:pt x="891931" y="254247"/>
                  <a:pt x="895201" y="255114"/>
                </a:cubicBezTo>
                <a:cubicBezTo>
                  <a:pt x="898469" y="255982"/>
                  <a:pt x="901365" y="257387"/>
                  <a:pt x="903886" y="259334"/>
                </a:cubicBezTo>
                <a:cubicBezTo>
                  <a:pt x="906400" y="261275"/>
                  <a:pt x="908533" y="263751"/>
                  <a:pt x="910285" y="266768"/>
                </a:cubicBezTo>
                <a:cubicBezTo>
                  <a:pt x="911234" y="268402"/>
                  <a:pt x="912049" y="270025"/>
                  <a:pt x="912688" y="271714"/>
                </a:cubicBezTo>
                <a:cubicBezTo>
                  <a:pt x="913335" y="273419"/>
                  <a:pt x="913812" y="275198"/>
                  <a:pt x="914081" y="277137"/>
                </a:cubicBezTo>
                <a:cubicBezTo>
                  <a:pt x="914342" y="278881"/>
                  <a:pt x="914331" y="280334"/>
                  <a:pt x="914073" y="281492"/>
                </a:cubicBezTo>
                <a:cubicBezTo>
                  <a:pt x="913747" y="282943"/>
                  <a:pt x="913040" y="283974"/>
                  <a:pt x="911985" y="284587"/>
                </a:cubicBezTo>
                <a:cubicBezTo>
                  <a:pt x="911359" y="284951"/>
                  <a:pt x="910741" y="285230"/>
                  <a:pt x="910091" y="285403"/>
                </a:cubicBezTo>
                <a:cubicBezTo>
                  <a:pt x="909416" y="285585"/>
                  <a:pt x="908715" y="285655"/>
                  <a:pt x="907948" y="285600"/>
                </a:cubicBezTo>
                <a:cubicBezTo>
                  <a:pt x="907279" y="285596"/>
                  <a:pt x="906689" y="285522"/>
                  <a:pt x="906181" y="285353"/>
                </a:cubicBezTo>
                <a:cubicBezTo>
                  <a:pt x="905438" y="285113"/>
                  <a:pt x="904872" y="284683"/>
                  <a:pt x="904493" y="284033"/>
                </a:cubicBezTo>
                <a:cubicBezTo>
                  <a:pt x="903529" y="282372"/>
                  <a:pt x="904629" y="278735"/>
                  <a:pt x="905068" y="277280"/>
                </a:cubicBezTo>
                <a:lnTo>
                  <a:pt x="905187" y="276892"/>
                </a:lnTo>
                <a:cubicBezTo>
                  <a:pt x="905592" y="275275"/>
                  <a:pt x="905784" y="273834"/>
                  <a:pt x="905659" y="272472"/>
                </a:cubicBezTo>
                <a:cubicBezTo>
                  <a:pt x="905537" y="271136"/>
                  <a:pt x="905104" y="269805"/>
                  <a:pt x="904265" y="268364"/>
                </a:cubicBezTo>
                <a:cubicBezTo>
                  <a:pt x="903412" y="266893"/>
                  <a:pt x="902298" y="265706"/>
                  <a:pt x="900964" y="264820"/>
                </a:cubicBezTo>
                <a:cubicBezTo>
                  <a:pt x="899603" y="263916"/>
                  <a:pt x="898001" y="263310"/>
                  <a:pt x="896195" y="263016"/>
                </a:cubicBezTo>
                <a:cubicBezTo>
                  <a:pt x="894291" y="262742"/>
                  <a:pt x="892377" y="262786"/>
                  <a:pt x="890462" y="263178"/>
                </a:cubicBezTo>
                <a:cubicBezTo>
                  <a:pt x="888531" y="263576"/>
                  <a:pt x="886577" y="264333"/>
                  <a:pt x="884611" y="265475"/>
                </a:cubicBezTo>
                <a:cubicBezTo>
                  <a:pt x="882125" y="266921"/>
                  <a:pt x="880150" y="268590"/>
                  <a:pt x="878679" y="270489"/>
                </a:cubicBezTo>
                <a:cubicBezTo>
                  <a:pt x="877224" y="272368"/>
                  <a:pt x="876243" y="274489"/>
                  <a:pt x="875717" y="276863"/>
                </a:cubicBezTo>
                <a:cubicBezTo>
                  <a:pt x="875276" y="278778"/>
                  <a:pt x="875190" y="280899"/>
                  <a:pt x="875472" y="282965"/>
                </a:cubicBezTo>
                <a:cubicBezTo>
                  <a:pt x="875740" y="284935"/>
                  <a:pt x="876345" y="286850"/>
                  <a:pt x="877284" y="288468"/>
                </a:cubicBezTo>
                <a:cubicBezTo>
                  <a:pt x="878233" y="290103"/>
                  <a:pt x="879370" y="291482"/>
                  <a:pt x="880694" y="292611"/>
                </a:cubicBezTo>
                <a:cubicBezTo>
                  <a:pt x="882001" y="293727"/>
                  <a:pt x="883515" y="294612"/>
                  <a:pt x="885231" y="295273"/>
                </a:cubicBezTo>
                <a:cubicBezTo>
                  <a:pt x="886170" y="295535"/>
                  <a:pt x="886659" y="295694"/>
                  <a:pt x="887084" y="296426"/>
                </a:cubicBezTo>
                <a:cubicBezTo>
                  <a:pt x="887478" y="297107"/>
                  <a:pt x="887531" y="297769"/>
                  <a:pt x="887304" y="298403"/>
                </a:cubicBezTo>
                <a:close/>
                <a:moveTo>
                  <a:pt x="856285" y="242969"/>
                </a:moveTo>
                <a:cubicBezTo>
                  <a:pt x="857747" y="241917"/>
                  <a:pt x="859168" y="240893"/>
                  <a:pt x="860615" y="239796"/>
                </a:cubicBezTo>
                <a:cubicBezTo>
                  <a:pt x="860149" y="239422"/>
                  <a:pt x="859651" y="239053"/>
                  <a:pt x="859140" y="238698"/>
                </a:cubicBezTo>
                <a:cubicBezTo>
                  <a:pt x="857809" y="237770"/>
                  <a:pt x="856397" y="236938"/>
                  <a:pt x="855176" y="236293"/>
                </a:cubicBezTo>
                <a:lnTo>
                  <a:pt x="855132" y="236267"/>
                </a:lnTo>
                <a:cubicBezTo>
                  <a:pt x="852884" y="234987"/>
                  <a:pt x="850919" y="234266"/>
                  <a:pt x="849239" y="234122"/>
                </a:cubicBezTo>
                <a:cubicBezTo>
                  <a:pt x="847754" y="233997"/>
                  <a:pt x="846491" y="234341"/>
                  <a:pt x="845448" y="235162"/>
                </a:cubicBezTo>
                <a:cubicBezTo>
                  <a:pt x="844591" y="235835"/>
                  <a:pt x="844088" y="236859"/>
                  <a:pt x="843975" y="237939"/>
                </a:cubicBezTo>
                <a:cubicBezTo>
                  <a:pt x="843860" y="239036"/>
                  <a:pt x="844140" y="240184"/>
                  <a:pt x="844849" y="241084"/>
                </a:cubicBezTo>
                <a:cubicBezTo>
                  <a:pt x="845719" y="242191"/>
                  <a:pt x="847162" y="243196"/>
                  <a:pt x="848741" y="243855"/>
                </a:cubicBezTo>
                <a:cubicBezTo>
                  <a:pt x="850210" y="244467"/>
                  <a:pt x="851755" y="244765"/>
                  <a:pt x="852991" y="244543"/>
                </a:cubicBezTo>
                <a:lnTo>
                  <a:pt x="853093" y="244523"/>
                </a:lnTo>
                <a:cubicBezTo>
                  <a:pt x="853552" y="244470"/>
                  <a:pt x="853990" y="244356"/>
                  <a:pt x="854439" y="244155"/>
                </a:cubicBezTo>
                <a:cubicBezTo>
                  <a:pt x="854928" y="243939"/>
                  <a:pt x="855455" y="243607"/>
                  <a:pt x="856066" y="243125"/>
                </a:cubicBezTo>
                <a:lnTo>
                  <a:pt x="856285" y="242969"/>
                </a:lnTo>
                <a:close/>
                <a:moveTo>
                  <a:pt x="862920" y="262876"/>
                </a:moveTo>
                <a:cubicBezTo>
                  <a:pt x="862628" y="263256"/>
                  <a:pt x="862148" y="263584"/>
                  <a:pt x="861609" y="263738"/>
                </a:cubicBezTo>
                <a:lnTo>
                  <a:pt x="861432" y="263775"/>
                </a:lnTo>
                <a:cubicBezTo>
                  <a:pt x="859182" y="264156"/>
                  <a:pt x="856864" y="264054"/>
                  <a:pt x="854747" y="263349"/>
                </a:cubicBezTo>
                <a:cubicBezTo>
                  <a:pt x="852775" y="262692"/>
                  <a:pt x="850986" y="261517"/>
                  <a:pt x="849591" y="259746"/>
                </a:cubicBezTo>
                <a:cubicBezTo>
                  <a:pt x="848298" y="258104"/>
                  <a:pt x="847714" y="256303"/>
                  <a:pt x="847693" y="254479"/>
                </a:cubicBezTo>
                <a:cubicBezTo>
                  <a:pt x="847673" y="252774"/>
                  <a:pt x="848149" y="251072"/>
                  <a:pt x="848989" y="249484"/>
                </a:cubicBezTo>
                <a:cubicBezTo>
                  <a:pt x="848136" y="249370"/>
                  <a:pt x="847294" y="249158"/>
                  <a:pt x="846139" y="248816"/>
                </a:cubicBezTo>
                <a:cubicBezTo>
                  <a:pt x="844009" y="248245"/>
                  <a:pt x="842192" y="247479"/>
                  <a:pt x="840625" y="246506"/>
                </a:cubicBezTo>
                <a:cubicBezTo>
                  <a:pt x="839030" y="245515"/>
                  <a:pt x="837700" y="244306"/>
                  <a:pt x="836571" y="242872"/>
                </a:cubicBezTo>
                <a:lnTo>
                  <a:pt x="836482" y="242760"/>
                </a:lnTo>
                <a:cubicBezTo>
                  <a:pt x="834294" y="239921"/>
                  <a:pt x="833525" y="236880"/>
                  <a:pt x="833963" y="234000"/>
                </a:cubicBezTo>
                <a:cubicBezTo>
                  <a:pt x="834402" y="231100"/>
                  <a:pt x="836068" y="228407"/>
                  <a:pt x="838740" y="226303"/>
                </a:cubicBezTo>
                <a:lnTo>
                  <a:pt x="838852" y="226216"/>
                </a:lnTo>
                <a:cubicBezTo>
                  <a:pt x="839376" y="225815"/>
                  <a:pt x="839893" y="225479"/>
                  <a:pt x="840390" y="225213"/>
                </a:cubicBezTo>
                <a:cubicBezTo>
                  <a:pt x="840985" y="224894"/>
                  <a:pt x="841571" y="224663"/>
                  <a:pt x="842111" y="224525"/>
                </a:cubicBezTo>
                <a:lnTo>
                  <a:pt x="842327" y="224482"/>
                </a:lnTo>
                <a:cubicBezTo>
                  <a:pt x="843616" y="224332"/>
                  <a:pt x="845474" y="224821"/>
                  <a:pt x="847386" y="225557"/>
                </a:cubicBezTo>
                <a:cubicBezTo>
                  <a:pt x="849967" y="226550"/>
                  <a:pt x="852781" y="228033"/>
                  <a:pt x="854220" y="228891"/>
                </a:cubicBezTo>
                <a:cubicBezTo>
                  <a:pt x="855816" y="229796"/>
                  <a:pt x="857682" y="230977"/>
                  <a:pt x="859486" y="232197"/>
                </a:cubicBezTo>
                <a:cubicBezTo>
                  <a:pt x="861403" y="233493"/>
                  <a:pt x="863327" y="234886"/>
                  <a:pt x="864855" y="236082"/>
                </a:cubicBezTo>
                <a:lnTo>
                  <a:pt x="865337" y="236435"/>
                </a:lnTo>
                <a:cubicBezTo>
                  <a:pt x="865386" y="236437"/>
                  <a:pt x="865407" y="236323"/>
                  <a:pt x="865715" y="236082"/>
                </a:cubicBezTo>
                <a:lnTo>
                  <a:pt x="869147" y="233378"/>
                </a:lnTo>
                <a:cubicBezTo>
                  <a:pt x="870666" y="232182"/>
                  <a:pt x="871722" y="231256"/>
                  <a:pt x="872447" y="230420"/>
                </a:cubicBezTo>
                <a:cubicBezTo>
                  <a:pt x="873104" y="229664"/>
                  <a:pt x="873506" y="228956"/>
                  <a:pt x="873775" y="228133"/>
                </a:cubicBezTo>
                <a:lnTo>
                  <a:pt x="873800" y="228063"/>
                </a:lnTo>
                <a:cubicBezTo>
                  <a:pt x="873941" y="227689"/>
                  <a:pt x="874012" y="227257"/>
                  <a:pt x="874017" y="226801"/>
                </a:cubicBezTo>
                <a:cubicBezTo>
                  <a:pt x="874033" y="225393"/>
                  <a:pt x="873491" y="223750"/>
                  <a:pt x="872606" y="222318"/>
                </a:cubicBezTo>
                <a:cubicBezTo>
                  <a:pt x="871744" y="220924"/>
                  <a:pt x="870581" y="219776"/>
                  <a:pt x="869332" y="219305"/>
                </a:cubicBezTo>
                <a:cubicBezTo>
                  <a:pt x="868975" y="219171"/>
                  <a:pt x="868612" y="219093"/>
                  <a:pt x="868267" y="219090"/>
                </a:cubicBezTo>
                <a:lnTo>
                  <a:pt x="868216" y="219090"/>
                </a:lnTo>
                <a:cubicBezTo>
                  <a:pt x="866592" y="219017"/>
                  <a:pt x="864738" y="220256"/>
                  <a:pt x="863982" y="220760"/>
                </a:cubicBezTo>
                <a:cubicBezTo>
                  <a:pt x="863674" y="220971"/>
                  <a:pt x="863467" y="221119"/>
                  <a:pt x="863186" y="221206"/>
                </a:cubicBezTo>
                <a:cubicBezTo>
                  <a:pt x="862242" y="221568"/>
                  <a:pt x="861650" y="221263"/>
                  <a:pt x="860993" y="220916"/>
                </a:cubicBezTo>
                <a:lnTo>
                  <a:pt x="860740" y="220783"/>
                </a:lnTo>
                <a:cubicBezTo>
                  <a:pt x="859849" y="220319"/>
                  <a:pt x="858527" y="219433"/>
                  <a:pt x="857465" y="218452"/>
                </a:cubicBezTo>
                <a:cubicBezTo>
                  <a:pt x="856574" y="217630"/>
                  <a:pt x="855815" y="216689"/>
                  <a:pt x="855489" y="215748"/>
                </a:cubicBezTo>
                <a:lnTo>
                  <a:pt x="855463" y="215685"/>
                </a:lnTo>
                <a:cubicBezTo>
                  <a:pt x="855283" y="215083"/>
                  <a:pt x="855267" y="214536"/>
                  <a:pt x="855447" y="213990"/>
                </a:cubicBezTo>
                <a:cubicBezTo>
                  <a:pt x="855632" y="213451"/>
                  <a:pt x="855959" y="213018"/>
                  <a:pt x="856462" y="212622"/>
                </a:cubicBezTo>
                <a:cubicBezTo>
                  <a:pt x="857740" y="211615"/>
                  <a:pt x="859596" y="211282"/>
                  <a:pt x="861528" y="211331"/>
                </a:cubicBezTo>
                <a:cubicBezTo>
                  <a:pt x="863937" y="211389"/>
                  <a:pt x="866557" y="212036"/>
                  <a:pt x="868137" y="212632"/>
                </a:cubicBezTo>
                <a:cubicBezTo>
                  <a:pt x="870437" y="213466"/>
                  <a:pt x="872663" y="214651"/>
                  <a:pt x="874666" y="216079"/>
                </a:cubicBezTo>
                <a:cubicBezTo>
                  <a:pt x="876698" y="217529"/>
                  <a:pt x="878519" y="219232"/>
                  <a:pt x="879969" y="221075"/>
                </a:cubicBezTo>
                <a:cubicBezTo>
                  <a:pt x="881299" y="222764"/>
                  <a:pt x="882256" y="224503"/>
                  <a:pt x="882837" y="226261"/>
                </a:cubicBezTo>
                <a:cubicBezTo>
                  <a:pt x="883434" y="228070"/>
                  <a:pt x="883635" y="229905"/>
                  <a:pt x="883442" y="231736"/>
                </a:cubicBezTo>
                <a:cubicBezTo>
                  <a:pt x="882954" y="236349"/>
                  <a:pt x="879756" y="238815"/>
                  <a:pt x="876603" y="241239"/>
                </a:cubicBezTo>
                <a:lnTo>
                  <a:pt x="860493" y="253919"/>
                </a:lnTo>
                <a:cubicBezTo>
                  <a:pt x="859290" y="254866"/>
                  <a:pt x="858540" y="255784"/>
                  <a:pt x="858287" y="256620"/>
                </a:cubicBezTo>
                <a:cubicBezTo>
                  <a:pt x="858096" y="257256"/>
                  <a:pt x="858235" y="257906"/>
                  <a:pt x="858730" y="258534"/>
                </a:cubicBezTo>
                <a:cubicBezTo>
                  <a:pt x="859079" y="258985"/>
                  <a:pt x="859536" y="259253"/>
                  <a:pt x="859985" y="259418"/>
                </a:cubicBezTo>
                <a:cubicBezTo>
                  <a:pt x="860527" y="259616"/>
                  <a:pt x="861100" y="259694"/>
                  <a:pt x="861541" y="259751"/>
                </a:cubicBezTo>
                <a:lnTo>
                  <a:pt x="861705" y="259781"/>
                </a:lnTo>
                <a:cubicBezTo>
                  <a:pt x="862242" y="259910"/>
                  <a:pt x="862646" y="260176"/>
                  <a:pt x="862917" y="260508"/>
                </a:cubicBezTo>
                <a:cubicBezTo>
                  <a:pt x="863239" y="260893"/>
                  <a:pt x="863377" y="261347"/>
                  <a:pt x="863335" y="261832"/>
                </a:cubicBezTo>
                <a:cubicBezTo>
                  <a:pt x="863308" y="262221"/>
                  <a:pt x="863157" y="262572"/>
                  <a:pt x="862920" y="262876"/>
                </a:cubicBezTo>
                <a:close/>
              </a:path>
            </a:pathLst>
          </a:custGeom>
          <a:solidFill>
            <a:schemeClr val="bg1"/>
          </a:solidFill>
          <a:ln w="162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pic>
        <p:nvPicPr>
          <p:cNvPr id="140" name="Gráfico 139">
            <a:extLst>
              <a:ext uri="{FF2B5EF4-FFF2-40B4-BE49-F238E27FC236}">
                <a16:creationId xmlns:a16="http://schemas.microsoft.com/office/drawing/2014/main" id="{7E2B253D-BF75-40D0-9BC7-F15E3ED21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0909" y="5740265"/>
            <a:ext cx="1853512" cy="42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69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3C124C-8405-47D6-BCB9-07CEA95FB71E}"/>
              </a:ext>
            </a:extLst>
          </p:cNvPr>
          <p:cNvSpPr txBox="1">
            <a:spLocks/>
          </p:cNvSpPr>
          <p:nvPr/>
        </p:nvSpPr>
        <p:spPr>
          <a:xfrm>
            <a:off x="787774" y="1298197"/>
            <a:ext cx="5643253" cy="282793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lang="es-ES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solidFill>
                  <a:srgbClr val="042E40"/>
                </a:solidFill>
              </a:rPr>
              <a:t>Una nueva forma de sanar, crecer y transformar vidas</a:t>
            </a:r>
          </a:p>
          <a:p>
            <a:endParaRPr lang="es-ES" sz="3200" dirty="0">
              <a:solidFill>
                <a:srgbClr val="042E40"/>
              </a:solidFill>
            </a:endParaRPr>
          </a:p>
          <a:p>
            <a:r>
              <a:rPr lang="es-ES" sz="3200" dirty="0">
                <a:solidFill>
                  <a:srgbClr val="042E40"/>
                </a:solidFill>
              </a:rPr>
              <a:t>Un recurso de Celebremos la Recuperación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6B74315-A85E-4B09-B48E-7F71631F0138}"/>
              </a:ext>
            </a:extLst>
          </p:cNvPr>
          <p:cNvGrpSpPr/>
          <p:nvPr/>
        </p:nvGrpSpPr>
        <p:grpSpPr>
          <a:xfrm>
            <a:off x="340563" y="5652656"/>
            <a:ext cx="2599119" cy="860178"/>
            <a:chOff x="321136" y="1277805"/>
            <a:chExt cx="4589913" cy="1339761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497DCC85-DF4A-4A59-9E82-CD6ACDF0F9BF}"/>
                </a:ext>
              </a:extLst>
            </p:cNvPr>
            <p:cNvGrpSpPr/>
            <p:nvPr/>
          </p:nvGrpSpPr>
          <p:grpSpPr>
            <a:xfrm>
              <a:off x="378489" y="1277805"/>
              <a:ext cx="4499134" cy="944642"/>
              <a:chOff x="408717" y="1141778"/>
              <a:chExt cx="4499134" cy="944642"/>
            </a:xfrm>
            <a:solidFill>
              <a:srgbClr val="042E40"/>
            </a:solidFill>
          </p:grpSpPr>
          <p:grpSp>
            <p:nvGrpSpPr>
              <p:cNvPr id="14" name="Gráfico 12">
                <a:extLst>
                  <a:ext uri="{FF2B5EF4-FFF2-40B4-BE49-F238E27FC236}">
                    <a16:creationId xmlns:a16="http://schemas.microsoft.com/office/drawing/2014/main" id="{6E8EB9EA-0CA5-46EC-A19E-7FE00D5F5D6A}"/>
                  </a:ext>
                </a:extLst>
              </p:cNvPr>
              <p:cNvGrpSpPr/>
              <p:nvPr/>
            </p:nvGrpSpPr>
            <p:grpSpPr>
              <a:xfrm>
                <a:off x="834096" y="1141778"/>
                <a:ext cx="4073755" cy="944642"/>
                <a:chOff x="834126" y="1552855"/>
                <a:chExt cx="4073755" cy="944642"/>
              </a:xfrm>
              <a:grpFill/>
            </p:grpSpPr>
            <p:sp>
              <p:nvSpPr>
                <p:cNvPr id="18" name="Gráfico 12">
                  <a:extLst>
                    <a:ext uri="{FF2B5EF4-FFF2-40B4-BE49-F238E27FC236}">
                      <a16:creationId xmlns:a16="http://schemas.microsoft.com/office/drawing/2014/main" id="{12DC6945-B95C-4F09-852E-10D20F0855E4}"/>
                    </a:ext>
                  </a:extLst>
                </p:cNvPr>
                <p:cNvSpPr/>
                <p:nvPr/>
              </p:nvSpPr>
              <p:spPr>
                <a:xfrm>
                  <a:off x="834126" y="1552855"/>
                  <a:ext cx="776479" cy="744164"/>
                </a:xfrm>
                <a:custGeom>
                  <a:avLst/>
                  <a:gdLst>
                    <a:gd name="connsiteX0" fmla="*/ 306964 w 776479"/>
                    <a:gd name="connsiteY0" fmla="*/ 176867 h 744164"/>
                    <a:gd name="connsiteX1" fmla="*/ 74232 w 776479"/>
                    <a:gd name="connsiteY1" fmla="*/ 672346 h 744164"/>
                    <a:gd name="connsiteX2" fmla="*/ 52 w 776479"/>
                    <a:gd name="connsiteY2" fmla="*/ 732976 h 744164"/>
                    <a:gd name="connsiteX3" fmla="*/ 10378 w 776479"/>
                    <a:gd name="connsiteY3" fmla="*/ 744274 h 744164"/>
                    <a:gd name="connsiteX4" fmla="*/ 91728 w 776479"/>
                    <a:gd name="connsiteY4" fmla="*/ 740178 h 744164"/>
                    <a:gd name="connsiteX5" fmla="*/ 189538 w 776479"/>
                    <a:gd name="connsiteY5" fmla="*/ 744274 h 744164"/>
                    <a:gd name="connsiteX6" fmla="*/ 206043 w 776479"/>
                    <a:gd name="connsiteY6" fmla="*/ 728880 h 744164"/>
                    <a:gd name="connsiteX7" fmla="*/ 132900 w 776479"/>
                    <a:gd name="connsiteY7" fmla="*/ 661049 h 744164"/>
                    <a:gd name="connsiteX8" fmla="*/ 141152 w 776479"/>
                    <a:gd name="connsiteY8" fmla="*/ 623015 h 744164"/>
                    <a:gd name="connsiteX9" fmla="*/ 206043 w 776479"/>
                    <a:gd name="connsiteY9" fmla="*/ 481140 h 744164"/>
                    <a:gd name="connsiteX10" fmla="*/ 248251 w 776479"/>
                    <a:gd name="connsiteY10" fmla="*/ 459580 h 744164"/>
                    <a:gd name="connsiteX11" fmla="*/ 483057 w 776479"/>
                    <a:gd name="connsiteY11" fmla="*/ 459580 h 744164"/>
                    <a:gd name="connsiteX12" fmla="*/ 526303 w 776479"/>
                    <a:gd name="connsiteY12" fmla="*/ 498604 h 744164"/>
                    <a:gd name="connsiteX13" fmla="*/ 559267 w 776479"/>
                    <a:gd name="connsiteY13" fmla="*/ 582910 h 744164"/>
                    <a:gd name="connsiteX14" fmla="*/ 591194 w 776479"/>
                    <a:gd name="connsiteY14" fmla="*/ 680538 h 744164"/>
                    <a:gd name="connsiteX15" fmla="*/ 529369 w 776479"/>
                    <a:gd name="connsiteY15" fmla="*/ 734011 h 744164"/>
                    <a:gd name="connsiteX16" fmla="*/ 552052 w 776479"/>
                    <a:gd name="connsiteY16" fmla="*/ 744274 h 744164"/>
                    <a:gd name="connsiteX17" fmla="*/ 636468 w 776479"/>
                    <a:gd name="connsiteY17" fmla="*/ 740178 h 744164"/>
                    <a:gd name="connsiteX18" fmla="*/ 761109 w 776479"/>
                    <a:gd name="connsiteY18" fmla="*/ 744274 h 744164"/>
                    <a:gd name="connsiteX19" fmla="*/ 776532 w 776479"/>
                    <a:gd name="connsiteY19" fmla="*/ 735047 h 744164"/>
                    <a:gd name="connsiteX20" fmla="*/ 709611 w 776479"/>
                    <a:gd name="connsiteY20" fmla="*/ 707275 h 744164"/>
                    <a:gd name="connsiteX21" fmla="*/ 634439 w 776479"/>
                    <a:gd name="connsiteY21" fmla="*/ 567471 h 744164"/>
                    <a:gd name="connsiteX22" fmla="*/ 428448 w 776479"/>
                    <a:gd name="connsiteY22" fmla="*/ 58668 h 744164"/>
                    <a:gd name="connsiteX23" fmla="*/ 398596 w 776479"/>
                    <a:gd name="connsiteY23" fmla="*/ 109 h 744164"/>
                    <a:gd name="connsiteX24" fmla="*/ 306964 w 776479"/>
                    <a:gd name="connsiteY24" fmla="*/ 176867 h 744164"/>
                    <a:gd name="connsiteX25" fmla="*/ 364640 w 776479"/>
                    <a:gd name="connsiteY25" fmla="*/ 146034 h 744164"/>
                    <a:gd name="connsiteX26" fmla="*/ 372847 w 776479"/>
                    <a:gd name="connsiteY26" fmla="*/ 136807 h 744164"/>
                    <a:gd name="connsiteX27" fmla="*/ 383173 w 776479"/>
                    <a:gd name="connsiteY27" fmla="*/ 151211 h 744164"/>
                    <a:gd name="connsiteX28" fmla="*/ 482020 w 776479"/>
                    <a:gd name="connsiteY28" fmla="*/ 393774 h 744164"/>
                    <a:gd name="connsiteX29" fmla="*/ 485087 w 776479"/>
                    <a:gd name="connsiteY29" fmla="*/ 405072 h 744164"/>
                    <a:gd name="connsiteX30" fmla="*/ 467590 w 776479"/>
                    <a:gd name="connsiteY30" fmla="*/ 414344 h 744164"/>
                    <a:gd name="connsiteX31" fmla="*/ 259570 w 776479"/>
                    <a:gd name="connsiteY31" fmla="*/ 414344 h 744164"/>
                    <a:gd name="connsiteX32" fmla="*/ 245185 w 776479"/>
                    <a:gd name="connsiteY32" fmla="*/ 405072 h 744164"/>
                    <a:gd name="connsiteX33" fmla="*/ 249288 w 776479"/>
                    <a:gd name="connsiteY33" fmla="*/ 393774 h 744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776479" h="744164">
                      <a:moveTo>
                        <a:pt x="306964" y="176867"/>
                      </a:moveTo>
                      <a:lnTo>
                        <a:pt x="74232" y="672346"/>
                      </a:lnTo>
                      <a:cubicBezTo>
                        <a:pt x="47446" y="728880"/>
                        <a:pt x="52" y="711416"/>
                        <a:pt x="52" y="732976"/>
                      </a:cubicBezTo>
                      <a:cubicBezTo>
                        <a:pt x="52" y="740178"/>
                        <a:pt x="4200" y="744274"/>
                        <a:pt x="10378" y="744274"/>
                      </a:cubicBezTo>
                      <a:cubicBezTo>
                        <a:pt x="34053" y="744274"/>
                        <a:pt x="64942" y="740178"/>
                        <a:pt x="91728" y="740178"/>
                      </a:cubicBezTo>
                      <a:cubicBezTo>
                        <a:pt x="124692" y="740178"/>
                        <a:pt x="144263" y="744274"/>
                        <a:pt x="189538" y="744274"/>
                      </a:cubicBezTo>
                      <a:cubicBezTo>
                        <a:pt x="198828" y="744274"/>
                        <a:pt x="206043" y="741213"/>
                        <a:pt x="206043" y="728880"/>
                      </a:cubicBezTo>
                      <a:cubicBezTo>
                        <a:pt x="206043" y="703179"/>
                        <a:pt x="132900" y="731941"/>
                        <a:pt x="132900" y="661049"/>
                      </a:cubicBezTo>
                      <a:cubicBezTo>
                        <a:pt x="132900" y="651776"/>
                        <a:pt x="134974" y="635347"/>
                        <a:pt x="141152" y="623015"/>
                      </a:cubicBezTo>
                      <a:lnTo>
                        <a:pt x="206043" y="481140"/>
                      </a:lnTo>
                      <a:cubicBezTo>
                        <a:pt x="214250" y="463676"/>
                        <a:pt x="229717" y="459580"/>
                        <a:pt x="248251" y="459580"/>
                      </a:cubicBezTo>
                      <a:lnTo>
                        <a:pt x="483057" y="459580"/>
                      </a:lnTo>
                      <a:cubicBezTo>
                        <a:pt x="506732" y="459580"/>
                        <a:pt x="516021" y="472903"/>
                        <a:pt x="526303" y="498604"/>
                      </a:cubicBezTo>
                      <a:lnTo>
                        <a:pt x="559267" y="582910"/>
                      </a:lnTo>
                      <a:cubicBezTo>
                        <a:pt x="577801" y="630171"/>
                        <a:pt x="591194" y="662039"/>
                        <a:pt x="591194" y="680538"/>
                      </a:cubicBezTo>
                      <a:cubicBezTo>
                        <a:pt x="591194" y="719608"/>
                        <a:pt x="529369" y="709345"/>
                        <a:pt x="529369" y="734011"/>
                      </a:cubicBezTo>
                      <a:cubicBezTo>
                        <a:pt x="529369" y="744274"/>
                        <a:pt x="545874" y="744274"/>
                        <a:pt x="552052" y="744274"/>
                      </a:cubicBezTo>
                      <a:cubicBezTo>
                        <a:pt x="579830" y="744274"/>
                        <a:pt x="606616" y="740178"/>
                        <a:pt x="636468" y="740178"/>
                      </a:cubicBezTo>
                      <a:cubicBezTo>
                        <a:pt x="675610" y="740178"/>
                        <a:pt x="721967" y="744274"/>
                        <a:pt x="761109" y="744274"/>
                      </a:cubicBezTo>
                      <a:cubicBezTo>
                        <a:pt x="769316" y="744274"/>
                        <a:pt x="776532" y="744274"/>
                        <a:pt x="776532" y="735047"/>
                      </a:cubicBezTo>
                      <a:cubicBezTo>
                        <a:pt x="776532" y="715512"/>
                        <a:pt x="742575" y="723749"/>
                        <a:pt x="709611" y="707275"/>
                      </a:cubicBezTo>
                      <a:cubicBezTo>
                        <a:pt x="674573" y="689811"/>
                        <a:pt x="649861" y="604515"/>
                        <a:pt x="634439" y="567471"/>
                      </a:cubicBezTo>
                      <a:lnTo>
                        <a:pt x="428448" y="58668"/>
                      </a:lnTo>
                      <a:cubicBezTo>
                        <a:pt x="413026" y="21669"/>
                        <a:pt x="409914" y="109"/>
                        <a:pt x="398596" y="109"/>
                      </a:cubicBezTo>
                      <a:cubicBezTo>
                        <a:pt x="385203" y="109"/>
                        <a:pt x="384165" y="12442"/>
                        <a:pt x="306964" y="176867"/>
                      </a:cubicBezTo>
                      <a:close/>
                      <a:moveTo>
                        <a:pt x="364640" y="146034"/>
                      </a:moveTo>
                      <a:cubicBezTo>
                        <a:pt x="365632" y="142974"/>
                        <a:pt x="369780" y="136807"/>
                        <a:pt x="372847" y="136807"/>
                      </a:cubicBezTo>
                      <a:cubicBezTo>
                        <a:pt x="377988" y="136807"/>
                        <a:pt x="381099" y="145044"/>
                        <a:pt x="383173" y="151211"/>
                      </a:cubicBezTo>
                      <a:lnTo>
                        <a:pt x="482020" y="393774"/>
                      </a:lnTo>
                      <a:cubicBezTo>
                        <a:pt x="483057" y="397870"/>
                        <a:pt x="485087" y="402011"/>
                        <a:pt x="485087" y="405072"/>
                      </a:cubicBezTo>
                      <a:cubicBezTo>
                        <a:pt x="485087" y="411238"/>
                        <a:pt x="479946" y="414344"/>
                        <a:pt x="467590" y="414344"/>
                      </a:cubicBezTo>
                      <a:lnTo>
                        <a:pt x="259570" y="414344"/>
                      </a:lnTo>
                      <a:cubicBezTo>
                        <a:pt x="251363" y="414344"/>
                        <a:pt x="245185" y="411238"/>
                        <a:pt x="245185" y="405072"/>
                      </a:cubicBezTo>
                      <a:cubicBezTo>
                        <a:pt x="245185" y="400976"/>
                        <a:pt x="247214" y="397870"/>
                        <a:pt x="249288" y="393774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19" name="Gráfico 12">
                  <a:extLst>
                    <a:ext uri="{FF2B5EF4-FFF2-40B4-BE49-F238E27FC236}">
                      <a16:creationId xmlns:a16="http://schemas.microsoft.com/office/drawing/2014/main" id="{5AAA28EE-8A63-4C52-8204-47FBBD29AC98}"/>
                    </a:ext>
                  </a:extLst>
                </p:cNvPr>
                <p:cNvSpPr/>
                <p:nvPr/>
              </p:nvSpPr>
              <p:spPr>
                <a:xfrm>
                  <a:off x="1657957" y="1769717"/>
                  <a:ext cx="298614" cy="534503"/>
                </a:xfrm>
                <a:custGeom>
                  <a:avLst/>
                  <a:gdLst>
                    <a:gd name="connsiteX0" fmla="*/ 121 w 298614"/>
                    <a:gd name="connsiteY0" fmla="*/ 130641 h 534503"/>
                    <a:gd name="connsiteX1" fmla="*/ 55722 w 298614"/>
                    <a:gd name="connsiteY1" fmla="*/ 137842 h 534503"/>
                    <a:gd name="connsiteX2" fmla="*/ 55722 w 298614"/>
                    <a:gd name="connsiteY2" fmla="*/ 417450 h 534503"/>
                    <a:gd name="connsiteX3" fmla="*/ 171074 w 298614"/>
                    <a:gd name="connsiteY3" fmla="*/ 534613 h 534503"/>
                    <a:gd name="connsiteX4" fmla="*/ 298736 w 298614"/>
                    <a:gd name="connsiteY4" fmla="*/ 484246 h 534503"/>
                    <a:gd name="connsiteX5" fmla="*/ 290529 w 298614"/>
                    <a:gd name="connsiteY5" fmla="*/ 475019 h 534503"/>
                    <a:gd name="connsiteX6" fmla="*/ 203001 w 298614"/>
                    <a:gd name="connsiteY6" fmla="*/ 498650 h 534503"/>
                    <a:gd name="connsiteX7" fmla="*/ 130895 w 298614"/>
                    <a:gd name="connsiteY7" fmla="*/ 436985 h 534503"/>
                    <a:gd name="connsiteX8" fmla="*/ 130895 w 298614"/>
                    <a:gd name="connsiteY8" fmla="*/ 137842 h 534503"/>
                    <a:gd name="connsiteX9" fmla="*/ 264780 w 298614"/>
                    <a:gd name="connsiteY9" fmla="*/ 137842 h 534503"/>
                    <a:gd name="connsiteX10" fmla="*/ 291566 w 298614"/>
                    <a:gd name="connsiteY10" fmla="*/ 86440 h 534503"/>
                    <a:gd name="connsiteX11" fmla="*/ 284351 w 298614"/>
                    <a:gd name="connsiteY11" fmla="*/ 78248 h 534503"/>
                    <a:gd name="connsiteX12" fmla="*/ 246246 w 298614"/>
                    <a:gd name="connsiteY12" fmla="*/ 95712 h 534503"/>
                    <a:gd name="connsiteX13" fmla="*/ 130895 w 298614"/>
                    <a:gd name="connsiteY13" fmla="*/ 95712 h 534503"/>
                    <a:gd name="connsiteX14" fmla="*/ 118539 w 298614"/>
                    <a:gd name="connsiteY14" fmla="*/ 109 h 534503"/>
                    <a:gd name="connsiteX15" fmla="*/ 68078 w 298614"/>
                    <a:gd name="connsiteY15" fmla="*/ 58713 h 534503"/>
                    <a:gd name="connsiteX16" fmla="*/ 121 w 298614"/>
                    <a:gd name="connsiteY16" fmla="*/ 130641 h 5345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98614" h="534503">
                      <a:moveTo>
                        <a:pt x="121" y="130641"/>
                      </a:moveTo>
                      <a:cubicBezTo>
                        <a:pt x="121" y="137842"/>
                        <a:pt x="7336" y="137842"/>
                        <a:pt x="55722" y="137842"/>
                      </a:cubicBezTo>
                      <a:lnTo>
                        <a:pt x="55722" y="417450"/>
                      </a:lnTo>
                      <a:cubicBezTo>
                        <a:pt x="55722" y="494554"/>
                        <a:pt x="93827" y="534613"/>
                        <a:pt x="171074" y="534613"/>
                      </a:cubicBezTo>
                      <a:cubicBezTo>
                        <a:pt x="244172" y="534613"/>
                        <a:pt x="298736" y="499685"/>
                        <a:pt x="298736" y="484246"/>
                      </a:cubicBezTo>
                      <a:cubicBezTo>
                        <a:pt x="298736" y="477044"/>
                        <a:pt x="295670" y="475019"/>
                        <a:pt x="290529" y="475019"/>
                      </a:cubicBezTo>
                      <a:cubicBezTo>
                        <a:pt x="273032" y="475019"/>
                        <a:pt x="257565" y="498650"/>
                        <a:pt x="203001" y="498650"/>
                      </a:cubicBezTo>
                      <a:cubicBezTo>
                        <a:pt x="144288" y="498650"/>
                        <a:pt x="130895" y="459580"/>
                        <a:pt x="130895" y="436985"/>
                      </a:cubicBezTo>
                      <a:lnTo>
                        <a:pt x="130895" y="137842"/>
                      </a:lnTo>
                      <a:lnTo>
                        <a:pt x="264780" y="137842"/>
                      </a:lnTo>
                      <a:cubicBezTo>
                        <a:pt x="289492" y="93642"/>
                        <a:pt x="291566" y="91616"/>
                        <a:pt x="291566" y="86440"/>
                      </a:cubicBezTo>
                      <a:cubicBezTo>
                        <a:pt x="291566" y="82344"/>
                        <a:pt x="288454" y="78248"/>
                        <a:pt x="284351" y="78248"/>
                      </a:cubicBezTo>
                      <a:cubicBezTo>
                        <a:pt x="282276" y="78248"/>
                        <a:pt x="268883" y="95712"/>
                        <a:pt x="246246" y="95712"/>
                      </a:cubicBezTo>
                      <a:lnTo>
                        <a:pt x="130895" y="95712"/>
                      </a:lnTo>
                      <a:cubicBezTo>
                        <a:pt x="130895" y="22705"/>
                        <a:pt x="130895" y="109"/>
                        <a:pt x="118539" y="109"/>
                      </a:cubicBezTo>
                      <a:cubicBezTo>
                        <a:pt x="107220" y="109"/>
                        <a:pt x="98968" y="25810"/>
                        <a:pt x="68078" y="58713"/>
                      </a:cubicBezTo>
                      <a:cubicBezTo>
                        <a:pt x="33085" y="96748"/>
                        <a:pt x="121" y="122449"/>
                        <a:pt x="121" y="130641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20" name="Gráfico 12">
                  <a:extLst>
                    <a:ext uri="{FF2B5EF4-FFF2-40B4-BE49-F238E27FC236}">
                      <a16:creationId xmlns:a16="http://schemas.microsoft.com/office/drawing/2014/main" id="{717D0C4D-9E36-4EDA-A528-CF2DE562C1A6}"/>
                    </a:ext>
                  </a:extLst>
                </p:cNvPr>
                <p:cNvSpPr/>
                <p:nvPr/>
              </p:nvSpPr>
              <p:spPr>
                <a:xfrm>
                  <a:off x="2001902" y="1851952"/>
                  <a:ext cx="390291" cy="452269"/>
                </a:xfrm>
                <a:custGeom>
                  <a:avLst/>
                  <a:gdLst>
                    <a:gd name="connsiteX0" fmla="*/ 151 w 390291"/>
                    <a:gd name="connsiteY0" fmla="*/ 240647 h 452269"/>
                    <a:gd name="connsiteX1" fmla="*/ 208171 w 390291"/>
                    <a:gd name="connsiteY1" fmla="*/ 452378 h 452269"/>
                    <a:gd name="connsiteX2" fmla="*/ 390442 w 390291"/>
                    <a:gd name="connsiteY2" fmla="*/ 353715 h 452269"/>
                    <a:gd name="connsiteX3" fmla="*/ 386294 w 390291"/>
                    <a:gd name="connsiteY3" fmla="*/ 347548 h 452269"/>
                    <a:gd name="connsiteX4" fmla="*/ 241090 w 390291"/>
                    <a:gd name="connsiteY4" fmla="*/ 400976 h 452269"/>
                    <a:gd name="connsiteX5" fmla="*/ 75323 w 390291"/>
                    <a:gd name="connsiteY5" fmla="*/ 181008 h 452269"/>
                    <a:gd name="connsiteX6" fmla="*/ 361582 w 390291"/>
                    <a:gd name="connsiteY6" fmla="*/ 181008 h 452269"/>
                    <a:gd name="connsiteX7" fmla="*/ 384265 w 390291"/>
                    <a:gd name="connsiteY7" fmla="*/ 163544 h 452269"/>
                    <a:gd name="connsiteX8" fmla="*/ 201993 w 390291"/>
                    <a:gd name="connsiteY8" fmla="*/ 109 h 452269"/>
                    <a:gd name="connsiteX9" fmla="*/ 151 w 390291"/>
                    <a:gd name="connsiteY9" fmla="*/ 240647 h 452269"/>
                    <a:gd name="connsiteX10" fmla="*/ 75323 w 390291"/>
                    <a:gd name="connsiteY10" fmla="*/ 153281 h 452269"/>
                    <a:gd name="connsiteX11" fmla="*/ 184451 w 390291"/>
                    <a:gd name="connsiteY11" fmla="*/ 23740 h 452269"/>
                    <a:gd name="connsiteX12" fmla="*/ 298766 w 390291"/>
                    <a:gd name="connsiteY12" fmla="*/ 132711 h 452269"/>
                    <a:gd name="connsiteX13" fmla="*/ 280232 w 390291"/>
                    <a:gd name="connsiteY13" fmla="*/ 153281 h 452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90291" h="452269">
                      <a:moveTo>
                        <a:pt x="151" y="240647"/>
                      </a:moveTo>
                      <a:cubicBezTo>
                        <a:pt x="151" y="309514"/>
                        <a:pt x="53678" y="452378"/>
                        <a:pt x="208171" y="452378"/>
                      </a:cubicBezTo>
                      <a:cubicBezTo>
                        <a:pt x="300840" y="452378"/>
                        <a:pt x="390442" y="379416"/>
                        <a:pt x="390442" y="353715"/>
                      </a:cubicBezTo>
                      <a:cubicBezTo>
                        <a:pt x="390442" y="349619"/>
                        <a:pt x="389405" y="347548"/>
                        <a:pt x="386294" y="347548"/>
                      </a:cubicBezTo>
                      <a:cubicBezTo>
                        <a:pt x="362619" y="347548"/>
                        <a:pt x="331730" y="400976"/>
                        <a:pt x="241090" y="400976"/>
                      </a:cubicBezTo>
                      <a:cubicBezTo>
                        <a:pt x="175207" y="400976"/>
                        <a:pt x="75323" y="346513"/>
                        <a:pt x="75323" y="181008"/>
                      </a:cubicBezTo>
                      <a:lnTo>
                        <a:pt x="361582" y="181008"/>
                      </a:lnTo>
                      <a:cubicBezTo>
                        <a:pt x="380116" y="181008"/>
                        <a:pt x="384265" y="175877"/>
                        <a:pt x="384265" y="163544"/>
                      </a:cubicBezTo>
                      <a:cubicBezTo>
                        <a:pt x="384265" y="121414"/>
                        <a:pt x="327626" y="109"/>
                        <a:pt x="201993" y="109"/>
                      </a:cubicBezTo>
                      <a:cubicBezTo>
                        <a:pt x="72212" y="109"/>
                        <a:pt x="151" y="112141"/>
                        <a:pt x="151" y="240647"/>
                      </a:cubicBezTo>
                      <a:close/>
                      <a:moveTo>
                        <a:pt x="75323" y="153281"/>
                      </a:moveTo>
                      <a:cubicBezTo>
                        <a:pt x="75323" y="94677"/>
                        <a:pt x="122672" y="23740"/>
                        <a:pt x="184451" y="23740"/>
                      </a:cubicBezTo>
                      <a:cubicBezTo>
                        <a:pt x="242127" y="23740"/>
                        <a:pt x="298766" y="76178"/>
                        <a:pt x="298766" y="132711"/>
                      </a:cubicBezTo>
                      <a:cubicBezTo>
                        <a:pt x="298766" y="146079"/>
                        <a:pt x="293625" y="153281"/>
                        <a:pt x="280232" y="153281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21" name="Gráfico 12">
                  <a:extLst>
                    <a:ext uri="{FF2B5EF4-FFF2-40B4-BE49-F238E27FC236}">
                      <a16:creationId xmlns:a16="http://schemas.microsoft.com/office/drawing/2014/main" id="{563720F6-C964-4EA4-815C-D64576B014E1}"/>
                    </a:ext>
                  </a:extLst>
                </p:cNvPr>
                <p:cNvSpPr/>
                <p:nvPr/>
              </p:nvSpPr>
              <p:spPr>
                <a:xfrm>
                  <a:off x="2442608" y="1843715"/>
                  <a:ext cx="321297" cy="453304"/>
                </a:xfrm>
                <a:custGeom>
                  <a:avLst/>
                  <a:gdLst>
                    <a:gd name="connsiteX0" fmla="*/ 190 w 321297"/>
                    <a:gd name="connsiteY0" fmla="*/ 62809 h 453304"/>
                    <a:gd name="connsiteX1" fmla="*/ 74325 w 321297"/>
                    <a:gd name="connsiteY1" fmla="*/ 118353 h 453304"/>
                    <a:gd name="connsiteX2" fmla="*/ 74325 w 321297"/>
                    <a:gd name="connsiteY2" fmla="*/ 385582 h 453304"/>
                    <a:gd name="connsiteX3" fmla="*/ 21836 w 321297"/>
                    <a:gd name="connsiteY3" fmla="*/ 444186 h 453304"/>
                    <a:gd name="connsiteX4" fmla="*/ 33154 w 321297"/>
                    <a:gd name="connsiteY4" fmla="*/ 453414 h 453304"/>
                    <a:gd name="connsiteX5" fmla="*/ 126860 w 321297"/>
                    <a:gd name="connsiteY5" fmla="*/ 449318 h 453304"/>
                    <a:gd name="connsiteX6" fmla="*/ 224715 w 321297"/>
                    <a:gd name="connsiteY6" fmla="*/ 453414 h 453304"/>
                    <a:gd name="connsiteX7" fmla="*/ 241175 w 321297"/>
                    <a:gd name="connsiteY7" fmla="*/ 442116 h 453304"/>
                    <a:gd name="connsiteX8" fmla="*/ 149543 w 321297"/>
                    <a:gd name="connsiteY8" fmla="*/ 364022 h 453304"/>
                    <a:gd name="connsiteX9" fmla="*/ 149543 w 321297"/>
                    <a:gd name="connsiteY9" fmla="*/ 136852 h 453304"/>
                    <a:gd name="connsiteX10" fmla="*/ 216463 w 321297"/>
                    <a:gd name="connsiteY10" fmla="*/ 77213 h 453304"/>
                    <a:gd name="connsiteX11" fmla="*/ 284420 w 321297"/>
                    <a:gd name="connsiteY11" fmla="*/ 100844 h 453304"/>
                    <a:gd name="connsiteX12" fmla="*/ 321488 w 321297"/>
                    <a:gd name="connsiteY12" fmla="*/ 54617 h 453304"/>
                    <a:gd name="connsiteX13" fmla="*/ 253530 w 321297"/>
                    <a:gd name="connsiteY13" fmla="*/ 8346 h 453304"/>
                    <a:gd name="connsiteX14" fmla="*/ 151572 w 321297"/>
                    <a:gd name="connsiteY14" fmla="*/ 93642 h 453304"/>
                    <a:gd name="connsiteX15" fmla="*/ 149543 w 321297"/>
                    <a:gd name="connsiteY15" fmla="*/ 93642 h 453304"/>
                    <a:gd name="connsiteX16" fmla="*/ 149543 w 321297"/>
                    <a:gd name="connsiteY16" fmla="*/ 15548 h 453304"/>
                    <a:gd name="connsiteX17" fmla="*/ 137187 w 321297"/>
                    <a:gd name="connsiteY17" fmla="*/ 109 h 453304"/>
                    <a:gd name="connsiteX18" fmla="*/ 65081 w 321297"/>
                    <a:gd name="connsiteY18" fmla="*/ 35083 h 453304"/>
                    <a:gd name="connsiteX19" fmla="*/ 18724 w 321297"/>
                    <a:gd name="connsiteY19" fmla="*/ 50476 h 453304"/>
                    <a:gd name="connsiteX20" fmla="*/ 190 w 321297"/>
                    <a:gd name="connsiteY20" fmla="*/ 62809 h 453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21297" h="453304">
                      <a:moveTo>
                        <a:pt x="190" y="62809"/>
                      </a:moveTo>
                      <a:cubicBezTo>
                        <a:pt x="190" y="84415"/>
                        <a:pt x="74325" y="58713"/>
                        <a:pt x="74325" y="118353"/>
                      </a:cubicBezTo>
                      <a:lnTo>
                        <a:pt x="74325" y="385582"/>
                      </a:lnTo>
                      <a:cubicBezTo>
                        <a:pt x="74325" y="426722"/>
                        <a:pt x="21836" y="422581"/>
                        <a:pt x="21836" y="444186"/>
                      </a:cubicBezTo>
                      <a:cubicBezTo>
                        <a:pt x="21836" y="450353"/>
                        <a:pt x="24902" y="453414"/>
                        <a:pt x="33154" y="453414"/>
                      </a:cubicBezTo>
                      <a:cubicBezTo>
                        <a:pt x="42444" y="453414"/>
                        <a:pt x="57866" y="449318"/>
                        <a:pt x="126860" y="449318"/>
                      </a:cubicBezTo>
                      <a:cubicBezTo>
                        <a:pt x="187648" y="449318"/>
                        <a:pt x="208211" y="453414"/>
                        <a:pt x="224715" y="453414"/>
                      </a:cubicBezTo>
                      <a:cubicBezTo>
                        <a:pt x="236034" y="453414"/>
                        <a:pt x="241175" y="451388"/>
                        <a:pt x="241175" y="442116"/>
                      </a:cubicBezTo>
                      <a:cubicBezTo>
                        <a:pt x="241175" y="409213"/>
                        <a:pt x="149543" y="457555"/>
                        <a:pt x="149543" y="364022"/>
                      </a:cubicBezTo>
                      <a:lnTo>
                        <a:pt x="149543" y="136852"/>
                      </a:lnTo>
                      <a:cubicBezTo>
                        <a:pt x="149543" y="124519"/>
                        <a:pt x="175247" y="77213"/>
                        <a:pt x="216463" y="77213"/>
                      </a:cubicBezTo>
                      <a:cubicBezTo>
                        <a:pt x="253530" y="77213"/>
                        <a:pt x="263812" y="100844"/>
                        <a:pt x="284420" y="100844"/>
                      </a:cubicBezTo>
                      <a:cubicBezTo>
                        <a:pt x="296776" y="100844"/>
                        <a:pt x="321488" y="70011"/>
                        <a:pt x="321488" y="54617"/>
                      </a:cubicBezTo>
                      <a:cubicBezTo>
                        <a:pt x="321488" y="35083"/>
                        <a:pt x="275176" y="8346"/>
                        <a:pt x="253530" y="8346"/>
                      </a:cubicBezTo>
                      <a:cubicBezTo>
                        <a:pt x="209248" y="8346"/>
                        <a:pt x="171143" y="66950"/>
                        <a:pt x="151572" y="93642"/>
                      </a:cubicBezTo>
                      <a:lnTo>
                        <a:pt x="149543" y="93642"/>
                      </a:lnTo>
                      <a:lnTo>
                        <a:pt x="149543" y="15548"/>
                      </a:lnTo>
                      <a:cubicBezTo>
                        <a:pt x="149543" y="9381"/>
                        <a:pt x="144357" y="109"/>
                        <a:pt x="137187" y="109"/>
                      </a:cubicBezTo>
                      <a:cubicBezTo>
                        <a:pt x="120682" y="109"/>
                        <a:pt x="99082" y="19644"/>
                        <a:pt x="65081" y="35083"/>
                      </a:cubicBezTo>
                      <a:cubicBezTo>
                        <a:pt x="47585" y="42284"/>
                        <a:pt x="31080" y="47416"/>
                        <a:pt x="18724" y="50476"/>
                      </a:cubicBezTo>
                      <a:cubicBezTo>
                        <a:pt x="9480" y="52547"/>
                        <a:pt x="190" y="54617"/>
                        <a:pt x="190" y="6280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22" name="Gráfico 12">
                  <a:extLst>
                    <a:ext uri="{FF2B5EF4-FFF2-40B4-BE49-F238E27FC236}">
                      <a16:creationId xmlns:a16="http://schemas.microsoft.com/office/drawing/2014/main" id="{357E383C-7FFE-4CF6-988C-6A690E0195D3}"/>
                    </a:ext>
                  </a:extLst>
                </p:cNvPr>
                <p:cNvSpPr/>
                <p:nvPr/>
              </p:nvSpPr>
              <p:spPr>
                <a:xfrm>
                  <a:off x="2785516" y="1843715"/>
                  <a:ext cx="321297" cy="453304"/>
                </a:xfrm>
                <a:custGeom>
                  <a:avLst/>
                  <a:gdLst>
                    <a:gd name="connsiteX0" fmla="*/ 220 w 321297"/>
                    <a:gd name="connsiteY0" fmla="*/ 62809 h 453304"/>
                    <a:gd name="connsiteX1" fmla="*/ 74355 w 321297"/>
                    <a:gd name="connsiteY1" fmla="*/ 118353 h 453304"/>
                    <a:gd name="connsiteX2" fmla="*/ 74355 w 321297"/>
                    <a:gd name="connsiteY2" fmla="*/ 385582 h 453304"/>
                    <a:gd name="connsiteX3" fmla="*/ 21865 w 321297"/>
                    <a:gd name="connsiteY3" fmla="*/ 444186 h 453304"/>
                    <a:gd name="connsiteX4" fmla="*/ 33184 w 321297"/>
                    <a:gd name="connsiteY4" fmla="*/ 453414 h 453304"/>
                    <a:gd name="connsiteX5" fmla="*/ 126890 w 321297"/>
                    <a:gd name="connsiteY5" fmla="*/ 449318 h 453304"/>
                    <a:gd name="connsiteX6" fmla="*/ 224745 w 321297"/>
                    <a:gd name="connsiteY6" fmla="*/ 453414 h 453304"/>
                    <a:gd name="connsiteX7" fmla="*/ 241204 w 321297"/>
                    <a:gd name="connsiteY7" fmla="*/ 442116 h 453304"/>
                    <a:gd name="connsiteX8" fmla="*/ 149573 w 321297"/>
                    <a:gd name="connsiteY8" fmla="*/ 364022 h 453304"/>
                    <a:gd name="connsiteX9" fmla="*/ 149573 w 321297"/>
                    <a:gd name="connsiteY9" fmla="*/ 136852 h 453304"/>
                    <a:gd name="connsiteX10" fmla="*/ 216493 w 321297"/>
                    <a:gd name="connsiteY10" fmla="*/ 77213 h 453304"/>
                    <a:gd name="connsiteX11" fmla="*/ 284450 w 321297"/>
                    <a:gd name="connsiteY11" fmla="*/ 100844 h 453304"/>
                    <a:gd name="connsiteX12" fmla="*/ 321517 w 321297"/>
                    <a:gd name="connsiteY12" fmla="*/ 54617 h 453304"/>
                    <a:gd name="connsiteX13" fmla="*/ 253560 w 321297"/>
                    <a:gd name="connsiteY13" fmla="*/ 8346 h 453304"/>
                    <a:gd name="connsiteX14" fmla="*/ 151602 w 321297"/>
                    <a:gd name="connsiteY14" fmla="*/ 93642 h 453304"/>
                    <a:gd name="connsiteX15" fmla="*/ 149573 w 321297"/>
                    <a:gd name="connsiteY15" fmla="*/ 93642 h 453304"/>
                    <a:gd name="connsiteX16" fmla="*/ 149573 w 321297"/>
                    <a:gd name="connsiteY16" fmla="*/ 15548 h 453304"/>
                    <a:gd name="connsiteX17" fmla="*/ 137217 w 321297"/>
                    <a:gd name="connsiteY17" fmla="*/ 109 h 453304"/>
                    <a:gd name="connsiteX18" fmla="*/ 65111 w 321297"/>
                    <a:gd name="connsiteY18" fmla="*/ 35083 h 453304"/>
                    <a:gd name="connsiteX19" fmla="*/ 18754 w 321297"/>
                    <a:gd name="connsiteY19" fmla="*/ 50476 h 453304"/>
                    <a:gd name="connsiteX20" fmla="*/ 220 w 321297"/>
                    <a:gd name="connsiteY20" fmla="*/ 62809 h 453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21297" h="453304">
                      <a:moveTo>
                        <a:pt x="220" y="62809"/>
                      </a:moveTo>
                      <a:cubicBezTo>
                        <a:pt x="220" y="84415"/>
                        <a:pt x="74355" y="58713"/>
                        <a:pt x="74355" y="118353"/>
                      </a:cubicBezTo>
                      <a:lnTo>
                        <a:pt x="74355" y="385582"/>
                      </a:lnTo>
                      <a:cubicBezTo>
                        <a:pt x="74355" y="426722"/>
                        <a:pt x="21865" y="422581"/>
                        <a:pt x="21865" y="444186"/>
                      </a:cubicBezTo>
                      <a:cubicBezTo>
                        <a:pt x="21865" y="450353"/>
                        <a:pt x="24932" y="453414"/>
                        <a:pt x="33184" y="453414"/>
                      </a:cubicBezTo>
                      <a:cubicBezTo>
                        <a:pt x="42473" y="453414"/>
                        <a:pt x="57896" y="449318"/>
                        <a:pt x="126890" y="449318"/>
                      </a:cubicBezTo>
                      <a:cubicBezTo>
                        <a:pt x="187677" y="449318"/>
                        <a:pt x="208240" y="453414"/>
                        <a:pt x="224745" y="453414"/>
                      </a:cubicBezTo>
                      <a:cubicBezTo>
                        <a:pt x="236064" y="453414"/>
                        <a:pt x="241204" y="451388"/>
                        <a:pt x="241204" y="442116"/>
                      </a:cubicBezTo>
                      <a:cubicBezTo>
                        <a:pt x="241204" y="409213"/>
                        <a:pt x="149573" y="457555"/>
                        <a:pt x="149573" y="364022"/>
                      </a:cubicBezTo>
                      <a:lnTo>
                        <a:pt x="149573" y="136852"/>
                      </a:lnTo>
                      <a:cubicBezTo>
                        <a:pt x="149573" y="124519"/>
                        <a:pt x="175276" y="77213"/>
                        <a:pt x="216493" y="77213"/>
                      </a:cubicBezTo>
                      <a:cubicBezTo>
                        <a:pt x="253560" y="77213"/>
                        <a:pt x="263842" y="100844"/>
                        <a:pt x="284450" y="100844"/>
                      </a:cubicBezTo>
                      <a:cubicBezTo>
                        <a:pt x="296806" y="100844"/>
                        <a:pt x="321517" y="70011"/>
                        <a:pt x="321517" y="54617"/>
                      </a:cubicBezTo>
                      <a:cubicBezTo>
                        <a:pt x="321517" y="35083"/>
                        <a:pt x="275205" y="8346"/>
                        <a:pt x="253560" y="8346"/>
                      </a:cubicBezTo>
                      <a:cubicBezTo>
                        <a:pt x="209278" y="8346"/>
                        <a:pt x="171173" y="66950"/>
                        <a:pt x="151602" y="93642"/>
                      </a:cubicBezTo>
                      <a:lnTo>
                        <a:pt x="149573" y="93642"/>
                      </a:lnTo>
                      <a:lnTo>
                        <a:pt x="149573" y="15548"/>
                      </a:lnTo>
                      <a:cubicBezTo>
                        <a:pt x="149573" y="9381"/>
                        <a:pt x="144387" y="109"/>
                        <a:pt x="137217" y="109"/>
                      </a:cubicBezTo>
                      <a:cubicBezTo>
                        <a:pt x="120712" y="109"/>
                        <a:pt x="99112" y="19644"/>
                        <a:pt x="65111" y="35083"/>
                      </a:cubicBezTo>
                      <a:cubicBezTo>
                        <a:pt x="47614" y="42284"/>
                        <a:pt x="31110" y="47416"/>
                        <a:pt x="18754" y="50476"/>
                      </a:cubicBezTo>
                      <a:cubicBezTo>
                        <a:pt x="9509" y="52547"/>
                        <a:pt x="220" y="54617"/>
                        <a:pt x="220" y="6280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23" name="Gráfico 12">
                  <a:extLst>
                    <a:ext uri="{FF2B5EF4-FFF2-40B4-BE49-F238E27FC236}">
                      <a16:creationId xmlns:a16="http://schemas.microsoft.com/office/drawing/2014/main" id="{A3CD6A6A-1638-4933-A4DA-C58803D2025D}"/>
                    </a:ext>
                  </a:extLst>
                </p:cNvPr>
                <p:cNvSpPr/>
                <p:nvPr/>
              </p:nvSpPr>
              <p:spPr>
                <a:xfrm>
                  <a:off x="3163462" y="1640221"/>
                  <a:ext cx="213161" cy="656798"/>
                </a:xfrm>
                <a:custGeom>
                  <a:avLst/>
                  <a:gdLst>
                    <a:gd name="connsiteX0" fmla="*/ 50710 w 213161"/>
                    <a:gd name="connsiteY0" fmla="*/ 54572 h 656798"/>
                    <a:gd name="connsiteX1" fmla="*/ 93956 w 213161"/>
                    <a:gd name="connsiteY1" fmla="*/ 108045 h 656798"/>
                    <a:gd name="connsiteX2" fmla="*/ 137201 w 213161"/>
                    <a:gd name="connsiteY2" fmla="*/ 54572 h 656798"/>
                    <a:gd name="connsiteX3" fmla="*/ 93956 w 213161"/>
                    <a:gd name="connsiteY3" fmla="*/ 109 h 656798"/>
                    <a:gd name="connsiteX4" fmla="*/ 50710 w 213161"/>
                    <a:gd name="connsiteY4" fmla="*/ 54572 h 656798"/>
                    <a:gd name="connsiteX5" fmla="*/ 250 w 213161"/>
                    <a:gd name="connsiteY5" fmla="*/ 266303 h 656798"/>
                    <a:gd name="connsiteX6" fmla="*/ 56888 w 213161"/>
                    <a:gd name="connsiteY6" fmla="*/ 320812 h 656798"/>
                    <a:gd name="connsiteX7" fmla="*/ 56888 w 213161"/>
                    <a:gd name="connsiteY7" fmla="*/ 569542 h 656798"/>
                    <a:gd name="connsiteX8" fmla="*/ 30102 w 213161"/>
                    <a:gd name="connsiteY8" fmla="*/ 632242 h 656798"/>
                    <a:gd name="connsiteX9" fmla="*/ 11568 w 213161"/>
                    <a:gd name="connsiteY9" fmla="*/ 645610 h 656798"/>
                    <a:gd name="connsiteX10" fmla="*/ 26991 w 213161"/>
                    <a:gd name="connsiteY10" fmla="*/ 656908 h 656798"/>
                    <a:gd name="connsiteX11" fmla="*/ 99097 w 213161"/>
                    <a:gd name="connsiteY11" fmla="*/ 652812 h 656798"/>
                    <a:gd name="connsiteX12" fmla="*/ 193840 w 213161"/>
                    <a:gd name="connsiteY12" fmla="*/ 656908 h 656798"/>
                    <a:gd name="connsiteX13" fmla="*/ 213411 w 213161"/>
                    <a:gd name="connsiteY13" fmla="*/ 645610 h 656798"/>
                    <a:gd name="connsiteX14" fmla="*/ 132061 w 213161"/>
                    <a:gd name="connsiteY14" fmla="*/ 590112 h 656798"/>
                    <a:gd name="connsiteX15" fmla="*/ 132061 w 213161"/>
                    <a:gd name="connsiteY15" fmla="*/ 219042 h 656798"/>
                    <a:gd name="connsiteX16" fmla="*/ 119705 w 213161"/>
                    <a:gd name="connsiteY16" fmla="*/ 203603 h 656798"/>
                    <a:gd name="connsiteX17" fmla="*/ 85704 w 213161"/>
                    <a:gd name="connsiteY17" fmla="*/ 219042 h 656798"/>
                    <a:gd name="connsiteX18" fmla="*/ 15672 w 213161"/>
                    <a:gd name="connsiteY18" fmla="*/ 252935 h 656798"/>
                    <a:gd name="connsiteX19" fmla="*/ 250 w 213161"/>
                    <a:gd name="connsiteY19" fmla="*/ 266303 h 656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13161" h="656798">
                      <a:moveTo>
                        <a:pt x="50710" y="54572"/>
                      </a:moveTo>
                      <a:cubicBezTo>
                        <a:pt x="50710" y="65870"/>
                        <a:pt x="81600" y="108045"/>
                        <a:pt x="93956" y="108045"/>
                      </a:cubicBezTo>
                      <a:cubicBezTo>
                        <a:pt x="107349" y="108045"/>
                        <a:pt x="137201" y="66905"/>
                        <a:pt x="137201" y="54572"/>
                      </a:cubicBezTo>
                      <a:cubicBezTo>
                        <a:pt x="137201" y="42239"/>
                        <a:pt x="107349" y="109"/>
                        <a:pt x="93956" y="109"/>
                      </a:cubicBezTo>
                      <a:cubicBezTo>
                        <a:pt x="81600" y="109"/>
                        <a:pt x="50710" y="43275"/>
                        <a:pt x="50710" y="54572"/>
                      </a:cubicBezTo>
                      <a:close/>
                      <a:moveTo>
                        <a:pt x="250" y="266303"/>
                      </a:moveTo>
                      <a:cubicBezTo>
                        <a:pt x="250" y="285838"/>
                        <a:pt x="56888" y="264278"/>
                        <a:pt x="56888" y="320812"/>
                      </a:cubicBezTo>
                      <a:lnTo>
                        <a:pt x="56888" y="569542"/>
                      </a:lnTo>
                      <a:cubicBezTo>
                        <a:pt x="56888" y="617883"/>
                        <a:pt x="42458" y="628146"/>
                        <a:pt x="30102" y="632242"/>
                      </a:cubicBezTo>
                      <a:cubicBezTo>
                        <a:pt x="19821" y="635347"/>
                        <a:pt x="11568" y="635347"/>
                        <a:pt x="11568" y="645610"/>
                      </a:cubicBezTo>
                      <a:cubicBezTo>
                        <a:pt x="11568" y="653847"/>
                        <a:pt x="16709" y="656908"/>
                        <a:pt x="26991" y="656908"/>
                      </a:cubicBezTo>
                      <a:cubicBezTo>
                        <a:pt x="40384" y="656908"/>
                        <a:pt x="64103" y="652812"/>
                        <a:pt x="99097" y="652812"/>
                      </a:cubicBezTo>
                      <a:cubicBezTo>
                        <a:pt x="140268" y="652812"/>
                        <a:pt x="172195" y="656908"/>
                        <a:pt x="193840" y="656908"/>
                      </a:cubicBezTo>
                      <a:cubicBezTo>
                        <a:pt x="204121" y="656908"/>
                        <a:pt x="213411" y="654882"/>
                        <a:pt x="213411" y="645610"/>
                      </a:cubicBezTo>
                      <a:cubicBezTo>
                        <a:pt x="213411" y="618874"/>
                        <a:pt x="132061" y="640479"/>
                        <a:pt x="132061" y="590112"/>
                      </a:cubicBezTo>
                      <a:lnTo>
                        <a:pt x="132061" y="219042"/>
                      </a:lnTo>
                      <a:cubicBezTo>
                        <a:pt x="132061" y="212876"/>
                        <a:pt x="127912" y="203603"/>
                        <a:pt x="119705" y="203603"/>
                      </a:cubicBezTo>
                      <a:cubicBezTo>
                        <a:pt x="112490" y="203603"/>
                        <a:pt x="100134" y="208780"/>
                        <a:pt x="85704" y="219042"/>
                      </a:cubicBezTo>
                      <a:cubicBezTo>
                        <a:pt x="64103" y="234436"/>
                        <a:pt x="40384" y="245779"/>
                        <a:pt x="15672" y="252935"/>
                      </a:cubicBezTo>
                      <a:cubicBezTo>
                        <a:pt x="6428" y="256041"/>
                        <a:pt x="250" y="257076"/>
                        <a:pt x="250" y="26630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24" name="Gráfico 12">
                  <a:extLst>
                    <a:ext uri="{FF2B5EF4-FFF2-40B4-BE49-F238E27FC236}">
                      <a16:creationId xmlns:a16="http://schemas.microsoft.com/office/drawing/2014/main" id="{154499F7-AE52-4CFE-BEB6-073B669067E6}"/>
                    </a:ext>
                  </a:extLst>
                </p:cNvPr>
                <p:cNvSpPr/>
                <p:nvPr/>
              </p:nvSpPr>
              <p:spPr>
                <a:xfrm>
                  <a:off x="3427051" y="1867390"/>
                  <a:ext cx="290407" cy="425532"/>
                </a:xfrm>
                <a:custGeom>
                  <a:avLst/>
                  <a:gdLst>
                    <a:gd name="connsiteX0" fmla="*/ 35313 w 290407"/>
                    <a:gd name="connsiteY0" fmla="*/ 109 h 425532"/>
                    <a:gd name="connsiteX1" fmla="*/ 1312 w 290407"/>
                    <a:gd name="connsiteY1" fmla="*/ 108000 h 425532"/>
                    <a:gd name="connsiteX2" fmla="*/ 10601 w 290407"/>
                    <a:gd name="connsiteY2" fmla="*/ 119343 h 425532"/>
                    <a:gd name="connsiteX3" fmla="*/ 75447 w 290407"/>
                    <a:gd name="connsiteY3" fmla="*/ 62809 h 425532"/>
                    <a:gd name="connsiteX4" fmla="*/ 218621 w 290407"/>
                    <a:gd name="connsiteY4" fmla="*/ 62809 h 425532"/>
                    <a:gd name="connsiteX5" fmla="*/ 9564 w 290407"/>
                    <a:gd name="connsiteY5" fmla="*/ 390713 h 425532"/>
                    <a:gd name="connsiteX6" fmla="*/ 275 w 290407"/>
                    <a:gd name="connsiteY6" fmla="*/ 412274 h 425532"/>
                    <a:gd name="connsiteX7" fmla="*/ 13668 w 290407"/>
                    <a:gd name="connsiteY7" fmla="*/ 425642 h 425532"/>
                    <a:gd name="connsiteX8" fmla="*/ 238192 w 290407"/>
                    <a:gd name="connsiteY8" fmla="*/ 425642 h 425532"/>
                    <a:gd name="connsiteX9" fmla="*/ 262904 w 290407"/>
                    <a:gd name="connsiteY9" fmla="*/ 400976 h 425532"/>
                    <a:gd name="connsiteX10" fmla="*/ 290682 w 290407"/>
                    <a:gd name="connsiteY10" fmla="*/ 301277 h 425532"/>
                    <a:gd name="connsiteX11" fmla="*/ 280401 w 290407"/>
                    <a:gd name="connsiteY11" fmla="*/ 292005 h 425532"/>
                    <a:gd name="connsiteX12" fmla="*/ 207258 w 290407"/>
                    <a:gd name="connsiteY12" fmla="*/ 365012 h 425532"/>
                    <a:gd name="connsiteX13" fmla="*/ 60025 w 290407"/>
                    <a:gd name="connsiteY13" fmla="*/ 365012 h 425532"/>
                    <a:gd name="connsiteX14" fmla="*/ 229940 w 290407"/>
                    <a:gd name="connsiteY14" fmla="*/ 99808 h 425532"/>
                    <a:gd name="connsiteX15" fmla="*/ 280401 w 290407"/>
                    <a:gd name="connsiteY15" fmla="*/ 16538 h 425532"/>
                    <a:gd name="connsiteX16" fmla="*/ 262904 w 290407"/>
                    <a:gd name="connsiteY16" fmla="*/ 109 h 425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90407" h="425532">
                      <a:moveTo>
                        <a:pt x="35313" y="109"/>
                      </a:moveTo>
                      <a:cubicBezTo>
                        <a:pt x="19845" y="109"/>
                        <a:pt x="1312" y="93642"/>
                        <a:pt x="1312" y="108000"/>
                      </a:cubicBezTo>
                      <a:cubicBezTo>
                        <a:pt x="1312" y="115202"/>
                        <a:pt x="4423" y="119343"/>
                        <a:pt x="10601" y="119343"/>
                      </a:cubicBezTo>
                      <a:cubicBezTo>
                        <a:pt x="39416" y="119343"/>
                        <a:pt x="18808" y="62809"/>
                        <a:pt x="75447" y="62809"/>
                      </a:cubicBezTo>
                      <a:lnTo>
                        <a:pt x="218621" y="62809"/>
                      </a:lnTo>
                      <a:lnTo>
                        <a:pt x="9564" y="390713"/>
                      </a:lnTo>
                      <a:cubicBezTo>
                        <a:pt x="2349" y="402011"/>
                        <a:pt x="275" y="407142"/>
                        <a:pt x="275" y="412274"/>
                      </a:cubicBezTo>
                      <a:cubicBezTo>
                        <a:pt x="275" y="421546"/>
                        <a:pt x="4423" y="425642"/>
                        <a:pt x="13668" y="425642"/>
                      </a:cubicBezTo>
                      <a:lnTo>
                        <a:pt x="238192" y="425642"/>
                      </a:lnTo>
                      <a:cubicBezTo>
                        <a:pt x="253615" y="425642"/>
                        <a:pt x="261867" y="416370"/>
                        <a:pt x="262904" y="400976"/>
                      </a:cubicBezTo>
                      <a:cubicBezTo>
                        <a:pt x="264933" y="380406"/>
                        <a:pt x="290682" y="317706"/>
                        <a:pt x="290682" y="301277"/>
                      </a:cubicBezTo>
                      <a:cubicBezTo>
                        <a:pt x="290682" y="295110"/>
                        <a:pt x="287616" y="292005"/>
                        <a:pt x="280401" y="292005"/>
                      </a:cubicBezTo>
                      <a:cubicBezTo>
                        <a:pt x="256726" y="292005"/>
                        <a:pt x="270119" y="365012"/>
                        <a:pt x="207258" y="365012"/>
                      </a:cubicBezTo>
                      <a:lnTo>
                        <a:pt x="60025" y="365012"/>
                      </a:lnTo>
                      <a:lnTo>
                        <a:pt x="229940" y="99808"/>
                      </a:lnTo>
                      <a:cubicBezTo>
                        <a:pt x="261867" y="49441"/>
                        <a:pt x="280401" y="26801"/>
                        <a:pt x="280401" y="16538"/>
                      </a:cubicBezTo>
                      <a:cubicBezTo>
                        <a:pt x="280401" y="5240"/>
                        <a:pt x="274223" y="109"/>
                        <a:pt x="262904" y="10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25" name="Gráfico 12">
                  <a:extLst>
                    <a:ext uri="{FF2B5EF4-FFF2-40B4-BE49-F238E27FC236}">
                      <a16:creationId xmlns:a16="http://schemas.microsoft.com/office/drawing/2014/main" id="{27DFB5B4-CF8C-4AD3-B98A-91C34CE92CED}"/>
                    </a:ext>
                  </a:extLst>
                </p:cNvPr>
                <p:cNvSpPr/>
                <p:nvPr/>
              </p:nvSpPr>
              <p:spPr>
                <a:xfrm>
                  <a:off x="3780286" y="1851952"/>
                  <a:ext cx="410899" cy="452269"/>
                </a:xfrm>
                <a:custGeom>
                  <a:avLst/>
                  <a:gdLst>
                    <a:gd name="connsiteX0" fmla="*/ 304 w 410899"/>
                    <a:gd name="connsiteY0" fmla="*/ 116282 h 452269"/>
                    <a:gd name="connsiteX1" fmla="*/ 48691 w 410899"/>
                    <a:gd name="connsiteY1" fmla="*/ 150175 h 452269"/>
                    <a:gd name="connsiteX2" fmla="*/ 71328 w 410899"/>
                    <a:gd name="connsiteY2" fmla="*/ 130641 h 452269"/>
                    <a:gd name="connsiteX3" fmla="*/ 65150 w 410899"/>
                    <a:gd name="connsiteY3" fmla="*/ 88511 h 452269"/>
                    <a:gd name="connsiteX4" fmla="*/ 153715 w 410899"/>
                    <a:gd name="connsiteY4" fmla="*/ 26846 h 452269"/>
                    <a:gd name="connsiteX5" fmla="*/ 260814 w 410899"/>
                    <a:gd name="connsiteY5" fmla="*/ 114212 h 452269"/>
                    <a:gd name="connsiteX6" fmla="*/ 260814 w 410899"/>
                    <a:gd name="connsiteY6" fmla="*/ 195411 h 452269"/>
                    <a:gd name="connsiteX7" fmla="*/ 2333 w 410899"/>
                    <a:gd name="connsiteY7" fmla="*/ 354750 h 452269"/>
                    <a:gd name="connsiteX8" fmla="*/ 113581 w 410899"/>
                    <a:gd name="connsiteY8" fmla="*/ 452378 h 452269"/>
                    <a:gd name="connsiteX9" fmla="*/ 271141 w 410899"/>
                    <a:gd name="connsiteY9" fmla="*/ 392784 h 452269"/>
                    <a:gd name="connsiteX10" fmla="*/ 351454 w 410899"/>
                    <a:gd name="connsiteY10" fmla="*/ 445177 h 452269"/>
                    <a:gd name="connsiteX11" fmla="*/ 411204 w 410899"/>
                    <a:gd name="connsiteY11" fmla="*/ 419475 h 452269"/>
                    <a:gd name="connsiteX12" fmla="*/ 398803 w 410899"/>
                    <a:gd name="connsiteY12" fmla="*/ 412319 h 452269"/>
                    <a:gd name="connsiteX13" fmla="*/ 379277 w 410899"/>
                    <a:gd name="connsiteY13" fmla="*/ 414344 h 452269"/>
                    <a:gd name="connsiteX14" fmla="*/ 334995 w 410899"/>
                    <a:gd name="connsiteY14" fmla="*/ 347548 h 452269"/>
                    <a:gd name="connsiteX15" fmla="*/ 335987 w 410899"/>
                    <a:gd name="connsiteY15" fmla="*/ 103949 h 452269"/>
                    <a:gd name="connsiteX16" fmla="*/ 165079 w 410899"/>
                    <a:gd name="connsiteY16" fmla="*/ 109 h 452269"/>
                    <a:gd name="connsiteX17" fmla="*/ 304 w 410899"/>
                    <a:gd name="connsiteY17" fmla="*/ 116282 h 452269"/>
                    <a:gd name="connsiteX18" fmla="*/ 260814 w 410899"/>
                    <a:gd name="connsiteY18" fmla="*/ 220077 h 452269"/>
                    <a:gd name="connsiteX19" fmla="*/ 260814 w 410899"/>
                    <a:gd name="connsiteY19" fmla="*/ 341382 h 452269"/>
                    <a:gd name="connsiteX20" fmla="*/ 152678 w 410899"/>
                    <a:gd name="connsiteY20" fmla="*/ 422581 h 452269"/>
                    <a:gd name="connsiteX21" fmla="*/ 69299 w 410899"/>
                    <a:gd name="connsiteY21" fmla="*/ 341382 h 452269"/>
                    <a:gd name="connsiteX22" fmla="*/ 260814 w 410899"/>
                    <a:gd name="connsiteY22" fmla="*/ 220077 h 452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10899" h="452269">
                      <a:moveTo>
                        <a:pt x="304" y="116282"/>
                      </a:moveTo>
                      <a:cubicBezTo>
                        <a:pt x="304" y="134782"/>
                        <a:pt x="31194" y="150175"/>
                        <a:pt x="48691" y="150175"/>
                      </a:cubicBezTo>
                      <a:cubicBezTo>
                        <a:pt x="66187" y="150175"/>
                        <a:pt x="71328" y="144009"/>
                        <a:pt x="71328" y="130641"/>
                      </a:cubicBezTo>
                      <a:cubicBezTo>
                        <a:pt x="71328" y="119343"/>
                        <a:pt x="65150" y="103949"/>
                        <a:pt x="65150" y="88511"/>
                      </a:cubicBezTo>
                      <a:cubicBezTo>
                        <a:pt x="65150" y="33012"/>
                        <a:pt x="104292" y="26846"/>
                        <a:pt x="153715" y="26846"/>
                      </a:cubicBezTo>
                      <a:cubicBezTo>
                        <a:pt x="233036" y="26846"/>
                        <a:pt x="260814" y="76178"/>
                        <a:pt x="260814" y="114212"/>
                      </a:cubicBezTo>
                      <a:lnTo>
                        <a:pt x="260814" y="195411"/>
                      </a:lnTo>
                      <a:cubicBezTo>
                        <a:pt x="16764" y="235516"/>
                        <a:pt x="2333" y="303347"/>
                        <a:pt x="2333" y="354750"/>
                      </a:cubicBezTo>
                      <a:cubicBezTo>
                        <a:pt x="2333" y="421546"/>
                        <a:pt x="39401" y="452378"/>
                        <a:pt x="113581" y="452378"/>
                      </a:cubicBezTo>
                      <a:cubicBezTo>
                        <a:pt x="171257" y="452378"/>
                        <a:pt x="227896" y="429783"/>
                        <a:pt x="271141" y="392784"/>
                      </a:cubicBezTo>
                      <a:cubicBezTo>
                        <a:pt x="285526" y="427712"/>
                        <a:pt x="313349" y="445177"/>
                        <a:pt x="351454" y="445177"/>
                      </a:cubicBezTo>
                      <a:cubicBezTo>
                        <a:pt x="368951" y="445177"/>
                        <a:pt x="411204" y="440045"/>
                        <a:pt x="411204" y="419475"/>
                      </a:cubicBezTo>
                      <a:cubicBezTo>
                        <a:pt x="411204" y="414344"/>
                        <a:pt x="407055" y="412319"/>
                        <a:pt x="398803" y="412319"/>
                      </a:cubicBezTo>
                      <a:cubicBezTo>
                        <a:pt x="392625" y="412319"/>
                        <a:pt x="385455" y="414344"/>
                        <a:pt x="379277" y="414344"/>
                      </a:cubicBezTo>
                      <a:cubicBezTo>
                        <a:pt x="340135" y="414344"/>
                        <a:pt x="334995" y="380451"/>
                        <a:pt x="334995" y="347548"/>
                      </a:cubicBezTo>
                      <a:lnTo>
                        <a:pt x="335987" y="103949"/>
                      </a:lnTo>
                      <a:cubicBezTo>
                        <a:pt x="335987" y="57678"/>
                        <a:pt x="303068" y="109"/>
                        <a:pt x="165079" y="109"/>
                      </a:cubicBezTo>
                      <a:cubicBezTo>
                        <a:pt x="50765" y="109"/>
                        <a:pt x="304" y="76178"/>
                        <a:pt x="304" y="116282"/>
                      </a:cubicBezTo>
                      <a:close/>
                      <a:moveTo>
                        <a:pt x="260814" y="220077"/>
                      </a:moveTo>
                      <a:lnTo>
                        <a:pt x="260814" y="341382"/>
                      </a:lnTo>
                      <a:cubicBezTo>
                        <a:pt x="260814" y="389678"/>
                        <a:pt x="196961" y="422581"/>
                        <a:pt x="152678" y="422581"/>
                      </a:cubicBezTo>
                      <a:cubicBezTo>
                        <a:pt x="97077" y="422581"/>
                        <a:pt x="69299" y="397915"/>
                        <a:pt x="69299" y="341382"/>
                      </a:cubicBezTo>
                      <a:cubicBezTo>
                        <a:pt x="69299" y="251945"/>
                        <a:pt x="190783" y="235516"/>
                        <a:pt x="260814" y="220077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26" name="Gráfico 12">
                  <a:extLst>
                    <a:ext uri="{FF2B5EF4-FFF2-40B4-BE49-F238E27FC236}">
                      <a16:creationId xmlns:a16="http://schemas.microsoft.com/office/drawing/2014/main" id="{201CF81D-F8CE-4338-B4A2-C700569A17CE}"/>
                    </a:ext>
                  </a:extLst>
                </p:cNvPr>
                <p:cNvSpPr/>
                <p:nvPr/>
              </p:nvSpPr>
              <p:spPr>
                <a:xfrm>
                  <a:off x="4205570" y="1640221"/>
                  <a:ext cx="181234" cy="857276"/>
                </a:xfrm>
                <a:custGeom>
                  <a:avLst/>
                  <a:gdLst>
                    <a:gd name="connsiteX0" fmla="*/ 95087 w 181234"/>
                    <a:gd name="connsiteY0" fmla="*/ 54572 h 857276"/>
                    <a:gd name="connsiteX1" fmla="*/ 138333 w 181234"/>
                    <a:gd name="connsiteY1" fmla="*/ 108045 h 857276"/>
                    <a:gd name="connsiteX2" fmla="*/ 181578 w 181234"/>
                    <a:gd name="connsiteY2" fmla="*/ 54572 h 857276"/>
                    <a:gd name="connsiteX3" fmla="*/ 138333 w 181234"/>
                    <a:gd name="connsiteY3" fmla="*/ 109 h 857276"/>
                    <a:gd name="connsiteX4" fmla="*/ 95087 w 181234"/>
                    <a:gd name="connsiteY4" fmla="*/ 54572 h 857276"/>
                    <a:gd name="connsiteX5" fmla="*/ 24018 w 181234"/>
                    <a:gd name="connsiteY5" fmla="*/ 266303 h 857276"/>
                    <a:gd name="connsiteX6" fmla="*/ 101265 w 181234"/>
                    <a:gd name="connsiteY6" fmla="*/ 322837 h 857276"/>
                    <a:gd name="connsiteX7" fmla="*/ 101265 w 181234"/>
                    <a:gd name="connsiteY7" fmla="*/ 766914 h 857276"/>
                    <a:gd name="connsiteX8" fmla="*/ 80657 w 181234"/>
                    <a:gd name="connsiteY8" fmla="*/ 816246 h 857276"/>
                    <a:gd name="connsiteX9" fmla="*/ 20907 w 181234"/>
                    <a:gd name="connsiteY9" fmla="*/ 774116 h 857276"/>
                    <a:gd name="connsiteX10" fmla="*/ 344 w 181234"/>
                    <a:gd name="connsiteY10" fmla="*/ 815211 h 857276"/>
                    <a:gd name="connsiteX11" fmla="*/ 41515 w 181234"/>
                    <a:gd name="connsiteY11" fmla="*/ 857386 h 857276"/>
                    <a:gd name="connsiteX12" fmla="*/ 176437 w 181234"/>
                    <a:gd name="connsiteY12" fmla="*/ 650741 h 857276"/>
                    <a:gd name="connsiteX13" fmla="*/ 176437 w 181234"/>
                    <a:gd name="connsiteY13" fmla="*/ 219042 h 857276"/>
                    <a:gd name="connsiteX14" fmla="*/ 164082 w 181234"/>
                    <a:gd name="connsiteY14" fmla="*/ 203603 h 857276"/>
                    <a:gd name="connsiteX15" fmla="*/ 48730 w 181234"/>
                    <a:gd name="connsiteY15" fmla="*/ 252935 h 857276"/>
                    <a:gd name="connsiteX16" fmla="*/ 24018 w 181234"/>
                    <a:gd name="connsiteY16" fmla="*/ 266303 h 857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81234" h="857276">
                      <a:moveTo>
                        <a:pt x="95087" y="54572"/>
                      </a:moveTo>
                      <a:cubicBezTo>
                        <a:pt x="95087" y="65870"/>
                        <a:pt x="125977" y="108045"/>
                        <a:pt x="138333" y="108045"/>
                      </a:cubicBezTo>
                      <a:cubicBezTo>
                        <a:pt x="151726" y="108045"/>
                        <a:pt x="181578" y="66905"/>
                        <a:pt x="181578" y="54572"/>
                      </a:cubicBezTo>
                      <a:cubicBezTo>
                        <a:pt x="181578" y="42239"/>
                        <a:pt x="151726" y="109"/>
                        <a:pt x="138333" y="109"/>
                      </a:cubicBezTo>
                      <a:cubicBezTo>
                        <a:pt x="125977" y="109"/>
                        <a:pt x="95087" y="43275"/>
                        <a:pt x="95087" y="54572"/>
                      </a:cubicBezTo>
                      <a:close/>
                      <a:moveTo>
                        <a:pt x="24018" y="266303"/>
                      </a:moveTo>
                      <a:cubicBezTo>
                        <a:pt x="24018" y="287909"/>
                        <a:pt x="101265" y="261172"/>
                        <a:pt x="101265" y="322837"/>
                      </a:cubicBezTo>
                      <a:lnTo>
                        <a:pt x="101265" y="766914"/>
                      </a:lnTo>
                      <a:cubicBezTo>
                        <a:pt x="101265" y="794641"/>
                        <a:pt x="89901" y="816246"/>
                        <a:pt x="80657" y="816246"/>
                      </a:cubicBezTo>
                      <a:cubicBezTo>
                        <a:pt x="54908" y="816246"/>
                        <a:pt x="44627" y="774116"/>
                        <a:pt x="20907" y="774116"/>
                      </a:cubicBezTo>
                      <a:cubicBezTo>
                        <a:pt x="2373" y="774116"/>
                        <a:pt x="344" y="799817"/>
                        <a:pt x="344" y="815211"/>
                      </a:cubicBezTo>
                      <a:cubicBezTo>
                        <a:pt x="344" y="841947"/>
                        <a:pt x="9588" y="857386"/>
                        <a:pt x="41515" y="857386"/>
                      </a:cubicBezTo>
                      <a:cubicBezTo>
                        <a:pt x="143473" y="857386"/>
                        <a:pt x="176437" y="718618"/>
                        <a:pt x="176437" y="650741"/>
                      </a:cubicBezTo>
                      <a:lnTo>
                        <a:pt x="176437" y="219042"/>
                      </a:lnTo>
                      <a:cubicBezTo>
                        <a:pt x="176437" y="212876"/>
                        <a:pt x="172289" y="203603"/>
                        <a:pt x="164082" y="203603"/>
                      </a:cubicBezTo>
                      <a:cubicBezTo>
                        <a:pt x="142436" y="203603"/>
                        <a:pt x="119799" y="234436"/>
                        <a:pt x="48730" y="252935"/>
                      </a:cubicBezTo>
                      <a:cubicBezTo>
                        <a:pt x="29159" y="258111"/>
                        <a:pt x="24018" y="259147"/>
                        <a:pt x="24018" y="26630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28" name="Gráfico 12">
                  <a:extLst>
                    <a:ext uri="{FF2B5EF4-FFF2-40B4-BE49-F238E27FC236}">
                      <a16:creationId xmlns:a16="http://schemas.microsoft.com/office/drawing/2014/main" id="{E0A017AF-B83E-43F7-A18E-6171AD794CD0}"/>
                    </a:ext>
                  </a:extLst>
                </p:cNvPr>
                <p:cNvSpPr/>
                <p:nvPr/>
              </p:nvSpPr>
              <p:spPr>
                <a:xfrm>
                  <a:off x="4517590" y="1851952"/>
                  <a:ext cx="390291" cy="452269"/>
                </a:xfrm>
                <a:custGeom>
                  <a:avLst/>
                  <a:gdLst>
                    <a:gd name="connsiteX0" fmla="*/ 369 w 390291"/>
                    <a:gd name="connsiteY0" fmla="*/ 240647 h 452269"/>
                    <a:gd name="connsiteX1" fmla="*/ 208389 w 390291"/>
                    <a:gd name="connsiteY1" fmla="*/ 452378 h 452269"/>
                    <a:gd name="connsiteX2" fmla="*/ 390660 w 390291"/>
                    <a:gd name="connsiteY2" fmla="*/ 353715 h 452269"/>
                    <a:gd name="connsiteX3" fmla="*/ 386512 w 390291"/>
                    <a:gd name="connsiteY3" fmla="*/ 347548 h 452269"/>
                    <a:gd name="connsiteX4" fmla="*/ 241308 w 390291"/>
                    <a:gd name="connsiteY4" fmla="*/ 400976 h 452269"/>
                    <a:gd name="connsiteX5" fmla="*/ 75541 w 390291"/>
                    <a:gd name="connsiteY5" fmla="*/ 181008 h 452269"/>
                    <a:gd name="connsiteX6" fmla="*/ 361800 w 390291"/>
                    <a:gd name="connsiteY6" fmla="*/ 181008 h 452269"/>
                    <a:gd name="connsiteX7" fmla="*/ 384482 w 390291"/>
                    <a:gd name="connsiteY7" fmla="*/ 163544 h 452269"/>
                    <a:gd name="connsiteX8" fmla="*/ 202211 w 390291"/>
                    <a:gd name="connsiteY8" fmla="*/ 109 h 452269"/>
                    <a:gd name="connsiteX9" fmla="*/ 369 w 390291"/>
                    <a:gd name="connsiteY9" fmla="*/ 240647 h 452269"/>
                    <a:gd name="connsiteX10" fmla="*/ 75541 w 390291"/>
                    <a:gd name="connsiteY10" fmla="*/ 153281 h 452269"/>
                    <a:gd name="connsiteX11" fmla="*/ 184669 w 390291"/>
                    <a:gd name="connsiteY11" fmla="*/ 23740 h 452269"/>
                    <a:gd name="connsiteX12" fmla="*/ 298984 w 390291"/>
                    <a:gd name="connsiteY12" fmla="*/ 132711 h 452269"/>
                    <a:gd name="connsiteX13" fmla="*/ 280450 w 390291"/>
                    <a:gd name="connsiteY13" fmla="*/ 153281 h 452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90291" h="452269">
                      <a:moveTo>
                        <a:pt x="369" y="240647"/>
                      </a:moveTo>
                      <a:cubicBezTo>
                        <a:pt x="369" y="309514"/>
                        <a:pt x="53896" y="452378"/>
                        <a:pt x="208389" y="452378"/>
                      </a:cubicBezTo>
                      <a:cubicBezTo>
                        <a:pt x="301058" y="452378"/>
                        <a:pt x="390660" y="379416"/>
                        <a:pt x="390660" y="353715"/>
                      </a:cubicBezTo>
                      <a:cubicBezTo>
                        <a:pt x="390660" y="349619"/>
                        <a:pt x="389623" y="347548"/>
                        <a:pt x="386512" y="347548"/>
                      </a:cubicBezTo>
                      <a:cubicBezTo>
                        <a:pt x="362837" y="347548"/>
                        <a:pt x="331948" y="400976"/>
                        <a:pt x="241308" y="400976"/>
                      </a:cubicBezTo>
                      <a:cubicBezTo>
                        <a:pt x="175425" y="400976"/>
                        <a:pt x="75541" y="346513"/>
                        <a:pt x="75541" y="181008"/>
                      </a:cubicBezTo>
                      <a:lnTo>
                        <a:pt x="361800" y="181008"/>
                      </a:lnTo>
                      <a:cubicBezTo>
                        <a:pt x="380334" y="181008"/>
                        <a:pt x="384482" y="175877"/>
                        <a:pt x="384482" y="163544"/>
                      </a:cubicBezTo>
                      <a:cubicBezTo>
                        <a:pt x="384482" y="121414"/>
                        <a:pt x="327844" y="109"/>
                        <a:pt x="202211" y="109"/>
                      </a:cubicBezTo>
                      <a:cubicBezTo>
                        <a:pt x="72429" y="109"/>
                        <a:pt x="369" y="112141"/>
                        <a:pt x="369" y="240647"/>
                      </a:cubicBezTo>
                      <a:close/>
                      <a:moveTo>
                        <a:pt x="75541" y="153281"/>
                      </a:moveTo>
                      <a:cubicBezTo>
                        <a:pt x="75541" y="94677"/>
                        <a:pt x="122890" y="23740"/>
                        <a:pt x="184669" y="23740"/>
                      </a:cubicBezTo>
                      <a:cubicBezTo>
                        <a:pt x="242345" y="23740"/>
                        <a:pt x="298984" y="76178"/>
                        <a:pt x="298984" y="132711"/>
                      </a:cubicBezTo>
                      <a:cubicBezTo>
                        <a:pt x="298984" y="146079"/>
                        <a:pt x="293843" y="153281"/>
                        <a:pt x="280450" y="153281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</p:grpSp>
          <p:grpSp>
            <p:nvGrpSpPr>
              <p:cNvPr id="15" name="Gráfico 12">
                <a:extLst>
                  <a:ext uri="{FF2B5EF4-FFF2-40B4-BE49-F238E27FC236}">
                    <a16:creationId xmlns:a16="http://schemas.microsoft.com/office/drawing/2014/main" id="{9A5E26E4-0EF5-4767-BF4E-42277959A0E0}"/>
                  </a:ext>
                </a:extLst>
              </p:cNvPr>
              <p:cNvGrpSpPr/>
              <p:nvPr/>
            </p:nvGrpSpPr>
            <p:grpSpPr>
              <a:xfrm>
                <a:off x="408717" y="1464291"/>
                <a:ext cx="373598" cy="420176"/>
                <a:chOff x="408747" y="1875368"/>
                <a:chExt cx="373598" cy="420176"/>
              </a:xfrm>
              <a:grpFill/>
            </p:grpSpPr>
            <p:sp>
              <p:nvSpPr>
                <p:cNvPr id="16" name="Gráfico 12">
                  <a:extLst>
                    <a:ext uri="{FF2B5EF4-FFF2-40B4-BE49-F238E27FC236}">
                      <a16:creationId xmlns:a16="http://schemas.microsoft.com/office/drawing/2014/main" id="{D5FC071F-CFF9-40E7-BC65-1BCF7EF1FAEF}"/>
                    </a:ext>
                  </a:extLst>
                </p:cNvPr>
                <p:cNvSpPr/>
                <p:nvPr/>
              </p:nvSpPr>
              <p:spPr>
                <a:xfrm>
                  <a:off x="408747" y="2051000"/>
                  <a:ext cx="211041" cy="244543"/>
                </a:xfrm>
                <a:custGeom>
                  <a:avLst/>
                  <a:gdLst>
                    <a:gd name="connsiteX0" fmla="*/ 14 w 211041"/>
                    <a:gd name="connsiteY0" fmla="*/ 130145 h 244543"/>
                    <a:gd name="connsiteX1" fmla="*/ 112525 w 211041"/>
                    <a:gd name="connsiteY1" fmla="*/ 244653 h 244543"/>
                    <a:gd name="connsiteX2" fmla="*/ 211056 w 211041"/>
                    <a:gd name="connsiteY2" fmla="*/ 191270 h 244543"/>
                    <a:gd name="connsiteX3" fmla="*/ 208846 w 211041"/>
                    <a:gd name="connsiteY3" fmla="*/ 187939 h 244543"/>
                    <a:gd name="connsiteX4" fmla="*/ 130337 w 211041"/>
                    <a:gd name="connsiteY4" fmla="*/ 216836 h 244543"/>
                    <a:gd name="connsiteX5" fmla="*/ 40689 w 211041"/>
                    <a:gd name="connsiteY5" fmla="*/ 97918 h 244543"/>
                    <a:gd name="connsiteX6" fmla="*/ 195453 w 211041"/>
                    <a:gd name="connsiteY6" fmla="*/ 97918 h 244543"/>
                    <a:gd name="connsiteX7" fmla="*/ 207719 w 211041"/>
                    <a:gd name="connsiteY7" fmla="*/ 88465 h 244543"/>
                    <a:gd name="connsiteX8" fmla="*/ 109142 w 211041"/>
                    <a:gd name="connsiteY8" fmla="*/ 109 h 244543"/>
                    <a:gd name="connsiteX9" fmla="*/ 14 w 211041"/>
                    <a:gd name="connsiteY9" fmla="*/ 130145 h 244543"/>
                    <a:gd name="connsiteX10" fmla="*/ 40689 w 211041"/>
                    <a:gd name="connsiteY10" fmla="*/ 82929 h 244543"/>
                    <a:gd name="connsiteX11" fmla="*/ 99718 w 211041"/>
                    <a:gd name="connsiteY11" fmla="*/ 12892 h 244543"/>
                    <a:gd name="connsiteX12" fmla="*/ 161497 w 211041"/>
                    <a:gd name="connsiteY12" fmla="*/ 71811 h 244543"/>
                    <a:gd name="connsiteX13" fmla="*/ 151486 w 211041"/>
                    <a:gd name="connsiteY13" fmla="*/ 82929 h 244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11041" h="244543">
                      <a:moveTo>
                        <a:pt x="14" y="130145"/>
                      </a:moveTo>
                      <a:cubicBezTo>
                        <a:pt x="14" y="167414"/>
                        <a:pt x="29010" y="244653"/>
                        <a:pt x="112525" y="244653"/>
                      </a:cubicBezTo>
                      <a:cubicBezTo>
                        <a:pt x="162624" y="244653"/>
                        <a:pt x="211056" y="205178"/>
                        <a:pt x="211056" y="191270"/>
                      </a:cubicBezTo>
                      <a:cubicBezTo>
                        <a:pt x="211056" y="189065"/>
                        <a:pt x="210515" y="187939"/>
                        <a:pt x="208846" y="187939"/>
                      </a:cubicBezTo>
                      <a:cubicBezTo>
                        <a:pt x="196039" y="187939"/>
                        <a:pt x="179309" y="216836"/>
                        <a:pt x="130337" y="216836"/>
                      </a:cubicBezTo>
                      <a:cubicBezTo>
                        <a:pt x="94667" y="216836"/>
                        <a:pt x="40689" y="187399"/>
                        <a:pt x="40689" y="97918"/>
                      </a:cubicBezTo>
                      <a:lnTo>
                        <a:pt x="195453" y="97918"/>
                      </a:lnTo>
                      <a:cubicBezTo>
                        <a:pt x="205509" y="97918"/>
                        <a:pt x="207719" y="95127"/>
                        <a:pt x="207719" y="88465"/>
                      </a:cubicBezTo>
                      <a:cubicBezTo>
                        <a:pt x="207719" y="65690"/>
                        <a:pt x="177100" y="109"/>
                        <a:pt x="109142" y="109"/>
                      </a:cubicBezTo>
                      <a:cubicBezTo>
                        <a:pt x="39021" y="109"/>
                        <a:pt x="14" y="60694"/>
                        <a:pt x="14" y="130145"/>
                      </a:cubicBezTo>
                      <a:close/>
                      <a:moveTo>
                        <a:pt x="40689" y="82929"/>
                      </a:moveTo>
                      <a:cubicBezTo>
                        <a:pt x="40689" y="51241"/>
                        <a:pt x="66303" y="12892"/>
                        <a:pt x="99718" y="12892"/>
                      </a:cubicBezTo>
                      <a:cubicBezTo>
                        <a:pt x="130878" y="12892"/>
                        <a:pt x="161497" y="41249"/>
                        <a:pt x="161497" y="71811"/>
                      </a:cubicBezTo>
                      <a:cubicBezTo>
                        <a:pt x="161497" y="79013"/>
                        <a:pt x="158701" y="82929"/>
                        <a:pt x="151486" y="82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17" name="Gráfico 12">
                  <a:extLst>
                    <a:ext uri="{FF2B5EF4-FFF2-40B4-BE49-F238E27FC236}">
                      <a16:creationId xmlns:a16="http://schemas.microsoft.com/office/drawing/2014/main" id="{81A7A161-8806-4BAC-A9CD-8269EAE84B30}"/>
                    </a:ext>
                  </a:extLst>
                </p:cNvPr>
                <p:cNvSpPr/>
                <p:nvPr/>
              </p:nvSpPr>
              <p:spPr>
                <a:xfrm>
                  <a:off x="657615" y="1875368"/>
                  <a:ext cx="124731" cy="416260"/>
                </a:xfrm>
                <a:custGeom>
                  <a:avLst/>
                  <a:gdLst>
                    <a:gd name="connsiteX0" fmla="*/ 35 w 124731"/>
                    <a:gd name="connsiteY0" fmla="*/ 34047 h 416260"/>
                    <a:gd name="connsiteX1" fmla="*/ 37915 w 124731"/>
                    <a:gd name="connsiteY1" fmla="*/ 64024 h 416260"/>
                    <a:gd name="connsiteX2" fmla="*/ 37915 w 124731"/>
                    <a:gd name="connsiteY2" fmla="*/ 377480 h 416260"/>
                    <a:gd name="connsiteX3" fmla="*/ 10633 w 124731"/>
                    <a:gd name="connsiteY3" fmla="*/ 409168 h 416260"/>
                    <a:gd name="connsiteX4" fmla="*/ 17307 w 124731"/>
                    <a:gd name="connsiteY4" fmla="*/ 416369 h 416260"/>
                    <a:gd name="connsiteX5" fmla="*/ 60733 w 124731"/>
                    <a:gd name="connsiteY5" fmla="*/ 414164 h 416260"/>
                    <a:gd name="connsiteX6" fmla="*/ 112546 w 124731"/>
                    <a:gd name="connsiteY6" fmla="*/ 416369 h 416260"/>
                    <a:gd name="connsiteX7" fmla="*/ 124767 w 124731"/>
                    <a:gd name="connsiteY7" fmla="*/ 408627 h 416260"/>
                    <a:gd name="connsiteX8" fmla="*/ 78545 w 124731"/>
                    <a:gd name="connsiteY8" fmla="*/ 371944 h 416260"/>
                    <a:gd name="connsiteX9" fmla="*/ 78545 w 124731"/>
                    <a:gd name="connsiteY9" fmla="*/ 8481 h 416260"/>
                    <a:gd name="connsiteX10" fmla="*/ 71871 w 124731"/>
                    <a:gd name="connsiteY10" fmla="*/ 109 h 416260"/>
                    <a:gd name="connsiteX11" fmla="*/ 9505 w 124731"/>
                    <a:gd name="connsiteY11" fmla="*/ 26800 h 416260"/>
                    <a:gd name="connsiteX12" fmla="*/ 35 w 124731"/>
                    <a:gd name="connsiteY12" fmla="*/ 34047 h 4162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4731" h="416260">
                      <a:moveTo>
                        <a:pt x="35" y="34047"/>
                      </a:moveTo>
                      <a:cubicBezTo>
                        <a:pt x="35" y="45705"/>
                        <a:pt x="37915" y="31256"/>
                        <a:pt x="37915" y="64024"/>
                      </a:cubicBezTo>
                      <a:lnTo>
                        <a:pt x="37915" y="377480"/>
                      </a:lnTo>
                      <a:cubicBezTo>
                        <a:pt x="37915" y="403586"/>
                        <a:pt x="10633" y="400255"/>
                        <a:pt x="10633" y="409168"/>
                      </a:cubicBezTo>
                      <a:cubicBezTo>
                        <a:pt x="10633" y="414164"/>
                        <a:pt x="12842" y="416369"/>
                        <a:pt x="17307" y="416369"/>
                      </a:cubicBezTo>
                      <a:cubicBezTo>
                        <a:pt x="23439" y="416369"/>
                        <a:pt x="32909" y="414164"/>
                        <a:pt x="60733" y="414164"/>
                      </a:cubicBezTo>
                      <a:cubicBezTo>
                        <a:pt x="87473" y="414164"/>
                        <a:pt x="102490" y="416369"/>
                        <a:pt x="112546" y="416369"/>
                      </a:cubicBezTo>
                      <a:cubicBezTo>
                        <a:pt x="120302" y="416369"/>
                        <a:pt x="124767" y="415289"/>
                        <a:pt x="124767" y="408627"/>
                      </a:cubicBezTo>
                      <a:cubicBezTo>
                        <a:pt x="124767" y="393594"/>
                        <a:pt x="78545" y="409168"/>
                        <a:pt x="78545" y="371944"/>
                      </a:cubicBezTo>
                      <a:lnTo>
                        <a:pt x="78545" y="8481"/>
                      </a:lnTo>
                      <a:cubicBezTo>
                        <a:pt x="78545" y="5150"/>
                        <a:pt x="76335" y="109"/>
                        <a:pt x="71871" y="109"/>
                      </a:cubicBezTo>
                      <a:cubicBezTo>
                        <a:pt x="60191" y="109"/>
                        <a:pt x="45175" y="18473"/>
                        <a:pt x="9505" y="26800"/>
                      </a:cubicBezTo>
                      <a:cubicBezTo>
                        <a:pt x="2831" y="28466"/>
                        <a:pt x="35" y="29006"/>
                        <a:pt x="35" y="34047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</p:grpSp>
        </p:grpSp>
        <p:sp>
          <p:nvSpPr>
            <p:cNvPr id="29" name="Gráfico 12">
              <a:extLst>
                <a:ext uri="{FF2B5EF4-FFF2-40B4-BE49-F238E27FC236}">
                  <a16:creationId xmlns:a16="http://schemas.microsoft.com/office/drawing/2014/main" id="{6F7FEC41-C99C-4373-BAF9-E1F867D1727F}"/>
                </a:ext>
              </a:extLst>
            </p:cNvPr>
            <p:cNvSpPr/>
            <p:nvPr/>
          </p:nvSpPr>
          <p:spPr>
            <a:xfrm>
              <a:off x="432864" y="2143954"/>
              <a:ext cx="3710317" cy="11522"/>
            </a:xfrm>
            <a:custGeom>
              <a:avLst/>
              <a:gdLst>
                <a:gd name="connsiteX0" fmla="*/ -34 w 3710317"/>
                <a:gd name="connsiteY0" fmla="*/ 118 h 11522"/>
                <a:gd name="connsiteX1" fmla="*/ 3710284 w 3710317"/>
                <a:gd name="connsiteY1" fmla="*/ 118 h 1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10317" h="11522">
                  <a:moveTo>
                    <a:pt x="-34" y="118"/>
                  </a:moveTo>
                  <a:lnTo>
                    <a:pt x="3710284" y="118"/>
                  </a:lnTo>
                </a:path>
              </a:pathLst>
            </a:custGeom>
            <a:solidFill>
              <a:schemeClr val="tx2"/>
            </a:solidFill>
            <a:ln w="34492" cap="flat">
              <a:solidFill>
                <a:srgbClr val="042E4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/>
            </a:p>
          </p:txBody>
        </p:sp>
        <p:sp>
          <p:nvSpPr>
            <p:cNvPr id="30" name="Gráfico 12">
              <a:extLst>
                <a:ext uri="{FF2B5EF4-FFF2-40B4-BE49-F238E27FC236}">
                  <a16:creationId xmlns:a16="http://schemas.microsoft.com/office/drawing/2014/main" id="{E2960B9D-33D3-41C7-B7E2-EC34A3A76130}"/>
                </a:ext>
              </a:extLst>
            </p:cNvPr>
            <p:cNvSpPr/>
            <p:nvPr/>
          </p:nvSpPr>
          <p:spPr>
            <a:xfrm>
              <a:off x="4376050" y="2143954"/>
              <a:ext cx="534999" cy="11522"/>
            </a:xfrm>
            <a:custGeom>
              <a:avLst/>
              <a:gdLst>
                <a:gd name="connsiteX0" fmla="*/ 354 w 534999"/>
                <a:gd name="connsiteY0" fmla="*/ 118 h 11522"/>
                <a:gd name="connsiteX1" fmla="*/ 535353 w 534999"/>
                <a:gd name="connsiteY1" fmla="*/ 118 h 1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4999" h="11522">
                  <a:moveTo>
                    <a:pt x="354" y="118"/>
                  </a:moveTo>
                  <a:lnTo>
                    <a:pt x="535353" y="118"/>
                  </a:lnTo>
                </a:path>
              </a:pathLst>
            </a:custGeom>
            <a:solidFill>
              <a:schemeClr val="tx2"/>
            </a:solidFill>
            <a:ln w="34492" cap="flat">
              <a:solidFill>
                <a:srgbClr val="042E4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/>
            </a:p>
          </p:txBody>
        </p: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E3E9E8B9-BEE5-408B-A5F1-FBDA2905ACB8}"/>
                </a:ext>
              </a:extLst>
            </p:cNvPr>
            <p:cNvGrpSpPr/>
            <p:nvPr/>
          </p:nvGrpSpPr>
          <p:grpSpPr>
            <a:xfrm>
              <a:off x="321136" y="2397328"/>
              <a:ext cx="4536777" cy="220238"/>
              <a:chOff x="351364" y="2261301"/>
              <a:chExt cx="4536777" cy="220238"/>
            </a:xfrm>
            <a:solidFill>
              <a:srgbClr val="042E40"/>
            </a:solidFill>
          </p:grpSpPr>
          <p:grpSp>
            <p:nvGrpSpPr>
              <p:cNvPr id="33" name="Gráfico 12">
                <a:extLst>
                  <a:ext uri="{FF2B5EF4-FFF2-40B4-BE49-F238E27FC236}">
                    <a16:creationId xmlns:a16="http://schemas.microsoft.com/office/drawing/2014/main" id="{53D4234A-B933-4BB6-A98D-5A54B1819692}"/>
                  </a:ext>
                </a:extLst>
              </p:cNvPr>
              <p:cNvGrpSpPr/>
              <p:nvPr/>
            </p:nvGrpSpPr>
            <p:grpSpPr>
              <a:xfrm>
                <a:off x="351364" y="2261301"/>
                <a:ext cx="2669410" cy="220238"/>
                <a:chOff x="351394" y="2672378"/>
                <a:chExt cx="2669410" cy="220238"/>
              </a:xfrm>
              <a:grpFill/>
            </p:grpSpPr>
            <p:sp>
              <p:nvSpPr>
                <p:cNvPr id="52" name="Gráfico 12">
                  <a:extLst>
                    <a:ext uri="{FF2B5EF4-FFF2-40B4-BE49-F238E27FC236}">
                      <a16:creationId xmlns:a16="http://schemas.microsoft.com/office/drawing/2014/main" id="{8D5CC938-55F3-46B0-AAA8-8C4F12B94BAE}"/>
                    </a:ext>
                  </a:extLst>
                </p:cNvPr>
                <p:cNvSpPr/>
                <p:nvPr/>
              </p:nvSpPr>
              <p:spPr>
                <a:xfrm>
                  <a:off x="351394" y="2679759"/>
                  <a:ext cx="155755" cy="167530"/>
                </a:xfrm>
                <a:custGeom>
                  <a:avLst/>
                  <a:gdLst>
                    <a:gd name="connsiteX0" fmla="*/ 10 w 155755"/>
                    <a:gd name="connsiteY0" fmla="*/ 87163 h 167530"/>
                    <a:gd name="connsiteX1" fmla="*/ 81811 w 155755"/>
                    <a:gd name="connsiteY1" fmla="*/ 167688 h 167530"/>
                    <a:gd name="connsiteX2" fmla="*/ 150400 w 155755"/>
                    <a:gd name="connsiteY2" fmla="*/ 149368 h 167530"/>
                    <a:gd name="connsiteX3" fmla="*/ 155766 w 155755"/>
                    <a:gd name="connsiteY3" fmla="*/ 126008 h 167530"/>
                    <a:gd name="connsiteX4" fmla="*/ 153647 w 155755"/>
                    <a:gd name="connsiteY4" fmla="*/ 123712 h 167530"/>
                    <a:gd name="connsiteX5" fmla="*/ 150670 w 155755"/>
                    <a:gd name="connsiteY5" fmla="*/ 126008 h 167530"/>
                    <a:gd name="connsiteX6" fmla="*/ 149724 w 155755"/>
                    <a:gd name="connsiteY6" fmla="*/ 128573 h 167530"/>
                    <a:gd name="connsiteX7" fmla="*/ 87854 w 155755"/>
                    <a:gd name="connsiteY7" fmla="*/ 160486 h 167530"/>
                    <a:gd name="connsiteX8" fmla="*/ 20167 w 155755"/>
                    <a:gd name="connsiteY8" fmla="*/ 79961 h 167530"/>
                    <a:gd name="connsiteX9" fmla="*/ 87133 w 155755"/>
                    <a:gd name="connsiteY9" fmla="*/ 6864 h 167530"/>
                    <a:gd name="connsiteX10" fmla="*/ 140209 w 155755"/>
                    <a:gd name="connsiteY10" fmla="*/ 34861 h 167530"/>
                    <a:gd name="connsiteX11" fmla="*/ 149047 w 155755"/>
                    <a:gd name="connsiteY11" fmla="*/ 49219 h 167530"/>
                    <a:gd name="connsiteX12" fmla="*/ 153196 w 155755"/>
                    <a:gd name="connsiteY12" fmla="*/ 54305 h 167530"/>
                    <a:gd name="connsiteX13" fmla="*/ 155541 w 155755"/>
                    <a:gd name="connsiteY13" fmla="*/ 49669 h 167530"/>
                    <a:gd name="connsiteX14" fmla="*/ 154143 w 155755"/>
                    <a:gd name="connsiteY14" fmla="*/ 24913 h 167530"/>
                    <a:gd name="connsiteX15" fmla="*/ 151347 w 155755"/>
                    <a:gd name="connsiteY15" fmla="*/ 15641 h 167530"/>
                    <a:gd name="connsiteX16" fmla="*/ 145800 w 155755"/>
                    <a:gd name="connsiteY16" fmla="*/ 17981 h 167530"/>
                    <a:gd name="connsiteX17" fmla="*/ 83660 w 155755"/>
                    <a:gd name="connsiteY17" fmla="*/ 157 h 167530"/>
                    <a:gd name="connsiteX18" fmla="*/ 10 w 155755"/>
                    <a:gd name="connsiteY18" fmla="*/ 87163 h 1675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55755" h="167530">
                      <a:moveTo>
                        <a:pt x="10" y="87163"/>
                      </a:moveTo>
                      <a:cubicBezTo>
                        <a:pt x="10" y="134335"/>
                        <a:pt x="33155" y="167688"/>
                        <a:pt x="81811" y="167688"/>
                      </a:cubicBezTo>
                      <a:cubicBezTo>
                        <a:pt x="133490" y="167688"/>
                        <a:pt x="150174" y="150313"/>
                        <a:pt x="150400" y="149368"/>
                      </a:cubicBezTo>
                      <a:lnTo>
                        <a:pt x="155766" y="126008"/>
                      </a:lnTo>
                      <a:cubicBezTo>
                        <a:pt x="155766" y="124882"/>
                        <a:pt x="154819" y="123712"/>
                        <a:pt x="153647" y="123712"/>
                      </a:cubicBezTo>
                      <a:cubicBezTo>
                        <a:pt x="152023" y="123937"/>
                        <a:pt x="151347" y="124612"/>
                        <a:pt x="150670" y="126008"/>
                      </a:cubicBezTo>
                      <a:cubicBezTo>
                        <a:pt x="150400" y="126728"/>
                        <a:pt x="150174" y="127628"/>
                        <a:pt x="149724" y="128573"/>
                      </a:cubicBezTo>
                      <a:cubicBezTo>
                        <a:pt x="146026" y="136675"/>
                        <a:pt x="125373" y="160486"/>
                        <a:pt x="87854" y="160486"/>
                      </a:cubicBezTo>
                      <a:cubicBezTo>
                        <a:pt x="43120" y="160486"/>
                        <a:pt x="20167" y="120021"/>
                        <a:pt x="20167" y="79961"/>
                      </a:cubicBezTo>
                      <a:cubicBezTo>
                        <a:pt x="20167" y="36706"/>
                        <a:pt x="42173" y="6864"/>
                        <a:pt x="87133" y="6864"/>
                      </a:cubicBezTo>
                      <a:cubicBezTo>
                        <a:pt x="116354" y="6864"/>
                        <a:pt x="131190" y="22122"/>
                        <a:pt x="140209" y="34861"/>
                      </a:cubicBezTo>
                      <a:cubicBezTo>
                        <a:pt x="144177" y="40397"/>
                        <a:pt x="147649" y="45528"/>
                        <a:pt x="149047" y="49219"/>
                      </a:cubicBezTo>
                      <a:cubicBezTo>
                        <a:pt x="150174" y="52460"/>
                        <a:pt x="151798" y="54305"/>
                        <a:pt x="153196" y="54305"/>
                      </a:cubicBezTo>
                      <a:cubicBezTo>
                        <a:pt x="155270" y="54305"/>
                        <a:pt x="155541" y="51740"/>
                        <a:pt x="155541" y="49669"/>
                      </a:cubicBezTo>
                      <a:cubicBezTo>
                        <a:pt x="155541" y="49219"/>
                        <a:pt x="154594" y="35311"/>
                        <a:pt x="154143" y="24913"/>
                      </a:cubicBezTo>
                      <a:cubicBezTo>
                        <a:pt x="153917" y="20052"/>
                        <a:pt x="153647" y="15641"/>
                        <a:pt x="151347" y="15641"/>
                      </a:cubicBezTo>
                      <a:cubicBezTo>
                        <a:pt x="149047" y="15641"/>
                        <a:pt x="147649" y="17981"/>
                        <a:pt x="145800" y="17981"/>
                      </a:cubicBezTo>
                      <a:cubicBezTo>
                        <a:pt x="138811" y="17981"/>
                        <a:pt x="127221" y="157"/>
                        <a:pt x="83660" y="157"/>
                      </a:cubicBezTo>
                      <a:cubicBezTo>
                        <a:pt x="33831" y="157"/>
                        <a:pt x="10" y="39947"/>
                        <a:pt x="10" y="8716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53" name="Gráfico 12">
                  <a:extLst>
                    <a:ext uri="{FF2B5EF4-FFF2-40B4-BE49-F238E27FC236}">
                      <a16:creationId xmlns:a16="http://schemas.microsoft.com/office/drawing/2014/main" id="{375E7F64-A7B3-405B-BE7F-A3A13F68D250}"/>
                    </a:ext>
                  </a:extLst>
                </p:cNvPr>
                <p:cNvSpPr/>
                <p:nvPr/>
              </p:nvSpPr>
              <p:spPr>
                <a:xfrm>
                  <a:off x="520573" y="2745475"/>
                  <a:ext cx="87843" cy="101814"/>
                </a:xfrm>
                <a:custGeom>
                  <a:avLst/>
                  <a:gdLst>
                    <a:gd name="connsiteX0" fmla="*/ 25 w 87843"/>
                    <a:gd name="connsiteY0" fmla="*/ 54305 h 101814"/>
                    <a:gd name="connsiteX1" fmla="*/ 46833 w 87843"/>
                    <a:gd name="connsiteY1" fmla="*/ 101972 h 101814"/>
                    <a:gd name="connsiteX2" fmla="*/ 87869 w 87843"/>
                    <a:gd name="connsiteY2" fmla="*/ 79736 h 101814"/>
                    <a:gd name="connsiteX3" fmla="*/ 86922 w 87843"/>
                    <a:gd name="connsiteY3" fmla="*/ 78341 h 101814"/>
                    <a:gd name="connsiteX4" fmla="*/ 54228 w 87843"/>
                    <a:gd name="connsiteY4" fmla="*/ 90404 h 101814"/>
                    <a:gd name="connsiteX5" fmla="*/ 16935 w 87843"/>
                    <a:gd name="connsiteY5" fmla="*/ 40892 h 101814"/>
                    <a:gd name="connsiteX6" fmla="*/ 81375 w 87843"/>
                    <a:gd name="connsiteY6" fmla="*/ 40892 h 101814"/>
                    <a:gd name="connsiteX7" fmla="*/ 86471 w 87843"/>
                    <a:gd name="connsiteY7" fmla="*/ 36931 h 101814"/>
                    <a:gd name="connsiteX8" fmla="*/ 45435 w 87843"/>
                    <a:gd name="connsiteY8" fmla="*/ 157 h 101814"/>
                    <a:gd name="connsiteX9" fmla="*/ 25 w 87843"/>
                    <a:gd name="connsiteY9" fmla="*/ 54305 h 101814"/>
                    <a:gd name="connsiteX10" fmla="*/ 16935 w 87843"/>
                    <a:gd name="connsiteY10" fmla="*/ 34635 h 101814"/>
                    <a:gd name="connsiteX11" fmla="*/ 41512 w 87843"/>
                    <a:gd name="connsiteY11" fmla="*/ 5468 h 101814"/>
                    <a:gd name="connsiteX12" fmla="*/ 67215 w 87843"/>
                    <a:gd name="connsiteY12" fmla="*/ 29999 h 101814"/>
                    <a:gd name="connsiteX13" fmla="*/ 63067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25" y="54305"/>
                      </a:moveTo>
                      <a:cubicBezTo>
                        <a:pt x="25" y="69789"/>
                        <a:pt x="12065" y="101972"/>
                        <a:pt x="46833" y="101972"/>
                      </a:cubicBezTo>
                      <a:cubicBezTo>
                        <a:pt x="67711" y="101972"/>
                        <a:pt x="87869" y="85543"/>
                        <a:pt x="87869" y="79736"/>
                      </a:cubicBezTo>
                      <a:cubicBezTo>
                        <a:pt x="87869" y="78836"/>
                        <a:pt x="87643" y="78341"/>
                        <a:pt x="86922" y="78341"/>
                      </a:cubicBezTo>
                      <a:cubicBezTo>
                        <a:pt x="81600" y="78341"/>
                        <a:pt x="74656" y="90404"/>
                        <a:pt x="54228" y="90404"/>
                      </a:cubicBezTo>
                      <a:cubicBezTo>
                        <a:pt x="39392" y="90404"/>
                        <a:pt x="16935" y="78116"/>
                        <a:pt x="16935" y="40892"/>
                      </a:cubicBezTo>
                      <a:lnTo>
                        <a:pt x="81375" y="40892"/>
                      </a:lnTo>
                      <a:cubicBezTo>
                        <a:pt x="85524" y="40892"/>
                        <a:pt x="86471" y="39722"/>
                        <a:pt x="86471" y="36931"/>
                      </a:cubicBezTo>
                      <a:cubicBezTo>
                        <a:pt x="86471" y="27434"/>
                        <a:pt x="73709" y="157"/>
                        <a:pt x="45435" y="157"/>
                      </a:cubicBezTo>
                      <a:cubicBezTo>
                        <a:pt x="16214" y="157"/>
                        <a:pt x="25" y="25363"/>
                        <a:pt x="25" y="54305"/>
                      </a:cubicBezTo>
                      <a:close/>
                      <a:moveTo>
                        <a:pt x="16935" y="34635"/>
                      </a:moveTo>
                      <a:cubicBezTo>
                        <a:pt x="16935" y="21447"/>
                        <a:pt x="27577" y="5468"/>
                        <a:pt x="41512" y="5468"/>
                      </a:cubicBezTo>
                      <a:cubicBezTo>
                        <a:pt x="54499" y="5468"/>
                        <a:pt x="67215" y="17261"/>
                        <a:pt x="67215" y="29999"/>
                      </a:cubicBezTo>
                      <a:cubicBezTo>
                        <a:pt x="67215" y="33015"/>
                        <a:pt x="66088" y="34635"/>
                        <a:pt x="63067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54" name="Gráfico 12">
                  <a:extLst>
                    <a:ext uri="{FF2B5EF4-FFF2-40B4-BE49-F238E27FC236}">
                      <a16:creationId xmlns:a16="http://schemas.microsoft.com/office/drawing/2014/main" id="{55DB3833-8DBE-4AE6-AD3C-92B41B0DA20A}"/>
                    </a:ext>
                  </a:extLst>
                </p:cNvPr>
                <p:cNvSpPr/>
                <p:nvPr/>
              </p:nvSpPr>
              <p:spPr>
                <a:xfrm>
                  <a:off x="624150" y="2672378"/>
                  <a:ext cx="51903" cy="173291"/>
                </a:xfrm>
                <a:custGeom>
                  <a:avLst/>
                  <a:gdLst>
                    <a:gd name="connsiteX0" fmla="*/ 34 w 51903"/>
                    <a:gd name="connsiteY0" fmla="*/ 14246 h 173291"/>
                    <a:gd name="connsiteX1" fmla="*/ 15817 w 51903"/>
                    <a:gd name="connsiteY1" fmla="*/ 26759 h 173291"/>
                    <a:gd name="connsiteX2" fmla="*/ 15817 w 51903"/>
                    <a:gd name="connsiteY2" fmla="*/ 157245 h 173291"/>
                    <a:gd name="connsiteX3" fmla="*/ 4453 w 51903"/>
                    <a:gd name="connsiteY3" fmla="*/ 170433 h 173291"/>
                    <a:gd name="connsiteX4" fmla="*/ 7204 w 51903"/>
                    <a:gd name="connsiteY4" fmla="*/ 173449 h 173291"/>
                    <a:gd name="connsiteX5" fmla="*/ 25286 w 51903"/>
                    <a:gd name="connsiteY5" fmla="*/ 172504 h 173291"/>
                    <a:gd name="connsiteX6" fmla="*/ 46842 w 51903"/>
                    <a:gd name="connsiteY6" fmla="*/ 173449 h 173291"/>
                    <a:gd name="connsiteX7" fmla="*/ 51937 w 51903"/>
                    <a:gd name="connsiteY7" fmla="*/ 170208 h 173291"/>
                    <a:gd name="connsiteX8" fmla="*/ 32727 w 51903"/>
                    <a:gd name="connsiteY8" fmla="*/ 154904 h 173291"/>
                    <a:gd name="connsiteX9" fmla="*/ 32727 w 51903"/>
                    <a:gd name="connsiteY9" fmla="*/ 3623 h 173291"/>
                    <a:gd name="connsiteX10" fmla="*/ 29931 w 51903"/>
                    <a:gd name="connsiteY10" fmla="*/ 157 h 173291"/>
                    <a:gd name="connsiteX11" fmla="*/ 3957 w 51903"/>
                    <a:gd name="connsiteY11" fmla="*/ 11230 h 173291"/>
                    <a:gd name="connsiteX12" fmla="*/ 34 w 51903"/>
                    <a:gd name="connsiteY12" fmla="*/ 14246 h 173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903" h="173291">
                      <a:moveTo>
                        <a:pt x="34" y="14246"/>
                      </a:moveTo>
                      <a:cubicBezTo>
                        <a:pt x="34" y="19107"/>
                        <a:pt x="15817" y="13075"/>
                        <a:pt x="15817" y="26759"/>
                      </a:cubicBezTo>
                      <a:lnTo>
                        <a:pt x="15817" y="157245"/>
                      </a:lnTo>
                      <a:cubicBezTo>
                        <a:pt x="15817" y="168093"/>
                        <a:pt x="4453" y="166697"/>
                        <a:pt x="4453" y="170433"/>
                      </a:cubicBezTo>
                      <a:cubicBezTo>
                        <a:pt x="4453" y="172504"/>
                        <a:pt x="5355" y="173449"/>
                        <a:pt x="7204" y="173449"/>
                      </a:cubicBezTo>
                      <a:cubicBezTo>
                        <a:pt x="9774" y="173449"/>
                        <a:pt x="13697" y="172504"/>
                        <a:pt x="25286" y="172504"/>
                      </a:cubicBezTo>
                      <a:cubicBezTo>
                        <a:pt x="36425" y="172504"/>
                        <a:pt x="42693" y="173449"/>
                        <a:pt x="46842" y="173449"/>
                      </a:cubicBezTo>
                      <a:cubicBezTo>
                        <a:pt x="50088" y="173449"/>
                        <a:pt x="51937" y="172954"/>
                        <a:pt x="51937" y="170208"/>
                      </a:cubicBezTo>
                      <a:cubicBezTo>
                        <a:pt x="51937" y="163952"/>
                        <a:pt x="32727" y="170433"/>
                        <a:pt x="32727" y="154904"/>
                      </a:cubicBezTo>
                      <a:lnTo>
                        <a:pt x="32727" y="3623"/>
                      </a:lnTo>
                      <a:cubicBezTo>
                        <a:pt x="32727" y="2228"/>
                        <a:pt x="31780" y="157"/>
                        <a:pt x="29931" y="157"/>
                      </a:cubicBezTo>
                      <a:cubicBezTo>
                        <a:pt x="25061" y="157"/>
                        <a:pt x="18793" y="7764"/>
                        <a:pt x="3957" y="11230"/>
                      </a:cubicBezTo>
                      <a:cubicBezTo>
                        <a:pt x="1206" y="11950"/>
                        <a:pt x="34" y="12175"/>
                        <a:pt x="34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55" name="Gráfico 12">
                  <a:extLst>
                    <a:ext uri="{FF2B5EF4-FFF2-40B4-BE49-F238E27FC236}">
                      <a16:creationId xmlns:a16="http://schemas.microsoft.com/office/drawing/2014/main" id="{7558E4A5-0E04-4716-95BE-37E3AB1E0B95}"/>
                    </a:ext>
                  </a:extLst>
                </p:cNvPr>
                <p:cNvSpPr/>
                <p:nvPr/>
              </p:nvSpPr>
              <p:spPr>
                <a:xfrm>
                  <a:off x="687903" y="2745475"/>
                  <a:ext cx="87843" cy="101814"/>
                </a:xfrm>
                <a:custGeom>
                  <a:avLst/>
                  <a:gdLst>
                    <a:gd name="connsiteX0" fmla="*/ 39 w 87843"/>
                    <a:gd name="connsiteY0" fmla="*/ 54305 h 101814"/>
                    <a:gd name="connsiteX1" fmla="*/ 46847 w 87843"/>
                    <a:gd name="connsiteY1" fmla="*/ 101972 h 101814"/>
                    <a:gd name="connsiteX2" fmla="*/ 87883 w 87843"/>
                    <a:gd name="connsiteY2" fmla="*/ 79736 h 101814"/>
                    <a:gd name="connsiteX3" fmla="*/ 86936 w 87843"/>
                    <a:gd name="connsiteY3" fmla="*/ 78341 h 101814"/>
                    <a:gd name="connsiteX4" fmla="*/ 54243 w 87843"/>
                    <a:gd name="connsiteY4" fmla="*/ 90404 h 101814"/>
                    <a:gd name="connsiteX5" fmla="*/ 16950 w 87843"/>
                    <a:gd name="connsiteY5" fmla="*/ 40892 h 101814"/>
                    <a:gd name="connsiteX6" fmla="*/ 81389 w 87843"/>
                    <a:gd name="connsiteY6" fmla="*/ 40892 h 101814"/>
                    <a:gd name="connsiteX7" fmla="*/ 86485 w 87843"/>
                    <a:gd name="connsiteY7" fmla="*/ 36931 h 101814"/>
                    <a:gd name="connsiteX8" fmla="*/ 45449 w 87843"/>
                    <a:gd name="connsiteY8" fmla="*/ 157 h 101814"/>
                    <a:gd name="connsiteX9" fmla="*/ 39 w 87843"/>
                    <a:gd name="connsiteY9" fmla="*/ 54305 h 101814"/>
                    <a:gd name="connsiteX10" fmla="*/ 16950 w 87843"/>
                    <a:gd name="connsiteY10" fmla="*/ 34635 h 101814"/>
                    <a:gd name="connsiteX11" fmla="*/ 41526 w 87843"/>
                    <a:gd name="connsiteY11" fmla="*/ 5468 h 101814"/>
                    <a:gd name="connsiteX12" fmla="*/ 67230 w 87843"/>
                    <a:gd name="connsiteY12" fmla="*/ 29999 h 101814"/>
                    <a:gd name="connsiteX13" fmla="*/ 63081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39" y="54305"/>
                      </a:moveTo>
                      <a:cubicBezTo>
                        <a:pt x="39" y="69789"/>
                        <a:pt x="12079" y="101972"/>
                        <a:pt x="46847" y="101972"/>
                      </a:cubicBezTo>
                      <a:cubicBezTo>
                        <a:pt x="67726" y="101972"/>
                        <a:pt x="87883" y="85543"/>
                        <a:pt x="87883" y="79736"/>
                      </a:cubicBezTo>
                      <a:cubicBezTo>
                        <a:pt x="87883" y="78836"/>
                        <a:pt x="87658" y="78341"/>
                        <a:pt x="86936" y="78341"/>
                      </a:cubicBezTo>
                      <a:cubicBezTo>
                        <a:pt x="81615" y="78341"/>
                        <a:pt x="74670" y="90404"/>
                        <a:pt x="54243" y="90404"/>
                      </a:cubicBezTo>
                      <a:cubicBezTo>
                        <a:pt x="39407" y="90404"/>
                        <a:pt x="16950" y="78116"/>
                        <a:pt x="16950" y="40892"/>
                      </a:cubicBezTo>
                      <a:lnTo>
                        <a:pt x="81389" y="40892"/>
                      </a:lnTo>
                      <a:cubicBezTo>
                        <a:pt x="85538" y="40892"/>
                        <a:pt x="86485" y="39722"/>
                        <a:pt x="86485" y="36931"/>
                      </a:cubicBezTo>
                      <a:cubicBezTo>
                        <a:pt x="86485" y="27434"/>
                        <a:pt x="73723" y="157"/>
                        <a:pt x="45449" y="157"/>
                      </a:cubicBezTo>
                      <a:cubicBezTo>
                        <a:pt x="16228" y="157"/>
                        <a:pt x="39" y="25363"/>
                        <a:pt x="39" y="54305"/>
                      </a:cubicBezTo>
                      <a:close/>
                      <a:moveTo>
                        <a:pt x="16950" y="34635"/>
                      </a:moveTo>
                      <a:cubicBezTo>
                        <a:pt x="16950" y="21447"/>
                        <a:pt x="27592" y="5468"/>
                        <a:pt x="41526" y="5468"/>
                      </a:cubicBezTo>
                      <a:cubicBezTo>
                        <a:pt x="54513" y="5468"/>
                        <a:pt x="67230" y="17261"/>
                        <a:pt x="67230" y="29999"/>
                      </a:cubicBezTo>
                      <a:cubicBezTo>
                        <a:pt x="67230" y="33015"/>
                        <a:pt x="66102" y="34635"/>
                        <a:pt x="63081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56" name="Gráfico 12">
                  <a:extLst>
                    <a:ext uri="{FF2B5EF4-FFF2-40B4-BE49-F238E27FC236}">
                      <a16:creationId xmlns:a16="http://schemas.microsoft.com/office/drawing/2014/main" id="{3924A869-0E81-4101-8671-07A460EE6D48}"/>
                    </a:ext>
                  </a:extLst>
                </p:cNvPr>
                <p:cNvSpPr/>
                <p:nvPr/>
              </p:nvSpPr>
              <p:spPr>
                <a:xfrm>
                  <a:off x="785934" y="2672378"/>
                  <a:ext cx="105430" cy="174912"/>
                </a:xfrm>
                <a:custGeom>
                  <a:avLst/>
                  <a:gdLst>
                    <a:gd name="connsiteX0" fmla="*/ 48 w 105430"/>
                    <a:gd name="connsiteY0" fmla="*/ 14246 h 174912"/>
                    <a:gd name="connsiteX1" fmla="*/ 15786 w 105430"/>
                    <a:gd name="connsiteY1" fmla="*/ 26759 h 174912"/>
                    <a:gd name="connsiteX2" fmla="*/ 15786 w 105430"/>
                    <a:gd name="connsiteY2" fmla="*/ 160711 h 174912"/>
                    <a:gd name="connsiteX3" fmla="*/ 15110 w 105430"/>
                    <a:gd name="connsiteY3" fmla="*/ 172279 h 174912"/>
                    <a:gd name="connsiteX4" fmla="*/ 17184 w 105430"/>
                    <a:gd name="connsiteY4" fmla="*/ 175069 h 174912"/>
                    <a:gd name="connsiteX5" fmla="*/ 25752 w 105430"/>
                    <a:gd name="connsiteY5" fmla="*/ 162331 h 174912"/>
                    <a:gd name="connsiteX6" fmla="*/ 57498 w 105430"/>
                    <a:gd name="connsiteY6" fmla="*/ 175069 h 174912"/>
                    <a:gd name="connsiteX7" fmla="*/ 105479 w 105430"/>
                    <a:gd name="connsiteY7" fmla="*/ 119751 h 174912"/>
                    <a:gd name="connsiteX8" fmla="*/ 66111 w 105430"/>
                    <a:gd name="connsiteY8" fmla="*/ 73255 h 174912"/>
                    <a:gd name="connsiteX9" fmla="*/ 32696 w 105430"/>
                    <a:gd name="connsiteY9" fmla="*/ 88513 h 174912"/>
                    <a:gd name="connsiteX10" fmla="*/ 32696 w 105430"/>
                    <a:gd name="connsiteY10" fmla="*/ 3623 h 174912"/>
                    <a:gd name="connsiteX11" fmla="*/ 29946 w 105430"/>
                    <a:gd name="connsiteY11" fmla="*/ 157 h 174912"/>
                    <a:gd name="connsiteX12" fmla="*/ 3971 w 105430"/>
                    <a:gd name="connsiteY12" fmla="*/ 11230 h 174912"/>
                    <a:gd name="connsiteX13" fmla="*/ 48 w 105430"/>
                    <a:gd name="connsiteY13" fmla="*/ 14246 h 174912"/>
                    <a:gd name="connsiteX14" fmla="*/ 32696 w 105430"/>
                    <a:gd name="connsiteY14" fmla="*/ 102647 h 174912"/>
                    <a:gd name="connsiteX15" fmla="*/ 33192 w 105430"/>
                    <a:gd name="connsiteY15" fmla="*/ 95940 h 174912"/>
                    <a:gd name="connsiteX16" fmla="*/ 55424 w 105430"/>
                    <a:gd name="connsiteY16" fmla="*/ 83877 h 174912"/>
                    <a:gd name="connsiteX17" fmla="*/ 93889 w 105430"/>
                    <a:gd name="connsiteY17" fmla="*/ 132264 h 174912"/>
                    <a:gd name="connsiteX18" fmla="*/ 61016 w 105430"/>
                    <a:gd name="connsiteY18" fmla="*/ 169938 h 174912"/>
                    <a:gd name="connsiteX19" fmla="*/ 32696 w 105430"/>
                    <a:gd name="connsiteY19" fmla="*/ 148423 h 174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5430" h="174912">
                      <a:moveTo>
                        <a:pt x="48" y="14246"/>
                      </a:moveTo>
                      <a:cubicBezTo>
                        <a:pt x="48" y="19107"/>
                        <a:pt x="15786" y="13075"/>
                        <a:pt x="15786" y="26759"/>
                      </a:cubicBezTo>
                      <a:lnTo>
                        <a:pt x="15786" y="160711"/>
                      </a:lnTo>
                      <a:cubicBezTo>
                        <a:pt x="15786" y="164402"/>
                        <a:pt x="15110" y="170433"/>
                        <a:pt x="15110" y="172279"/>
                      </a:cubicBezTo>
                      <a:cubicBezTo>
                        <a:pt x="15110" y="174574"/>
                        <a:pt x="16237" y="175069"/>
                        <a:pt x="17184" y="175069"/>
                      </a:cubicBezTo>
                      <a:cubicBezTo>
                        <a:pt x="20656" y="175069"/>
                        <a:pt x="23678" y="162556"/>
                        <a:pt x="25752" y="162331"/>
                      </a:cubicBezTo>
                      <a:cubicBezTo>
                        <a:pt x="27871" y="162106"/>
                        <a:pt x="40137" y="175069"/>
                        <a:pt x="57498" y="175069"/>
                      </a:cubicBezTo>
                      <a:cubicBezTo>
                        <a:pt x="91139" y="175069"/>
                        <a:pt x="105479" y="147973"/>
                        <a:pt x="105479" y="119751"/>
                      </a:cubicBezTo>
                      <a:cubicBezTo>
                        <a:pt x="105479" y="85273"/>
                        <a:pt x="82300" y="73255"/>
                        <a:pt x="66111" y="73255"/>
                      </a:cubicBezTo>
                      <a:cubicBezTo>
                        <a:pt x="56371" y="73255"/>
                        <a:pt x="45007" y="76946"/>
                        <a:pt x="32696" y="88513"/>
                      </a:cubicBezTo>
                      <a:lnTo>
                        <a:pt x="32696" y="3623"/>
                      </a:lnTo>
                      <a:cubicBezTo>
                        <a:pt x="32696" y="2228"/>
                        <a:pt x="31795" y="157"/>
                        <a:pt x="29946" y="157"/>
                      </a:cubicBezTo>
                      <a:cubicBezTo>
                        <a:pt x="24850" y="157"/>
                        <a:pt x="19484" y="7539"/>
                        <a:pt x="3971" y="11230"/>
                      </a:cubicBezTo>
                      <a:cubicBezTo>
                        <a:pt x="2122" y="11725"/>
                        <a:pt x="48" y="11950"/>
                        <a:pt x="48" y="14246"/>
                      </a:cubicBezTo>
                      <a:close/>
                      <a:moveTo>
                        <a:pt x="32696" y="102647"/>
                      </a:moveTo>
                      <a:cubicBezTo>
                        <a:pt x="32696" y="100081"/>
                        <a:pt x="32696" y="97786"/>
                        <a:pt x="33192" y="95940"/>
                      </a:cubicBezTo>
                      <a:cubicBezTo>
                        <a:pt x="33643" y="93600"/>
                        <a:pt x="46180" y="83877"/>
                        <a:pt x="55424" y="83877"/>
                      </a:cubicBezTo>
                      <a:cubicBezTo>
                        <a:pt x="80226" y="83877"/>
                        <a:pt x="93889" y="110254"/>
                        <a:pt x="93889" y="132264"/>
                      </a:cubicBezTo>
                      <a:cubicBezTo>
                        <a:pt x="93889" y="152609"/>
                        <a:pt x="82075" y="169938"/>
                        <a:pt x="61016" y="169938"/>
                      </a:cubicBezTo>
                      <a:cubicBezTo>
                        <a:pt x="50328" y="169938"/>
                        <a:pt x="32696" y="160486"/>
                        <a:pt x="32696" y="14842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57" name="Gráfico 12">
                  <a:extLst>
                    <a:ext uri="{FF2B5EF4-FFF2-40B4-BE49-F238E27FC236}">
                      <a16:creationId xmlns:a16="http://schemas.microsoft.com/office/drawing/2014/main" id="{F121E960-3C88-40F2-AF74-D840FEC7A610}"/>
                    </a:ext>
                  </a:extLst>
                </p:cNvPr>
                <p:cNvSpPr/>
                <p:nvPr/>
              </p:nvSpPr>
              <p:spPr>
                <a:xfrm>
                  <a:off x="902941" y="2743630"/>
                  <a:ext cx="72331" cy="102039"/>
                </a:xfrm>
                <a:custGeom>
                  <a:avLst/>
                  <a:gdLst>
                    <a:gd name="connsiteX0" fmla="*/ 58 w 72331"/>
                    <a:gd name="connsiteY0" fmla="*/ 14246 h 102039"/>
                    <a:gd name="connsiteX1" fmla="*/ 16743 w 72331"/>
                    <a:gd name="connsiteY1" fmla="*/ 26759 h 102039"/>
                    <a:gd name="connsiteX2" fmla="*/ 16743 w 72331"/>
                    <a:gd name="connsiteY2" fmla="*/ 86893 h 102039"/>
                    <a:gd name="connsiteX3" fmla="*/ 4928 w 72331"/>
                    <a:gd name="connsiteY3" fmla="*/ 100081 h 102039"/>
                    <a:gd name="connsiteX4" fmla="*/ 7499 w 72331"/>
                    <a:gd name="connsiteY4" fmla="*/ 102197 h 102039"/>
                    <a:gd name="connsiteX5" fmla="*/ 28603 w 72331"/>
                    <a:gd name="connsiteY5" fmla="*/ 101252 h 102039"/>
                    <a:gd name="connsiteX6" fmla="*/ 50609 w 72331"/>
                    <a:gd name="connsiteY6" fmla="*/ 102197 h 102039"/>
                    <a:gd name="connsiteX7" fmla="*/ 54307 w 72331"/>
                    <a:gd name="connsiteY7" fmla="*/ 99631 h 102039"/>
                    <a:gd name="connsiteX8" fmla="*/ 33699 w 72331"/>
                    <a:gd name="connsiteY8" fmla="*/ 82032 h 102039"/>
                    <a:gd name="connsiteX9" fmla="*/ 33699 w 72331"/>
                    <a:gd name="connsiteY9" fmla="*/ 30900 h 102039"/>
                    <a:gd name="connsiteX10" fmla="*/ 48760 w 72331"/>
                    <a:gd name="connsiteY10" fmla="*/ 17486 h 102039"/>
                    <a:gd name="connsiteX11" fmla="*/ 64047 w 72331"/>
                    <a:gd name="connsiteY11" fmla="*/ 22798 h 102039"/>
                    <a:gd name="connsiteX12" fmla="*/ 72390 w 72331"/>
                    <a:gd name="connsiteY12" fmla="*/ 12400 h 102039"/>
                    <a:gd name="connsiteX13" fmla="*/ 57103 w 72331"/>
                    <a:gd name="connsiteY13" fmla="*/ 2003 h 102039"/>
                    <a:gd name="connsiteX14" fmla="*/ 34149 w 72331"/>
                    <a:gd name="connsiteY14" fmla="*/ 21222 h 102039"/>
                    <a:gd name="connsiteX15" fmla="*/ 33699 w 72331"/>
                    <a:gd name="connsiteY15" fmla="*/ 21222 h 102039"/>
                    <a:gd name="connsiteX16" fmla="*/ 33699 w 72331"/>
                    <a:gd name="connsiteY16" fmla="*/ 3623 h 102039"/>
                    <a:gd name="connsiteX17" fmla="*/ 30903 w 72331"/>
                    <a:gd name="connsiteY17" fmla="*/ 157 h 102039"/>
                    <a:gd name="connsiteX18" fmla="*/ 14669 w 72331"/>
                    <a:gd name="connsiteY18" fmla="*/ 8034 h 102039"/>
                    <a:gd name="connsiteX19" fmla="*/ 4252 w 72331"/>
                    <a:gd name="connsiteY19" fmla="*/ 11500 h 102039"/>
                    <a:gd name="connsiteX20" fmla="*/ 58 w 72331"/>
                    <a:gd name="connsiteY20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2331" h="102039">
                      <a:moveTo>
                        <a:pt x="58" y="14246"/>
                      </a:moveTo>
                      <a:cubicBezTo>
                        <a:pt x="58" y="19107"/>
                        <a:pt x="16743" y="13345"/>
                        <a:pt x="16743" y="26759"/>
                      </a:cubicBezTo>
                      <a:lnTo>
                        <a:pt x="16743" y="86893"/>
                      </a:lnTo>
                      <a:cubicBezTo>
                        <a:pt x="16743" y="96165"/>
                        <a:pt x="4928" y="95220"/>
                        <a:pt x="4928" y="100081"/>
                      </a:cubicBezTo>
                      <a:cubicBezTo>
                        <a:pt x="4928" y="101477"/>
                        <a:pt x="5650" y="102197"/>
                        <a:pt x="7499" y="102197"/>
                      </a:cubicBezTo>
                      <a:cubicBezTo>
                        <a:pt x="9573" y="102197"/>
                        <a:pt x="13045" y="101252"/>
                        <a:pt x="28603" y="101252"/>
                      </a:cubicBezTo>
                      <a:cubicBezTo>
                        <a:pt x="42266" y="101252"/>
                        <a:pt x="46911" y="102197"/>
                        <a:pt x="50609" y="102197"/>
                      </a:cubicBezTo>
                      <a:cubicBezTo>
                        <a:pt x="53134" y="102197"/>
                        <a:pt x="54307" y="101702"/>
                        <a:pt x="54307" y="99631"/>
                      </a:cubicBezTo>
                      <a:cubicBezTo>
                        <a:pt x="54307" y="92249"/>
                        <a:pt x="33699" y="103097"/>
                        <a:pt x="33699" y="82032"/>
                      </a:cubicBezTo>
                      <a:lnTo>
                        <a:pt x="33699" y="30900"/>
                      </a:lnTo>
                      <a:cubicBezTo>
                        <a:pt x="33699" y="28154"/>
                        <a:pt x="39471" y="17486"/>
                        <a:pt x="48760" y="17486"/>
                      </a:cubicBezTo>
                      <a:cubicBezTo>
                        <a:pt x="57103" y="17486"/>
                        <a:pt x="59402" y="22798"/>
                        <a:pt x="64047" y="22798"/>
                      </a:cubicBezTo>
                      <a:cubicBezTo>
                        <a:pt x="66843" y="22798"/>
                        <a:pt x="72390" y="15866"/>
                        <a:pt x="72390" y="12400"/>
                      </a:cubicBezTo>
                      <a:cubicBezTo>
                        <a:pt x="72390" y="8034"/>
                        <a:pt x="61973" y="2003"/>
                        <a:pt x="57103" y="2003"/>
                      </a:cubicBezTo>
                      <a:cubicBezTo>
                        <a:pt x="47137" y="2003"/>
                        <a:pt x="38569" y="15191"/>
                        <a:pt x="34149" y="21222"/>
                      </a:cubicBezTo>
                      <a:lnTo>
                        <a:pt x="33699" y="21222"/>
                      </a:lnTo>
                      <a:lnTo>
                        <a:pt x="33699" y="3623"/>
                      </a:lnTo>
                      <a:cubicBezTo>
                        <a:pt x="33699" y="2228"/>
                        <a:pt x="32526" y="157"/>
                        <a:pt x="30903" y="157"/>
                      </a:cubicBezTo>
                      <a:cubicBezTo>
                        <a:pt x="27205" y="157"/>
                        <a:pt x="22335" y="4523"/>
                        <a:pt x="14669" y="8034"/>
                      </a:cubicBezTo>
                      <a:cubicBezTo>
                        <a:pt x="10746" y="9609"/>
                        <a:pt x="7048" y="10780"/>
                        <a:pt x="4252" y="11500"/>
                      </a:cubicBezTo>
                      <a:cubicBezTo>
                        <a:pt x="2178" y="11950"/>
                        <a:pt x="58" y="12400"/>
                        <a:pt x="58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58" name="Gráfico 12">
                  <a:extLst>
                    <a:ext uri="{FF2B5EF4-FFF2-40B4-BE49-F238E27FC236}">
                      <a16:creationId xmlns:a16="http://schemas.microsoft.com/office/drawing/2014/main" id="{DD98953A-72AD-4B75-96A6-7320AF158546}"/>
                    </a:ext>
                  </a:extLst>
                </p:cNvPr>
                <p:cNvSpPr/>
                <p:nvPr/>
              </p:nvSpPr>
              <p:spPr>
                <a:xfrm>
                  <a:off x="983859" y="2745475"/>
                  <a:ext cx="87843" cy="101814"/>
                </a:xfrm>
                <a:custGeom>
                  <a:avLst/>
                  <a:gdLst>
                    <a:gd name="connsiteX0" fmla="*/ 65 w 87843"/>
                    <a:gd name="connsiteY0" fmla="*/ 54305 h 101814"/>
                    <a:gd name="connsiteX1" fmla="*/ 46873 w 87843"/>
                    <a:gd name="connsiteY1" fmla="*/ 101972 h 101814"/>
                    <a:gd name="connsiteX2" fmla="*/ 87909 w 87843"/>
                    <a:gd name="connsiteY2" fmla="*/ 79736 h 101814"/>
                    <a:gd name="connsiteX3" fmla="*/ 86962 w 87843"/>
                    <a:gd name="connsiteY3" fmla="*/ 78341 h 101814"/>
                    <a:gd name="connsiteX4" fmla="*/ 54268 w 87843"/>
                    <a:gd name="connsiteY4" fmla="*/ 90404 h 101814"/>
                    <a:gd name="connsiteX5" fmla="*/ 16975 w 87843"/>
                    <a:gd name="connsiteY5" fmla="*/ 40892 h 101814"/>
                    <a:gd name="connsiteX6" fmla="*/ 81415 w 87843"/>
                    <a:gd name="connsiteY6" fmla="*/ 40892 h 101814"/>
                    <a:gd name="connsiteX7" fmla="*/ 86511 w 87843"/>
                    <a:gd name="connsiteY7" fmla="*/ 36931 h 101814"/>
                    <a:gd name="connsiteX8" fmla="*/ 45475 w 87843"/>
                    <a:gd name="connsiteY8" fmla="*/ 157 h 101814"/>
                    <a:gd name="connsiteX9" fmla="*/ 65 w 87843"/>
                    <a:gd name="connsiteY9" fmla="*/ 54305 h 101814"/>
                    <a:gd name="connsiteX10" fmla="*/ 16975 w 87843"/>
                    <a:gd name="connsiteY10" fmla="*/ 34635 h 101814"/>
                    <a:gd name="connsiteX11" fmla="*/ 41552 w 87843"/>
                    <a:gd name="connsiteY11" fmla="*/ 5468 h 101814"/>
                    <a:gd name="connsiteX12" fmla="*/ 67255 w 87843"/>
                    <a:gd name="connsiteY12" fmla="*/ 29999 h 101814"/>
                    <a:gd name="connsiteX13" fmla="*/ 63107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65" y="54305"/>
                      </a:moveTo>
                      <a:cubicBezTo>
                        <a:pt x="65" y="69789"/>
                        <a:pt x="12105" y="101972"/>
                        <a:pt x="46873" y="101972"/>
                      </a:cubicBezTo>
                      <a:cubicBezTo>
                        <a:pt x="67751" y="101972"/>
                        <a:pt x="87909" y="85543"/>
                        <a:pt x="87909" y="79736"/>
                      </a:cubicBezTo>
                      <a:cubicBezTo>
                        <a:pt x="87909" y="78836"/>
                        <a:pt x="87683" y="78341"/>
                        <a:pt x="86962" y="78341"/>
                      </a:cubicBezTo>
                      <a:cubicBezTo>
                        <a:pt x="81641" y="78341"/>
                        <a:pt x="74696" y="90404"/>
                        <a:pt x="54268" y="90404"/>
                      </a:cubicBezTo>
                      <a:cubicBezTo>
                        <a:pt x="39432" y="90404"/>
                        <a:pt x="16975" y="78116"/>
                        <a:pt x="16975" y="40892"/>
                      </a:cubicBezTo>
                      <a:lnTo>
                        <a:pt x="81415" y="40892"/>
                      </a:lnTo>
                      <a:cubicBezTo>
                        <a:pt x="85564" y="40892"/>
                        <a:pt x="86511" y="39722"/>
                        <a:pt x="86511" y="36931"/>
                      </a:cubicBezTo>
                      <a:cubicBezTo>
                        <a:pt x="86511" y="27434"/>
                        <a:pt x="73749" y="157"/>
                        <a:pt x="45475" y="157"/>
                      </a:cubicBezTo>
                      <a:cubicBezTo>
                        <a:pt x="16254" y="157"/>
                        <a:pt x="65" y="25363"/>
                        <a:pt x="65" y="54305"/>
                      </a:cubicBezTo>
                      <a:close/>
                      <a:moveTo>
                        <a:pt x="16975" y="34635"/>
                      </a:moveTo>
                      <a:cubicBezTo>
                        <a:pt x="16975" y="21447"/>
                        <a:pt x="27617" y="5468"/>
                        <a:pt x="41552" y="5468"/>
                      </a:cubicBezTo>
                      <a:cubicBezTo>
                        <a:pt x="54539" y="5468"/>
                        <a:pt x="67255" y="17261"/>
                        <a:pt x="67255" y="29999"/>
                      </a:cubicBezTo>
                      <a:cubicBezTo>
                        <a:pt x="67255" y="33015"/>
                        <a:pt x="66128" y="34635"/>
                        <a:pt x="63107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59" name="Gráfico 12">
                  <a:extLst>
                    <a:ext uri="{FF2B5EF4-FFF2-40B4-BE49-F238E27FC236}">
                      <a16:creationId xmlns:a16="http://schemas.microsoft.com/office/drawing/2014/main" id="{20BDCFD4-5C44-4E5D-A469-6D2820752C68}"/>
                    </a:ext>
                  </a:extLst>
                </p:cNvPr>
                <p:cNvSpPr/>
                <p:nvPr/>
              </p:nvSpPr>
              <p:spPr>
                <a:xfrm>
                  <a:off x="1084911" y="2743630"/>
                  <a:ext cx="172215" cy="102039"/>
                </a:xfrm>
                <a:custGeom>
                  <a:avLst/>
                  <a:gdLst>
                    <a:gd name="connsiteX0" fmla="*/ 74 w 172215"/>
                    <a:gd name="connsiteY0" fmla="*/ 14246 h 102039"/>
                    <a:gd name="connsiteX1" fmla="*/ 14639 w 172215"/>
                    <a:gd name="connsiteY1" fmla="*/ 26534 h 102039"/>
                    <a:gd name="connsiteX2" fmla="*/ 14639 w 172215"/>
                    <a:gd name="connsiteY2" fmla="*/ 86668 h 102039"/>
                    <a:gd name="connsiteX3" fmla="*/ 5169 w 172215"/>
                    <a:gd name="connsiteY3" fmla="*/ 99181 h 102039"/>
                    <a:gd name="connsiteX4" fmla="*/ 7920 w 172215"/>
                    <a:gd name="connsiteY4" fmla="*/ 102197 h 102039"/>
                    <a:gd name="connsiteX5" fmla="*/ 25101 w 172215"/>
                    <a:gd name="connsiteY5" fmla="*/ 101252 h 102039"/>
                    <a:gd name="connsiteX6" fmla="*/ 45484 w 172215"/>
                    <a:gd name="connsiteY6" fmla="*/ 102197 h 102039"/>
                    <a:gd name="connsiteX7" fmla="*/ 49407 w 172215"/>
                    <a:gd name="connsiteY7" fmla="*/ 98956 h 102039"/>
                    <a:gd name="connsiteX8" fmla="*/ 31595 w 172215"/>
                    <a:gd name="connsiteY8" fmla="*/ 82977 h 102039"/>
                    <a:gd name="connsiteX9" fmla="*/ 31595 w 172215"/>
                    <a:gd name="connsiteY9" fmla="*/ 30449 h 102039"/>
                    <a:gd name="connsiteX10" fmla="*/ 53601 w 172215"/>
                    <a:gd name="connsiteY10" fmla="*/ 10555 h 102039"/>
                    <a:gd name="connsiteX11" fmla="*/ 76058 w 172215"/>
                    <a:gd name="connsiteY11" fmla="*/ 36931 h 102039"/>
                    <a:gd name="connsiteX12" fmla="*/ 76058 w 172215"/>
                    <a:gd name="connsiteY12" fmla="*/ 86668 h 102039"/>
                    <a:gd name="connsiteX13" fmla="*/ 66588 w 172215"/>
                    <a:gd name="connsiteY13" fmla="*/ 99181 h 102039"/>
                    <a:gd name="connsiteX14" fmla="*/ 69339 w 172215"/>
                    <a:gd name="connsiteY14" fmla="*/ 102197 h 102039"/>
                    <a:gd name="connsiteX15" fmla="*/ 86520 w 172215"/>
                    <a:gd name="connsiteY15" fmla="*/ 101252 h 102039"/>
                    <a:gd name="connsiteX16" fmla="*/ 106902 w 172215"/>
                    <a:gd name="connsiteY16" fmla="*/ 102197 h 102039"/>
                    <a:gd name="connsiteX17" fmla="*/ 110871 w 172215"/>
                    <a:gd name="connsiteY17" fmla="*/ 98956 h 102039"/>
                    <a:gd name="connsiteX18" fmla="*/ 93013 w 172215"/>
                    <a:gd name="connsiteY18" fmla="*/ 83427 h 102039"/>
                    <a:gd name="connsiteX19" fmla="*/ 93013 w 172215"/>
                    <a:gd name="connsiteY19" fmla="*/ 23293 h 102039"/>
                    <a:gd name="connsiteX20" fmla="*/ 113396 w 172215"/>
                    <a:gd name="connsiteY20" fmla="*/ 10555 h 102039"/>
                    <a:gd name="connsiteX21" fmla="*/ 137521 w 172215"/>
                    <a:gd name="connsiteY21" fmla="*/ 42467 h 102039"/>
                    <a:gd name="connsiteX22" fmla="*/ 137521 w 172215"/>
                    <a:gd name="connsiteY22" fmla="*/ 86668 h 102039"/>
                    <a:gd name="connsiteX23" fmla="*/ 128006 w 172215"/>
                    <a:gd name="connsiteY23" fmla="*/ 99181 h 102039"/>
                    <a:gd name="connsiteX24" fmla="*/ 130802 w 172215"/>
                    <a:gd name="connsiteY24" fmla="*/ 102197 h 102039"/>
                    <a:gd name="connsiteX25" fmla="*/ 147938 w 172215"/>
                    <a:gd name="connsiteY25" fmla="*/ 101252 h 102039"/>
                    <a:gd name="connsiteX26" fmla="*/ 168321 w 172215"/>
                    <a:gd name="connsiteY26" fmla="*/ 102197 h 102039"/>
                    <a:gd name="connsiteX27" fmla="*/ 172289 w 172215"/>
                    <a:gd name="connsiteY27" fmla="*/ 98956 h 102039"/>
                    <a:gd name="connsiteX28" fmla="*/ 154432 w 172215"/>
                    <a:gd name="connsiteY28" fmla="*/ 83652 h 102039"/>
                    <a:gd name="connsiteX29" fmla="*/ 154432 w 172215"/>
                    <a:gd name="connsiteY29" fmla="*/ 40847 h 102039"/>
                    <a:gd name="connsiteX30" fmla="*/ 121287 w 172215"/>
                    <a:gd name="connsiteY30" fmla="*/ 2003 h 102039"/>
                    <a:gd name="connsiteX31" fmla="*/ 89045 w 172215"/>
                    <a:gd name="connsiteY31" fmla="*/ 18882 h 102039"/>
                    <a:gd name="connsiteX32" fmla="*/ 59373 w 172215"/>
                    <a:gd name="connsiteY32" fmla="*/ 2003 h 102039"/>
                    <a:gd name="connsiteX33" fmla="*/ 31595 w 172215"/>
                    <a:gd name="connsiteY33" fmla="*/ 17261 h 102039"/>
                    <a:gd name="connsiteX34" fmla="*/ 31595 w 172215"/>
                    <a:gd name="connsiteY34" fmla="*/ 4793 h 102039"/>
                    <a:gd name="connsiteX35" fmla="*/ 28799 w 172215"/>
                    <a:gd name="connsiteY35" fmla="*/ 157 h 102039"/>
                    <a:gd name="connsiteX36" fmla="*/ 12790 w 172215"/>
                    <a:gd name="connsiteY36" fmla="*/ 8034 h 102039"/>
                    <a:gd name="connsiteX37" fmla="*/ 3771 w 172215"/>
                    <a:gd name="connsiteY37" fmla="*/ 11230 h 102039"/>
                    <a:gd name="connsiteX38" fmla="*/ 74 w 172215"/>
                    <a:gd name="connsiteY38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172215" h="102039">
                      <a:moveTo>
                        <a:pt x="74" y="14246"/>
                      </a:moveTo>
                      <a:cubicBezTo>
                        <a:pt x="74" y="19107"/>
                        <a:pt x="14639" y="13345"/>
                        <a:pt x="14639" y="26534"/>
                      </a:cubicBezTo>
                      <a:lnTo>
                        <a:pt x="14639" y="86668"/>
                      </a:lnTo>
                      <a:cubicBezTo>
                        <a:pt x="14639" y="96390"/>
                        <a:pt x="5169" y="95715"/>
                        <a:pt x="5169" y="99181"/>
                      </a:cubicBezTo>
                      <a:cubicBezTo>
                        <a:pt x="5169" y="101252"/>
                        <a:pt x="6071" y="102197"/>
                        <a:pt x="7920" y="102197"/>
                      </a:cubicBezTo>
                      <a:cubicBezTo>
                        <a:pt x="10716" y="102197"/>
                        <a:pt x="15586" y="101252"/>
                        <a:pt x="25101" y="101252"/>
                      </a:cubicBezTo>
                      <a:cubicBezTo>
                        <a:pt x="35067" y="101252"/>
                        <a:pt x="42012" y="102197"/>
                        <a:pt x="45484" y="102197"/>
                      </a:cubicBezTo>
                      <a:cubicBezTo>
                        <a:pt x="47784" y="102197"/>
                        <a:pt x="49407" y="101702"/>
                        <a:pt x="49407" y="98956"/>
                      </a:cubicBezTo>
                      <a:cubicBezTo>
                        <a:pt x="49407" y="92474"/>
                        <a:pt x="31595" y="99856"/>
                        <a:pt x="31595" y="82977"/>
                      </a:cubicBezTo>
                      <a:lnTo>
                        <a:pt x="31595" y="30449"/>
                      </a:lnTo>
                      <a:cubicBezTo>
                        <a:pt x="31595" y="16361"/>
                        <a:pt x="45033" y="10555"/>
                        <a:pt x="53601" y="10555"/>
                      </a:cubicBezTo>
                      <a:cubicBezTo>
                        <a:pt x="66813" y="10555"/>
                        <a:pt x="76058" y="21447"/>
                        <a:pt x="76058" y="36931"/>
                      </a:cubicBezTo>
                      <a:lnTo>
                        <a:pt x="76058" y="86668"/>
                      </a:lnTo>
                      <a:cubicBezTo>
                        <a:pt x="76058" y="96390"/>
                        <a:pt x="66588" y="95715"/>
                        <a:pt x="66588" y="99181"/>
                      </a:cubicBezTo>
                      <a:cubicBezTo>
                        <a:pt x="66588" y="101252"/>
                        <a:pt x="67490" y="102197"/>
                        <a:pt x="69339" y="102197"/>
                      </a:cubicBezTo>
                      <a:cubicBezTo>
                        <a:pt x="72135" y="102197"/>
                        <a:pt x="77005" y="101252"/>
                        <a:pt x="86520" y="101252"/>
                      </a:cubicBezTo>
                      <a:cubicBezTo>
                        <a:pt x="96486" y="101252"/>
                        <a:pt x="103430" y="102197"/>
                        <a:pt x="106902" y="102197"/>
                      </a:cubicBezTo>
                      <a:cubicBezTo>
                        <a:pt x="109247" y="102197"/>
                        <a:pt x="110871" y="101702"/>
                        <a:pt x="110871" y="98956"/>
                      </a:cubicBezTo>
                      <a:cubicBezTo>
                        <a:pt x="110871" y="92699"/>
                        <a:pt x="93013" y="99406"/>
                        <a:pt x="93013" y="83427"/>
                      </a:cubicBezTo>
                      <a:lnTo>
                        <a:pt x="93013" y="23293"/>
                      </a:lnTo>
                      <a:cubicBezTo>
                        <a:pt x="93013" y="20277"/>
                        <a:pt x="102258" y="10555"/>
                        <a:pt x="113396" y="10555"/>
                      </a:cubicBezTo>
                      <a:cubicBezTo>
                        <a:pt x="128006" y="10555"/>
                        <a:pt x="137521" y="21222"/>
                        <a:pt x="137521" y="42467"/>
                      </a:cubicBezTo>
                      <a:lnTo>
                        <a:pt x="137521" y="86668"/>
                      </a:lnTo>
                      <a:cubicBezTo>
                        <a:pt x="137521" y="96165"/>
                        <a:pt x="128006" y="95715"/>
                        <a:pt x="128006" y="99181"/>
                      </a:cubicBezTo>
                      <a:cubicBezTo>
                        <a:pt x="128006" y="101252"/>
                        <a:pt x="128908" y="102197"/>
                        <a:pt x="130802" y="102197"/>
                      </a:cubicBezTo>
                      <a:cubicBezTo>
                        <a:pt x="133553" y="102197"/>
                        <a:pt x="138423" y="101252"/>
                        <a:pt x="147938" y="101252"/>
                      </a:cubicBezTo>
                      <a:cubicBezTo>
                        <a:pt x="157904" y="101252"/>
                        <a:pt x="164849" y="102197"/>
                        <a:pt x="168321" y="102197"/>
                      </a:cubicBezTo>
                      <a:cubicBezTo>
                        <a:pt x="170666" y="102197"/>
                        <a:pt x="172289" y="101702"/>
                        <a:pt x="172289" y="98956"/>
                      </a:cubicBezTo>
                      <a:cubicBezTo>
                        <a:pt x="172289" y="92699"/>
                        <a:pt x="154432" y="99181"/>
                        <a:pt x="154432" y="83652"/>
                      </a:cubicBezTo>
                      <a:lnTo>
                        <a:pt x="154432" y="40847"/>
                      </a:lnTo>
                      <a:cubicBezTo>
                        <a:pt x="154432" y="16361"/>
                        <a:pt x="143068" y="2003"/>
                        <a:pt x="121287" y="2003"/>
                      </a:cubicBezTo>
                      <a:cubicBezTo>
                        <a:pt x="107128" y="2003"/>
                        <a:pt x="97162" y="6864"/>
                        <a:pt x="89045" y="18882"/>
                      </a:cubicBezTo>
                      <a:cubicBezTo>
                        <a:pt x="82326" y="7314"/>
                        <a:pt x="73983" y="2003"/>
                        <a:pt x="59373" y="2003"/>
                      </a:cubicBezTo>
                      <a:cubicBezTo>
                        <a:pt x="48731" y="2003"/>
                        <a:pt x="39441" y="8484"/>
                        <a:pt x="31595" y="17261"/>
                      </a:cubicBezTo>
                      <a:lnTo>
                        <a:pt x="31595" y="4793"/>
                      </a:lnTo>
                      <a:cubicBezTo>
                        <a:pt x="31595" y="1057"/>
                        <a:pt x="30197" y="157"/>
                        <a:pt x="28799" y="157"/>
                      </a:cubicBezTo>
                      <a:cubicBezTo>
                        <a:pt x="24876" y="157"/>
                        <a:pt x="20005" y="5018"/>
                        <a:pt x="12790" y="8034"/>
                      </a:cubicBezTo>
                      <a:cubicBezTo>
                        <a:pt x="9318" y="9384"/>
                        <a:pt x="8642" y="9879"/>
                        <a:pt x="3771" y="11230"/>
                      </a:cubicBezTo>
                      <a:cubicBezTo>
                        <a:pt x="1427" y="11950"/>
                        <a:pt x="74" y="12175"/>
                        <a:pt x="74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60" name="Gráfico 12">
                  <a:extLst>
                    <a:ext uri="{FF2B5EF4-FFF2-40B4-BE49-F238E27FC236}">
                      <a16:creationId xmlns:a16="http://schemas.microsoft.com/office/drawing/2014/main" id="{A3E4C2BB-F571-4314-878E-10A8965EC3E9}"/>
                    </a:ext>
                  </a:extLst>
                </p:cNvPr>
                <p:cNvSpPr/>
                <p:nvPr/>
              </p:nvSpPr>
              <p:spPr>
                <a:xfrm>
                  <a:off x="1266347" y="2745475"/>
                  <a:ext cx="102003" cy="101814"/>
                </a:xfrm>
                <a:custGeom>
                  <a:avLst/>
                  <a:gdLst>
                    <a:gd name="connsiteX0" fmla="*/ 89 w 102003"/>
                    <a:gd name="connsiteY0" fmla="*/ 52910 h 101814"/>
                    <a:gd name="connsiteX1" fmla="*/ 52038 w 102003"/>
                    <a:gd name="connsiteY1" fmla="*/ 101972 h 101814"/>
                    <a:gd name="connsiteX2" fmla="*/ 102093 w 102003"/>
                    <a:gd name="connsiteY2" fmla="*/ 51740 h 101814"/>
                    <a:gd name="connsiteX3" fmla="*/ 51768 w 102003"/>
                    <a:gd name="connsiteY3" fmla="*/ 157 h 101814"/>
                    <a:gd name="connsiteX4" fmla="*/ 89 w 102003"/>
                    <a:gd name="connsiteY4" fmla="*/ 52910 h 101814"/>
                    <a:gd name="connsiteX5" fmla="*/ 48070 w 102003"/>
                    <a:gd name="connsiteY5" fmla="*/ 5243 h 101814"/>
                    <a:gd name="connsiteX6" fmla="*/ 85859 w 102003"/>
                    <a:gd name="connsiteY6" fmla="*/ 55205 h 101814"/>
                    <a:gd name="connsiteX7" fmla="*/ 54112 w 102003"/>
                    <a:gd name="connsiteY7" fmla="*/ 97111 h 101814"/>
                    <a:gd name="connsiteX8" fmla="*/ 16323 w 102003"/>
                    <a:gd name="connsiteY8" fmla="*/ 44808 h 101814"/>
                    <a:gd name="connsiteX9" fmla="*/ 48070 w 102003"/>
                    <a:gd name="connsiteY9" fmla="*/ 5243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2003" h="101814">
                      <a:moveTo>
                        <a:pt x="89" y="52910"/>
                      </a:moveTo>
                      <a:cubicBezTo>
                        <a:pt x="89" y="84147"/>
                        <a:pt x="21870" y="101972"/>
                        <a:pt x="52038" y="101972"/>
                      </a:cubicBezTo>
                      <a:cubicBezTo>
                        <a:pt x="80538" y="101972"/>
                        <a:pt x="102093" y="80186"/>
                        <a:pt x="102093" y="51740"/>
                      </a:cubicBezTo>
                      <a:cubicBezTo>
                        <a:pt x="102093" y="11725"/>
                        <a:pt x="73323" y="157"/>
                        <a:pt x="51768" y="157"/>
                      </a:cubicBezTo>
                      <a:cubicBezTo>
                        <a:pt x="22591" y="157"/>
                        <a:pt x="89" y="24463"/>
                        <a:pt x="89" y="52910"/>
                      </a:cubicBezTo>
                      <a:close/>
                      <a:moveTo>
                        <a:pt x="48070" y="5243"/>
                      </a:moveTo>
                      <a:cubicBezTo>
                        <a:pt x="76569" y="5243"/>
                        <a:pt x="85859" y="32295"/>
                        <a:pt x="85859" y="55205"/>
                      </a:cubicBezTo>
                      <a:cubicBezTo>
                        <a:pt x="85859" y="83427"/>
                        <a:pt x="73819" y="97111"/>
                        <a:pt x="54112" y="97111"/>
                      </a:cubicBezTo>
                      <a:cubicBezTo>
                        <a:pt x="26966" y="97111"/>
                        <a:pt x="16323" y="67268"/>
                        <a:pt x="16323" y="44808"/>
                      </a:cubicBezTo>
                      <a:cubicBezTo>
                        <a:pt x="16323" y="23068"/>
                        <a:pt x="27236" y="5243"/>
                        <a:pt x="48070" y="524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61" name="Gráfico 12">
                  <a:extLst>
                    <a:ext uri="{FF2B5EF4-FFF2-40B4-BE49-F238E27FC236}">
                      <a16:creationId xmlns:a16="http://schemas.microsoft.com/office/drawing/2014/main" id="{AB7C1795-A47D-46C4-A554-80379DEEE4A7}"/>
                    </a:ext>
                  </a:extLst>
                </p:cNvPr>
                <p:cNvSpPr/>
                <p:nvPr/>
              </p:nvSpPr>
              <p:spPr>
                <a:xfrm>
                  <a:off x="1382678" y="2745475"/>
                  <a:ext cx="62365" cy="101814"/>
                </a:xfrm>
                <a:custGeom>
                  <a:avLst/>
                  <a:gdLst>
                    <a:gd name="connsiteX0" fmla="*/ 1993 w 62365"/>
                    <a:gd name="connsiteY0" fmla="*/ 27929 h 101814"/>
                    <a:gd name="connsiteX1" fmla="*/ 30042 w 62365"/>
                    <a:gd name="connsiteY1" fmla="*/ 56601 h 101814"/>
                    <a:gd name="connsiteX2" fmla="*/ 51101 w 62365"/>
                    <a:gd name="connsiteY2" fmla="*/ 76946 h 101814"/>
                    <a:gd name="connsiteX3" fmla="*/ 30493 w 62365"/>
                    <a:gd name="connsiteY3" fmla="*/ 95940 h 101814"/>
                    <a:gd name="connsiteX4" fmla="*/ 2895 w 62365"/>
                    <a:gd name="connsiteY4" fmla="*/ 65378 h 101814"/>
                    <a:gd name="connsiteX5" fmla="*/ 99 w 62365"/>
                    <a:gd name="connsiteY5" fmla="*/ 72805 h 101814"/>
                    <a:gd name="connsiteX6" fmla="*/ 99 w 62365"/>
                    <a:gd name="connsiteY6" fmla="*/ 84823 h 101814"/>
                    <a:gd name="connsiteX7" fmla="*/ 4970 w 62365"/>
                    <a:gd name="connsiteY7" fmla="*/ 95220 h 101814"/>
                    <a:gd name="connsiteX8" fmla="*/ 30944 w 62365"/>
                    <a:gd name="connsiteY8" fmla="*/ 101972 h 101814"/>
                    <a:gd name="connsiteX9" fmla="*/ 62465 w 62365"/>
                    <a:gd name="connsiteY9" fmla="*/ 70239 h 101814"/>
                    <a:gd name="connsiteX10" fmla="*/ 50199 w 62365"/>
                    <a:gd name="connsiteY10" fmla="*/ 46203 h 101814"/>
                    <a:gd name="connsiteX11" fmla="*/ 24676 w 62365"/>
                    <a:gd name="connsiteY11" fmla="*/ 34410 h 101814"/>
                    <a:gd name="connsiteX12" fmla="*/ 12861 w 62365"/>
                    <a:gd name="connsiteY12" fmla="*/ 20502 h 101814"/>
                    <a:gd name="connsiteX13" fmla="*/ 29095 w 62365"/>
                    <a:gd name="connsiteY13" fmla="*/ 5693 h 101814"/>
                    <a:gd name="connsiteX14" fmla="*/ 54844 w 62365"/>
                    <a:gd name="connsiteY14" fmla="*/ 25813 h 101814"/>
                    <a:gd name="connsiteX15" fmla="*/ 57144 w 62365"/>
                    <a:gd name="connsiteY15" fmla="*/ 22347 h 101814"/>
                    <a:gd name="connsiteX16" fmla="*/ 57144 w 62365"/>
                    <a:gd name="connsiteY16" fmla="*/ 14966 h 101814"/>
                    <a:gd name="connsiteX17" fmla="*/ 56197 w 62365"/>
                    <a:gd name="connsiteY17" fmla="*/ 5919 h 101814"/>
                    <a:gd name="connsiteX18" fmla="*/ 33018 w 62365"/>
                    <a:gd name="connsiteY18" fmla="*/ 157 h 101814"/>
                    <a:gd name="connsiteX19" fmla="*/ 1993 w 62365"/>
                    <a:gd name="connsiteY19" fmla="*/ 27929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2365" h="101814">
                      <a:moveTo>
                        <a:pt x="1993" y="27929"/>
                      </a:moveTo>
                      <a:cubicBezTo>
                        <a:pt x="1993" y="44133"/>
                        <a:pt x="16829" y="50119"/>
                        <a:pt x="30042" y="56601"/>
                      </a:cubicBezTo>
                      <a:cubicBezTo>
                        <a:pt x="41135" y="61912"/>
                        <a:pt x="51101" y="65153"/>
                        <a:pt x="51101" y="76946"/>
                      </a:cubicBezTo>
                      <a:cubicBezTo>
                        <a:pt x="51101" y="89009"/>
                        <a:pt x="41857" y="95940"/>
                        <a:pt x="30493" y="95940"/>
                      </a:cubicBezTo>
                      <a:cubicBezTo>
                        <a:pt x="5240" y="95940"/>
                        <a:pt x="8216" y="65378"/>
                        <a:pt x="2895" y="65378"/>
                      </a:cubicBezTo>
                      <a:cubicBezTo>
                        <a:pt x="370" y="65378"/>
                        <a:pt x="99" y="69339"/>
                        <a:pt x="99" y="72805"/>
                      </a:cubicBezTo>
                      <a:lnTo>
                        <a:pt x="99" y="84823"/>
                      </a:lnTo>
                      <a:cubicBezTo>
                        <a:pt x="99" y="94095"/>
                        <a:pt x="821" y="95220"/>
                        <a:pt x="4970" y="95220"/>
                      </a:cubicBezTo>
                      <a:cubicBezTo>
                        <a:pt x="10561" y="95220"/>
                        <a:pt x="15657" y="101972"/>
                        <a:pt x="30944" y="101972"/>
                      </a:cubicBezTo>
                      <a:cubicBezTo>
                        <a:pt x="48576" y="101972"/>
                        <a:pt x="62465" y="87388"/>
                        <a:pt x="62465" y="70239"/>
                      </a:cubicBezTo>
                      <a:cubicBezTo>
                        <a:pt x="62465" y="58221"/>
                        <a:pt x="58091" y="50839"/>
                        <a:pt x="50199" y="46203"/>
                      </a:cubicBezTo>
                      <a:cubicBezTo>
                        <a:pt x="43480" y="42242"/>
                        <a:pt x="31891" y="38551"/>
                        <a:pt x="24676" y="34410"/>
                      </a:cubicBezTo>
                      <a:cubicBezTo>
                        <a:pt x="17506" y="30224"/>
                        <a:pt x="12861" y="27209"/>
                        <a:pt x="12861" y="20502"/>
                      </a:cubicBezTo>
                      <a:cubicBezTo>
                        <a:pt x="12861" y="11275"/>
                        <a:pt x="19806" y="5693"/>
                        <a:pt x="29095" y="5693"/>
                      </a:cubicBezTo>
                      <a:cubicBezTo>
                        <a:pt x="50876" y="5693"/>
                        <a:pt x="51823" y="25813"/>
                        <a:pt x="54844" y="25813"/>
                      </a:cubicBezTo>
                      <a:cubicBezTo>
                        <a:pt x="56693" y="25813"/>
                        <a:pt x="57144" y="24913"/>
                        <a:pt x="57144" y="22347"/>
                      </a:cubicBezTo>
                      <a:lnTo>
                        <a:pt x="57144" y="14966"/>
                      </a:lnTo>
                      <a:cubicBezTo>
                        <a:pt x="57144" y="11275"/>
                        <a:pt x="57144" y="7764"/>
                        <a:pt x="56197" y="5919"/>
                      </a:cubicBezTo>
                      <a:cubicBezTo>
                        <a:pt x="54348" y="2003"/>
                        <a:pt x="36987" y="157"/>
                        <a:pt x="33018" y="157"/>
                      </a:cubicBezTo>
                      <a:cubicBezTo>
                        <a:pt x="17506" y="157"/>
                        <a:pt x="1993" y="8709"/>
                        <a:pt x="1993" y="27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62" name="Gráfico 12">
                  <a:extLst>
                    <a:ext uri="{FF2B5EF4-FFF2-40B4-BE49-F238E27FC236}">
                      <a16:creationId xmlns:a16="http://schemas.microsoft.com/office/drawing/2014/main" id="{5027C2EF-AB8F-41D7-BD9C-65D37ED7F458}"/>
                    </a:ext>
                  </a:extLst>
                </p:cNvPr>
                <p:cNvSpPr/>
                <p:nvPr/>
              </p:nvSpPr>
              <p:spPr>
                <a:xfrm>
                  <a:off x="1518740" y="2672378"/>
                  <a:ext cx="51903" cy="173291"/>
                </a:xfrm>
                <a:custGeom>
                  <a:avLst/>
                  <a:gdLst>
                    <a:gd name="connsiteX0" fmla="*/ 111 w 51903"/>
                    <a:gd name="connsiteY0" fmla="*/ 14246 h 173291"/>
                    <a:gd name="connsiteX1" fmla="*/ 15894 w 51903"/>
                    <a:gd name="connsiteY1" fmla="*/ 26759 h 173291"/>
                    <a:gd name="connsiteX2" fmla="*/ 15894 w 51903"/>
                    <a:gd name="connsiteY2" fmla="*/ 157245 h 173291"/>
                    <a:gd name="connsiteX3" fmla="*/ 4530 w 51903"/>
                    <a:gd name="connsiteY3" fmla="*/ 170433 h 173291"/>
                    <a:gd name="connsiteX4" fmla="*/ 7281 w 51903"/>
                    <a:gd name="connsiteY4" fmla="*/ 173449 h 173291"/>
                    <a:gd name="connsiteX5" fmla="*/ 25364 w 51903"/>
                    <a:gd name="connsiteY5" fmla="*/ 172504 h 173291"/>
                    <a:gd name="connsiteX6" fmla="*/ 46919 w 51903"/>
                    <a:gd name="connsiteY6" fmla="*/ 173449 h 173291"/>
                    <a:gd name="connsiteX7" fmla="*/ 52015 w 51903"/>
                    <a:gd name="connsiteY7" fmla="*/ 170208 h 173291"/>
                    <a:gd name="connsiteX8" fmla="*/ 32805 w 51903"/>
                    <a:gd name="connsiteY8" fmla="*/ 154904 h 173291"/>
                    <a:gd name="connsiteX9" fmla="*/ 32805 w 51903"/>
                    <a:gd name="connsiteY9" fmla="*/ 3623 h 173291"/>
                    <a:gd name="connsiteX10" fmla="*/ 30009 w 51903"/>
                    <a:gd name="connsiteY10" fmla="*/ 157 h 173291"/>
                    <a:gd name="connsiteX11" fmla="*/ 4034 w 51903"/>
                    <a:gd name="connsiteY11" fmla="*/ 11230 h 173291"/>
                    <a:gd name="connsiteX12" fmla="*/ 111 w 51903"/>
                    <a:gd name="connsiteY12" fmla="*/ 14246 h 173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903" h="173291">
                      <a:moveTo>
                        <a:pt x="111" y="14246"/>
                      </a:moveTo>
                      <a:cubicBezTo>
                        <a:pt x="111" y="19107"/>
                        <a:pt x="15894" y="13075"/>
                        <a:pt x="15894" y="26759"/>
                      </a:cubicBezTo>
                      <a:lnTo>
                        <a:pt x="15894" y="157245"/>
                      </a:lnTo>
                      <a:cubicBezTo>
                        <a:pt x="15894" y="168093"/>
                        <a:pt x="4530" y="166697"/>
                        <a:pt x="4530" y="170433"/>
                      </a:cubicBezTo>
                      <a:cubicBezTo>
                        <a:pt x="4530" y="172504"/>
                        <a:pt x="5432" y="173449"/>
                        <a:pt x="7281" y="173449"/>
                      </a:cubicBezTo>
                      <a:cubicBezTo>
                        <a:pt x="9851" y="173449"/>
                        <a:pt x="13775" y="172504"/>
                        <a:pt x="25364" y="172504"/>
                      </a:cubicBezTo>
                      <a:cubicBezTo>
                        <a:pt x="36502" y="172504"/>
                        <a:pt x="42770" y="173449"/>
                        <a:pt x="46919" y="173449"/>
                      </a:cubicBezTo>
                      <a:cubicBezTo>
                        <a:pt x="50166" y="173449"/>
                        <a:pt x="52015" y="172954"/>
                        <a:pt x="52015" y="170208"/>
                      </a:cubicBezTo>
                      <a:cubicBezTo>
                        <a:pt x="52015" y="163952"/>
                        <a:pt x="32805" y="170433"/>
                        <a:pt x="32805" y="154904"/>
                      </a:cubicBezTo>
                      <a:lnTo>
                        <a:pt x="32805" y="3623"/>
                      </a:lnTo>
                      <a:cubicBezTo>
                        <a:pt x="32805" y="2228"/>
                        <a:pt x="31858" y="157"/>
                        <a:pt x="30009" y="157"/>
                      </a:cubicBezTo>
                      <a:cubicBezTo>
                        <a:pt x="25138" y="157"/>
                        <a:pt x="18870" y="7764"/>
                        <a:pt x="4034" y="11230"/>
                      </a:cubicBezTo>
                      <a:cubicBezTo>
                        <a:pt x="1284" y="11950"/>
                        <a:pt x="111" y="12175"/>
                        <a:pt x="111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63" name="Gráfico 12">
                  <a:extLst>
                    <a:ext uri="{FF2B5EF4-FFF2-40B4-BE49-F238E27FC236}">
                      <a16:creationId xmlns:a16="http://schemas.microsoft.com/office/drawing/2014/main" id="{A18D933C-A06E-4328-BE20-9F3BE44FA60C}"/>
                    </a:ext>
                  </a:extLst>
                </p:cNvPr>
                <p:cNvSpPr/>
                <p:nvPr/>
              </p:nvSpPr>
              <p:spPr>
                <a:xfrm>
                  <a:off x="1583846" y="2745475"/>
                  <a:ext cx="92488" cy="101814"/>
                </a:xfrm>
                <a:custGeom>
                  <a:avLst/>
                  <a:gdLst>
                    <a:gd name="connsiteX0" fmla="*/ 117 w 92488"/>
                    <a:gd name="connsiteY0" fmla="*/ 26308 h 101814"/>
                    <a:gd name="connsiteX1" fmla="*/ 11030 w 92488"/>
                    <a:gd name="connsiteY1" fmla="*/ 33915 h 101814"/>
                    <a:gd name="connsiteX2" fmla="*/ 16125 w 92488"/>
                    <a:gd name="connsiteY2" fmla="*/ 29549 h 101814"/>
                    <a:gd name="connsiteX3" fmla="*/ 14727 w 92488"/>
                    <a:gd name="connsiteY3" fmla="*/ 20052 h 101814"/>
                    <a:gd name="connsiteX4" fmla="*/ 34659 w 92488"/>
                    <a:gd name="connsiteY4" fmla="*/ 6189 h 101814"/>
                    <a:gd name="connsiteX5" fmla="*/ 58784 w 92488"/>
                    <a:gd name="connsiteY5" fmla="*/ 25813 h 101814"/>
                    <a:gd name="connsiteX6" fmla="*/ 58784 w 92488"/>
                    <a:gd name="connsiteY6" fmla="*/ 44133 h 101814"/>
                    <a:gd name="connsiteX7" fmla="*/ 613 w 92488"/>
                    <a:gd name="connsiteY7" fmla="*/ 79961 h 101814"/>
                    <a:gd name="connsiteX8" fmla="*/ 25640 w 92488"/>
                    <a:gd name="connsiteY8" fmla="*/ 101972 h 101814"/>
                    <a:gd name="connsiteX9" fmla="*/ 61084 w 92488"/>
                    <a:gd name="connsiteY9" fmla="*/ 88513 h 101814"/>
                    <a:gd name="connsiteX10" fmla="*/ 79167 w 92488"/>
                    <a:gd name="connsiteY10" fmla="*/ 100351 h 101814"/>
                    <a:gd name="connsiteX11" fmla="*/ 92605 w 92488"/>
                    <a:gd name="connsiteY11" fmla="*/ 94545 h 101814"/>
                    <a:gd name="connsiteX12" fmla="*/ 89854 w 92488"/>
                    <a:gd name="connsiteY12" fmla="*/ 92925 h 101814"/>
                    <a:gd name="connsiteX13" fmla="*/ 85435 w 92488"/>
                    <a:gd name="connsiteY13" fmla="*/ 93375 h 101814"/>
                    <a:gd name="connsiteX14" fmla="*/ 75469 w 92488"/>
                    <a:gd name="connsiteY14" fmla="*/ 78341 h 101814"/>
                    <a:gd name="connsiteX15" fmla="*/ 75695 w 92488"/>
                    <a:gd name="connsiteY15" fmla="*/ 23518 h 101814"/>
                    <a:gd name="connsiteX16" fmla="*/ 37229 w 92488"/>
                    <a:gd name="connsiteY16" fmla="*/ 157 h 101814"/>
                    <a:gd name="connsiteX17" fmla="*/ 117 w 92488"/>
                    <a:gd name="connsiteY17" fmla="*/ 26308 h 101814"/>
                    <a:gd name="connsiteX18" fmla="*/ 58784 w 92488"/>
                    <a:gd name="connsiteY18" fmla="*/ 49669 h 101814"/>
                    <a:gd name="connsiteX19" fmla="*/ 58784 w 92488"/>
                    <a:gd name="connsiteY19" fmla="*/ 76946 h 101814"/>
                    <a:gd name="connsiteX20" fmla="*/ 34433 w 92488"/>
                    <a:gd name="connsiteY20" fmla="*/ 95220 h 101814"/>
                    <a:gd name="connsiteX21" fmla="*/ 15674 w 92488"/>
                    <a:gd name="connsiteY21" fmla="*/ 76946 h 101814"/>
                    <a:gd name="connsiteX22" fmla="*/ 58784 w 92488"/>
                    <a:gd name="connsiteY22" fmla="*/ 49669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92488" h="101814">
                      <a:moveTo>
                        <a:pt x="117" y="26308"/>
                      </a:moveTo>
                      <a:cubicBezTo>
                        <a:pt x="117" y="30449"/>
                        <a:pt x="7106" y="33915"/>
                        <a:pt x="11030" y="33915"/>
                      </a:cubicBezTo>
                      <a:cubicBezTo>
                        <a:pt x="14953" y="33915"/>
                        <a:pt x="16125" y="32520"/>
                        <a:pt x="16125" y="29549"/>
                      </a:cubicBezTo>
                      <a:cubicBezTo>
                        <a:pt x="16125" y="26984"/>
                        <a:pt x="14727" y="23518"/>
                        <a:pt x="14727" y="20052"/>
                      </a:cubicBezTo>
                      <a:cubicBezTo>
                        <a:pt x="14727" y="7539"/>
                        <a:pt x="23566" y="6189"/>
                        <a:pt x="34659" y="6189"/>
                      </a:cubicBezTo>
                      <a:cubicBezTo>
                        <a:pt x="52516" y="6189"/>
                        <a:pt x="58784" y="17261"/>
                        <a:pt x="58784" y="25813"/>
                      </a:cubicBezTo>
                      <a:lnTo>
                        <a:pt x="58784" y="44133"/>
                      </a:lnTo>
                      <a:cubicBezTo>
                        <a:pt x="3860" y="53135"/>
                        <a:pt x="613" y="68394"/>
                        <a:pt x="613" y="79961"/>
                      </a:cubicBezTo>
                      <a:cubicBezTo>
                        <a:pt x="613" y="94995"/>
                        <a:pt x="8955" y="101972"/>
                        <a:pt x="25640" y="101972"/>
                      </a:cubicBezTo>
                      <a:cubicBezTo>
                        <a:pt x="38627" y="101972"/>
                        <a:pt x="51344" y="96840"/>
                        <a:pt x="61084" y="88513"/>
                      </a:cubicBezTo>
                      <a:cubicBezTo>
                        <a:pt x="64331" y="96390"/>
                        <a:pt x="70599" y="100351"/>
                        <a:pt x="79167" y="100351"/>
                      </a:cubicBezTo>
                      <a:cubicBezTo>
                        <a:pt x="83135" y="100351"/>
                        <a:pt x="92605" y="99181"/>
                        <a:pt x="92605" y="94545"/>
                      </a:cubicBezTo>
                      <a:cubicBezTo>
                        <a:pt x="92605" y="93375"/>
                        <a:pt x="91703" y="92925"/>
                        <a:pt x="89854" y="92925"/>
                      </a:cubicBezTo>
                      <a:cubicBezTo>
                        <a:pt x="88457" y="92925"/>
                        <a:pt x="86833" y="93375"/>
                        <a:pt x="85435" y="93375"/>
                      </a:cubicBezTo>
                      <a:cubicBezTo>
                        <a:pt x="76642" y="93375"/>
                        <a:pt x="75469" y="85768"/>
                        <a:pt x="75469" y="78341"/>
                      </a:cubicBezTo>
                      <a:lnTo>
                        <a:pt x="75695" y="23518"/>
                      </a:lnTo>
                      <a:cubicBezTo>
                        <a:pt x="75695" y="13120"/>
                        <a:pt x="68299" y="157"/>
                        <a:pt x="37229" y="157"/>
                      </a:cubicBezTo>
                      <a:cubicBezTo>
                        <a:pt x="11480" y="157"/>
                        <a:pt x="117" y="17261"/>
                        <a:pt x="117" y="26308"/>
                      </a:cubicBezTo>
                      <a:close/>
                      <a:moveTo>
                        <a:pt x="58784" y="49669"/>
                      </a:moveTo>
                      <a:lnTo>
                        <a:pt x="58784" y="76946"/>
                      </a:lnTo>
                      <a:cubicBezTo>
                        <a:pt x="58784" y="87838"/>
                        <a:pt x="44399" y="95220"/>
                        <a:pt x="34433" y="95220"/>
                      </a:cubicBezTo>
                      <a:cubicBezTo>
                        <a:pt x="21942" y="95220"/>
                        <a:pt x="15674" y="89684"/>
                        <a:pt x="15674" y="76946"/>
                      </a:cubicBezTo>
                      <a:cubicBezTo>
                        <a:pt x="15674" y="56826"/>
                        <a:pt x="43001" y="53135"/>
                        <a:pt x="58784" y="4966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64" name="Gráfico 12">
                  <a:extLst>
                    <a:ext uri="{FF2B5EF4-FFF2-40B4-BE49-F238E27FC236}">
                      <a16:creationId xmlns:a16="http://schemas.microsoft.com/office/drawing/2014/main" id="{4E59713F-0F31-43ED-A5FD-22B390AA8EC9}"/>
                    </a:ext>
                  </a:extLst>
                </p:cNvPr>
                <p:cNvSpPr/>
                <p:nvPr/>
              </p:nvSpPr>
              <p:spPr>
                <a:xfrm>
                  <a:off x="1738689" y="2681605"/>
                  <a:ext cx="150660" cy="164064"/>
                </a:xfrm>
                <a:custGeom>
                  <a:avLst/>
                  <a:gdLst>
                    <a:gd name="connsiteX0" fmla="*/ 19837 w 150660"/>
                    <a:gd name="connsiteY0" fmla="*/ 1327 h 164064"/>
                    <a:gd name="connsiteX1" fmla="*/ 5001 w 150660"/>
                    <a:gd name="connsiteY1" fmla="*/ 382 h 164064"/>
                    <a:gd name="connsiteX2" fmla="*/ 131 w 150660"/>
                    <a:gd name="connsiteY2" fmla="*/ 3173 h 164064"/>
                    <a:gd name="connsiteX3" fmla="*/ 20062 w 150660"/>
                    <a:gd name="connsiteY3" fmla="*/ 23293 h 164064"/>
                    <a:gd name="connsiteX4" fmla="*/ 20062 w 150660"/>
                    <a:gd name="connsiteY4" fmla="*/ 141986 h 164064"/>
                    <a:gd name="connsiteX5" fmla="*/ 3152 w 150660"/>
                    <a:gd name="connsiteY5" fmla="*/ 161656 h 164064"/>
                    <a:gd name="connsiteX6" fmla="*/ 5903 w 150660"/>
                    <a:gd name="connsiteY6" fmla="*/ 164222 h 164064"/>
                    <a:gd name="connsiteX7" fmla="*/ 32553 w 150660"/>
                    <a:gd name="connsiteY7" fmla="*/ 163276 h 164064"/>
                    <a:gd name="connsiteX8" fmla="*/ 60151 w 150660"/>
                    <a:gd name="connsiteY8" fmla="*/ 164222 h 164064"/>
                    <a:gd name="connsiteX9" fmla="*/ 62496 w 150660"/>
                    <a:gd name="connsiteY9" fmla="*/ 162331 h 164064"/>
                    <a:gd name="connsiteX10" fmla="*/ 38371 w 150660"/>
                    <a:gd name="connsiteY10" fmla="*/ 141986 h 164064"/>
                    <a:gd name="connsiteX11" fmla="*/ 38371 w 150660"/>
                    <a:gd name="connsiteY11" fmla="*/ 90629 h 164064"/>
                    <a:gd name="connsiteX12" fmla="*/ 45541 w 150660"/>
                    <a:gd name="connsiteY12" fmla="*/ 86443 h 164064"/>
                    <a:gd name="connsiteX13" fmla="*/ 53432 w 150660"/>
                    <a:gd name="connsiteY13" fmla="*/ 86443 h 164064"/>
                    <a:gd name="connsiteX14" fmla="*/ 75709 w 150660"/>
                    <a:gd name="connsiteY14" fmla="*/ 99406 h 164064"/>
                    <a:gd name="connsiteX15" fmla="*/ 99789 w 150660"/>
                    <a:gd name="connsiteY15" fmla="*/ 137350 h 164064"/>
                    <a:gd name="connsiteX16" fmla="*/ 135955 w 150660"/>
                    <a:gd name="connsiteY16" fmla="*/ 164222 h 164064"/>
                    <a:gd name="connsiteX17" fmla="*/ 150791 w 150660"/>
                    <a:gd name="connsiteY17" fmla="*/ 161431 h 164064"/>
                    <a:gd name="connsiteX18" fmla="*/ 142448 w 150660"/>
                    <a:gd name="connsiteY18" fmla="*/ 157470 h 164064"/>
                    <a:gd name="connsiteX19" fmla="*/ 120893 w 150660"/>
                    <a:gd name="connsiteY19" fmla="*/ 136225 h 164064"/>
                    <a:gd name="connsiteX20" fmla="*/ 84051 w 150660"/>
                    <a:gd name="connsiteY20" fmla="*/ 80457 h 164064"/>
                    <a:gd name="connsiteX21" fmla="*/ 113227 w 150660"/>
                    <a:gd name="connsiteY21" fmla="*/ 40442 h 164064"/>
                    <a:gd name="connsiteX22" fmla="*/ 63173 w 150660"/>
                    <a:gd name="connsiteY22" fmla="*/ 157 h 164064"/>
                    <a:gd name="connsiteX23" fmla="*/ 19837 w 150660"/>
                    <a:gd name="connsiteY23" fmla="*/ 1327 h 164064"/>
                    <a:gd name="connsiteX24" fmla="*/ 38371 w 150660"/>
                    <a:gd name="connsiteY24" fmla="*/ 16136 h 164064"/>
                    <a:gd name="connsiteX25" fmla="*/ 50411 w 150660"/>
                    <a:gd name="connsiteY25" fmla="*/ 8034 h 164064"/>
                    <a:gd name="connsiteX26" fmla="*/ 95866 w 150660"/>
                    <a:gd name="connsiteY26" fmla="*/ 45753 h 164064"/>
                    <a:gd name="connsiteX27" fmla="*/ 78460 w 150660"/>
                    <a:gd name="connsiteY27" fmla="*/ 75595 h 164064"/>
                    <a:gd name="connsiteX28" fmla="*/ 59926 w 150660"/>
                    <a:gd name="connsiteY28" fmla="*/ 78611 h 164064"/>
                    <a:gd name="connsiteX29" fmla="*/ 51809 w 150660"/>
                    <a:gd name="connsiteY29" fmla="*/ 78836 h 164064"/>
                    <a:gd name="connsiteX30" fmla="*/ 38371 w 150660"/>
                    <a:gd name="connsiteY30" fmla="*/ 75370 h 16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150660" h="164064">
                      <a:moveTo>
                        <a:pt x="19837" y="1327"/>
                      </a:moveTo>
                      <a:cubicBezTo>
                        <a:pt x="7752" y="1327"/>
                        <a:pt x="8924" y="382"/>
                        <a:pt x="5001" y="382"/>
                      </a:cubicBezTo>
                      <a:cubicBezTo>
                        <a:pt x="1979" y="382"/>
                        <a:pt x="131" y="1778"/>
                        <a:pt x="131" y="3173"/>
                      </a:cubicBezTo>
                      <a:cubicBezTo>
                        <a:pt x="131" y="10825"/>
                        <a:pt x="20062" y="2003"/>
                        <a:pt x="20062" y="23293"/>
                      </a:cubicBezTo>
                      <a:lnTo>
                        <a:pt x="20062" y="141986"/>
                      </a:lnTo>
                      <a:cubicBezTo>
                        <a:pt x="20062" y="158640"/>
                        <a:pt x="3152" y="156120"/>
                        <a:pt x="3152" y="161656"/>
                      </a:cubicBezTo>
                      <a:cubicBezTo>
                        <a:pt x="3152" y="163276"/>
                        <a:pt x="4054" y="164222"/>
                        <a:pt x="5903" y="164222"/>
                      </a:cubicBezTo>
                      <a:cubicBezTo>
                        <a:pt x="14020" y="164222"/>
                        <a:pt x="22588" y="163276"/>
                        <a:pt x="32553" y="163276"/>
                      </a:cubicBezTo>
                      <a:cubicBezTo>
                        <a:pt x="52034" y="163276"/>
                        <a:pt x="54830" y="164222"/>
                        <a:pt x="60151" y="164222"/>
                      </a:cubicBezTo>
                      <a:cubicBezTo>
                        <a:pt x="61549" y="164222"/>
                        <a:pt x="62496" y="163952"/>
                        <a:pt x="62496" y="162331"/>
                      </a:cubicBezTo>
                      <a:cubicBezTo>
                        <a:pt x="62496" y="154724"/>
                        <a:pt x="38371" y="161206"/>
                        <a:pt x="38371" y="141986"/>
                      </a:cubicBezTo>
                      <a:lnTo>
                        <a:pt x="38371" y="90629"/>
                      </a:lnTo>
                      <a:cubicBezTo>
                        <a:pt x="38371" y="86938"/>
                        <a:pt x="41392" y="86443"/>
                        <a:pt x="45541" y="86443"/>
                      </a:cubicBezTo>
                      <a:lnTo>
                        <a:pt x="53432" y="86443"/>
                      </a:lnTo>
                      <a:cubicBezTo>
                        <a:pt x="69892" y="86443"/>
                        <a:pt x="68268" y="87838"/>
                        <a:pt x="75709" y="99406"/>
                      </a:cubicBezTo>
                      <a:lnTo>
                        <a:pt x="99789" y="137350"/>
                      </a:lnTo>
                      <a:cubicBezTo>
                        <a:pt x="111604" y="155895"/>
                        <a:pt x="120893" y="164222"/>
                        <a:pt x="135955" y="164222"/>
                      </a:cubicBezTo>
                      <a:cubicBezTo>
                        <a:pt x="140104" y="164222"/>
                        <a:pt x="150791" y="163952"/>
                        <a:pt x="150791" y="161431"/>
                      </a:cubicBezTo>
                      <a:cubicBezTo>
                        <a:pt x="150791" y="158640"/>
                        <a:pt x="148491" y="159586"/>
                        <a:pt x="142448" y="157470"/>
                      </a:cubicBezTo>
                      <a:cubicBezTo>
                        <a:pt x="133384" y="154274"/>
                        <a:pt x="126214" y="144552"/>
                        <a:pt x="120893" y="136225"/>
                      </a:cubicBezTo>
                      <a:lnTo>
                        <a:pt x="84051" y="80457"/>
                      </a:lnTo>
                      <a:cubicBezTo>
                        <a:pt x="99789" y="74200"/>
                        <a:pt x="113227" y="58941"/>
                        <a:pt x="113227" y="40442"/>
                      </a:cubicBezTo>
                      <a:cubicBezTo>
                        <a:pt x="113227" y="9654"/>
                        <a:pt x="88651" y="157"/>
                        <a:pt x="63173" y="157"/>
                      </a:cubicBezTo>
                      <a:cubicBezTo>
                        <a:pt x="54830" y="157"/>
                        <a:pt x="26556" y="1327"/>
                        <a:pt x="19837" y="1327"/>
                      </a:cubicBezTo>
                      <a:close/>
                      <a:moveTo>
                        <a:pt x="38371" y="16136"/>
                      </a:moveTo>
                      <a:cubicBezTo>
                        <a:pt x="38371" y="8034"/>
                        <a:pt x="43241" y="8034"/>
                        <a:pt x="50411" y="8034"/>
                      </a:cubicBezTo>
                      <a:cubicBezTo>
                        <a:pt x="84051" y="8034"/>
                        <a:pt x="95866" y="25138"/>
                        <a:pt x="95866" y="45753"/>
                      </a:cubicBezTo>
                      <a:cubicBezTo>
                        <a:pt x="95866" y="62857"/>
                        <a:pt x="87749" y="71904"/>
                        <a:pt x="78460" y="75595"/>
                      </a:cubicBezTo>
                      <a:cubicBezTo>
                        <a:pt x="72191" y="78116"/>
                        <a:pt x="68268" y="78611"/>
                        <a:pt x="59926" y="78611"/>
                      </a:cubicBezTo>
                      <a:cubicBezTo>
                        <a:pt x="58302" y="78611"/>
                        <a:pt x="55281" y="78836"/>
                        <a:pt x="51809" y="78836"/>
                      </a:cubicBezTo>
                      <a:cubicBezTo>
                        <a:pt x="45541" y="78836"/>
                        <a:pt x="38371" y="78386"/>
                        <a:pt x="38371" y="7537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65" name="Gráfico 12">
                  <a:extLst>
                    <a:ext uri="{FF2B5EF4-FFF2-40B4-BE49-F238E27FC236}">
                      <a16:creationId xmlns:a16="http://schemas.microsoft.com/office/drawing/2014/main" id="{D2142D45-DCC2-4064-980E-DE28BCD007A7}"/>
                    </a:ext>
                  </a:extLst>
                </p:cNvPr>
                <p:cNvSpPr/>
                <p:nvPr/>
              </p:nvSpPr>
              <p:spPr>
                <a:xfrm>
                  <a:off x="1897917" y="2745475"/>
                  <a:ext cx="87843" cy="101814"/>
                </a:xfrm>
                <a:custGeom>
                  <a:avLst/>
                  <a:gdLst>
                    <a:gd name="connsiteX0" fmla="*/ 144 w 87843"/>
                    <a:gd name="connsiteY0" fmla="*/ 54305 h 101814"/>
                    <a:gd name="connsiteX1" fmla="*/ 46952 w 87843"/>
                    <a:gd name="connsiteY1" fmla="*/ 101972 h 101814"/>
                    <a:gd name="connsiteX2" fmla="*/ 87988 w 87843"/>
                    <a:gd name="connsiteY2" fmla="*/ 79736 h 101814"/>
                    <a:gd name="connsiteX3" fmla="*/ 87041 w 87843"/>
                    <a:gd name="connsiteY3" fmla="*/ 78341 h 101814"/>
                    <a:gd name="connsiteX4" fmla="*/ 54347 w 87843"/>
                    <a:gd name="connsiteY4" fmla="*/ 90404 h 101814"/>
                    <a:gd name="connsiteX5" fmla="*/ 17054 w 87843"/>
                    <a:gd name="connsiteY5" fmla="*/ 40892 h 101814"/>
                    <a:gd name="connsiteX6" fmla="*/ 81494 w 87843"/>
                    <a:gd name="connsiteY6" fmla="*/ 40892 h 101814"/>
                    <a:gd name="connsiteX7" fmla="*/ 86590 w 87843"/>
                    <a:gd name="connsiteY7" fmla="*/ 36931 h 101814"/>
                    <a:gd name="connsiteX8" fmla="*/ 45554 w 87843"/>
                    <a:gd name="connsiteY8" fmla="*/ 157 h 101814"/>
                    <a:gd name="connsiteX9" fmla="*/ 144 w 87843"/>
                    <a:gd name="connsiteY9" fmla="*/ 54305 h 101814"/>
                    <a:gd name="connsiteX10" fmla="*/ 17054 w 87843"/>
                    <a:gd name="connsiteY10" fmla="*/ 34635 h 101814"/>
                    <a:gd name="connsiteX11" fmla="*/ 41631 w 87843"/>
                    <a:gd name="connsiteY11" fmla="*/ 5468 h 101814"/>
                    <a:gd name="connsiteX12" fmla="*/ 67335 w 87843"/>
                    <a:gd name="connsiteY12" fmla="*/ 29999 h 101814"/>
                    <a:gd name="connsiteX13" fmla="*/ 63186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144" y="54305"/>
                      </a:moveTo>
                      <a:cubicBezTo>
                        <a:pt x="144" y="69789"/>
                        <a:pt x="12184" y="101972"/>
                        <a:pt x="46952" y="101972"/>
                      </a:cubicBezTo>
                      <a:cubicBezTo>
                        <a:pt x="67831" y="101972"/>
                        <a:pt x="87988" y="85543"/>
                        <a:pt x="87988" y="79736"/>
                      </a:cubicBezTo>
                      <a:cubicBezTo>
                        <a:pt x="87988" y="78836"/>
                        <a:pt x="87762" y="78341"/>
                        <a:pt x="87041" y="78341"/>
                      </a:cubicBezTo>
                      <a:cubicBezTo>
                        <a:pt x="81720" y="78341"/>
                        <a:pt x="74775" y="90404"/>
                        <a:pt x="54347" y="90404"/>
                      </a:cubicBezTo>
                      <a:cubicBezTo>
                        <a:pt x="39511" y="90404"/>
                        <a:pt x="17054" y="78116"/>
                        <a:pt x="17054" y="40892"/>
                      </a:cubicBezTo>
                      <a:lnTo>
                        <a:pt x="81494" y="40892"/>
                      </a:lnTo>
                      <a:cubicBezTo>
                        <a:pt x="85643" y="40892"/>
                        <a:pt x="86590" y="39722"/>
                        <a:pt x="86590" y="36931"/>
                      </a:cubicBezTo>
                      <a:cubicBezTo>
                        <a:pt x="86590" y="27434"/>
                        <a:pt x="73828" y="157"/>
                        <a:pt x="45554" y="157"/>
                      </a:cubicBezTo>
                      <a:cubicBezTo>
                        <a:pt x="16333" y="157"/>
                        <a:pt x="144" y="25363"/>
                        <a:pt x="144" y="54305"/>
                      </a:cubicBezTo>
                      <a:close/>
                      <a:moveTo>
                        <a:pt x="17054" y="34635"/>
                      </a:moveTo>
                      <a:cubicBezTo>
                        <a:pt x="17054" y="21447"/>
                        <a:pt x="27697" y="5468"/>
                        <a:pt x="41631" y="5468"/>
                      </a:cubicBezTo>
                      <a:cubicBezTo>
                        <a:pt x="54618" y="5468"/>
                        <a:pt x="67335" y="17261"/>
                        <a:pt x="67335" y="29999"/>
                      </a:cubicBezTo>
                      <a:cubicBezTo>
                        <a:pt x="67335" y="33015"/>
                        <a:pt x="66207" y="34635"/>
                        <a:pt x="63186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66" name="Gráfico 12">
                  <a:extLst>
                    <a:ext uri="{FF2B5EF4-FFF2-40B4-BE49-F238E27FC236}">
                      <a16:creationId xmlns:a16="http://schemas.microsoft.com/office/drawing/2014/main" id="{5D329A5A-5846-45D5-ABF6-94541DF2ADB9}"/>
                    </a:ext>
                  </a:extLst>
                </p:cNvPr>
                <p:cNvSpPr/>
                <p:nvPr/>
              </p:nvSpPr>
              <p:spPr>
                <a:xfrm>
                  <a:off x="1999871" y="2745475"/>
                  <a:ext cx="91541" cy="101814"/>
                </a:xfrm>
                <a:custGeom>
                  <a:avLst/>
                  <a:gdLst>
                    <a:gd name="connsiteX0" fmla="*/ 153 w 91541"/>
                    <a:gd name="connsiteY0" fmla="*/ 52910 h 101814"/>
                    <a:gd name="connsiteX1" fmla="*/ 46059 w 91541"/>
                    <a:gd name="connsiteY1" fmla="*/ 101972 h 101814"/>
                    <a:gd name="connsiteX2" fmla="*/ 91694 w 91541"/>
                    <a:gd name="connsiteY2" fmla="*/ 78341 h 101814"/>
                    <a:gd name="connsiteX3" fmla="*/ 89846 w 91541"/>
                    <a:gd name="connsiteY3" fmla="*/ 76946 h 101814"/>
                    <a:gd name="connsiteX4" fmla="*/ 58099 w 91541"/>
                    <a:gd name="connsiteY4" fmla="*/ 90404 h 101814"/>
                    <a:gd name="connsiteX5" fmla="*/ 17063 w 91541"/>
                    <a:gd name="connsiteY5" fmla="*/ 44808 h 101814"/>
                    <a:gd name="connsiteX6" fmla="*/ 44436 w 91541"/>
                    <a:gd name="connsiteY6" fmla="*/ 7764 h 101814"/>
                    <a:gd name="connsiteX7" fmla="*/ 78752 w 91541"/>
                    <a:gd name="connsiteY7" fmla="*/ 27209 h 101814"/>
                    <a:gd name="connsiteX8" fmla="*/ 80601 w 91541"/>
                    <a:gd name="connsiteY8" fmla="*/ 19827 h 101814"/>
                    <a:gd name="connsiteX9" fmla="*/ 80601 w 91541"/>
                    <a:gd name="connsiteY9" fmla="*/ 11275 h 101814"/>
                    <a:gd name="connsiteX10" fmla="*/ 76182 w 91541"/>
                    <a:gd name="connsiteY10" fmla="*/ 4568 h 101814"/>
                    <a:gd name="connsiteX11" fmla="*/ 52327 w 91541"/>
                    <a:gd name="connsiteY11" fmla="*/ 157 h 101814"/>
                    <a:gd name="connsiteX12" fmla="*/ 153 w 91541"/>
                    <a:gd name="connsiteY12" fmla="*/ 52910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1541" h="101814">
                      <a:moveTo>
                        <a:pt x="153" y="52910"/>
                      </a:moveTo>
                      <a:cubicBezTo>
                        <a:pt x="153" y="78116"/>
                        <a:pt x="18912" y="101972"/>
                        <a:pt x="46059" y="101972"/>
                      </a:cubicBezTo>
                      <a:cubicBezTo>
                        <a:pt x="78256" y="101972"/>
                        <a:pt x="91694" y="81582"/>
                        <a:pt x="91694" y="78341"/>
                      </a:cubicBezTo>
                      <a:cubicBezTo>
                        <a:pt x="91694" y="77666"/>
                        <a:pt x="90567" y="76946"/>
                        <a:pt x="89846" y="76946"/>
                      </a:cubicBezTo>
                      <a:cubicBezTo>
                        <a:pt x="85922" y="77216"/>
                        <a:pt x="76407" y="90404"/>
                        <a:pt x="58099" y="90404"/>
                      </a:cubicBezTo>
                      <a:cubicBezTo>
                        <a:pt x="32125" y="90404"/>
                        <a:pt x="17063" y="70014"/>
                        <a:pt x="17063" y="44808"/>
                      </a:cubicBezTo>
                      <a:cubicBezTo>
                        <a:pt x="17063" y="28829"/>
                        <a:pt x="24278" y="7764"/>
                        <a:pt x="44436" y="7764"/>
                      </a:cubicBezTo>
                      <a:cubicBezTo>
                        <a:pt x="70410" y="7764"/>
                        <a:pt x="73386" y="27209"/>
                        <a:pt x="78752" y="27209"/>
                      </a:cubicBezTo>
                      <a:cubicBezTo>
                        <a:pt x="80376" y="27209"/>
                        <a:pt x="80601" y="24463"/>
                        <a:pt x="80601" y="19827"/>
                      </a:cubicBezTo>
                      <a:lnTo>
                        <a:pt x="80601" y="11275"/>
                      </a:lnTo>
                      <a:cubicBezTo>
                        <a:pt x="80601" y="7089"/>
                        <a:pt x="79654" y="6639"/>
                        <a:pt x="76182" y="4568"/>
                      </a:cubicBezTo>
                      <a:cubicBezTo>
                        <a:pt x="72259" y="2228"/>
                        <a:pt x="61797" y="157"/>
                        <a:pt x="52327" y="157"/>
                      </a:cubicBezTo>
                      <a:cubicBezTo>
                        <a:pt x="22880" y="157"/>
                        <a:pt x="153" y="24193"/>
                        <a:pt x="153" y="5291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67" name="Gráfico 12">
                  <a:extLst>
                    <a:ext uri="{FF2B5EF4-FFF2-40B4-BE49-F238E27FC236}">
                      <a16:creationId xmlns:a16="http://schemas.microsoft.com/office/drawing/2014/main" id="{75D7B0C2-FCBF-4DBB-B144-43D191759460}"/>
                    </a:ext>
                  </a:extLst>
                </p:cNvPr>
                <p:cNvSpPr/>
                <p:nvPr/>
              </p:nvSpPr>
              <p:spPr>
                <a:xfrm>
                  <a:off x="2100472" y="2748941"/>
                  <a:ext cx="108451" cy="98348"/>
                </a:xfrm>
                <a:custGeom>
                  <a:avLst/>
                  <a:gdLst>
                    <a:gd name="connsiteX0" fmla="*/ 162 w 108451"/>
                    <a:gd name="connsiteY0" fmla="*/ 4793 h 98348"/>
                    <a:gd name="connsiteX1" fmla="*/ 12428 w 108451"/>
                    <a:gd name="connsiteY1" fmla="*/ 13120 h 98348"/>
                    <a:gd name="connsiteX2" fmla="*/ 12428 w 108451"/>
                    <a:gd name="connsiteY2" fmla="*/ 68169 h 98348"/>
                    <a:gd name="connsiteX3" fmla="*/ 46293 w 108451"/>
                    <a:gd name="connsiteY3" fmla="*/ 98506 h 98348"/>
                    <a:gd name="connsiteX4" fmla="*/ 77093 w 108451"/>
                    <a:gd name="connsiteY4" fmla="*/ 82302 h 98348"/>
                    <a:gd name="connsiteX5" fmla="*/ 77544 w 108451"/>
                    <a:gd name="connsiteY5" fmla="*/ 82302 h 98348"/>
                    <a:gd name="connsiteX6" fmla="*/ 77544 w 108451"/>
                    <a:gd name="connsiteY6" fmla="*/ 93150 h 98348"/>
                    <a:gd name="connsiteX7" fmla="*/ 79889 w 108451"/>
                    <a:gd name="connsiteY7" fmla="*/ 98506 h 98348"/>
                    <a:gd name="connsiteX8" fmla="*/ 91929 w 108451"/>
                    <a:gd name="connsiteY8" fmla="*/ 96390 h 98348"/>
                    <a:gd name="connsiteX9" fmla="*/ 108614 w 108451"/>
                    <a:gd name="connsiteY9" fmla="*/ 93870 h 98348"/>
                    <a:gd name="connsiteX10" fmla="*/ 94003 w 108451"/>
                    <a:gd name="connsiteY10" fmla="*/ 85768 h 98348"/>
                    <a:gd name="connsiteX11" fmla="*/ 94003 w 108451"/>
                    <a:gd name="connsiteY11" fmla="*/ 5468 h 98348"/>
                    <a:gd name="connsiteX12" fmla="*/ 89629 w 108451"/>
                    <a:gd name="connsiteY12" fmla="*/ 157 h 98348"/>
                    <a:gd name="connsiteX13" fmla="*/ 78491 w 108451"/>
                    <a:gd name="connsiteY13" fmla="*/ 2003 h 98348"/>
                    <a:gd name="connsiteX14" fmla="*/ 68750 w 108451"/>
                    <a:gd name="connsiteY14" fmla="*/ 2723 h 98348"/>
                    <a:gd name="connsiteX15" fmla="*/ 64827 w 108451"/>
                    <a:gd name="connsiteY15" fmla="*/ 4793 h 98348"/>
                    <a:gd name="connsiteX16" fmla="*/ 77093 w 108451"/>
                    <a:gd name="connsiteY16" fmla="*/ 13345 h 98348"/>
                    <a:gd name="connsiteX17" fmla="*/ 77093 w 108451"/>
                    <a:gd name="connsiteY17" fmla="*/ 73975 h 98348"/>
                    <a:gd name="connsiteX18" fmla="*/ 51840 w 108451"/>
                    <a:gd name="connsiteY18" fmla="*/ 90404 h 98348"/>
                    <a:gd name="connsiteX19" fmla="*/ 29338 w 108451"/>
                    <a:gd name="connsiteY19" fmla="*/ 65378 h 98348"/>
                    <a:gd name="connsiteX20" fmla="*/ 29338 w 108451"/>
                    <a:gd name="connsiteY20" fmla="*/ 5468 h 98348"/>
                    <a:gd name="connsiteX21" fmla="*/ 24964 w 108451"/>
                    <a:gd name="connsiteY21" fmla="*/ 157 h 98348"/>
                    <a:gd name="connsiteX22" fmla="*/ 10579 w 108451"/>
                    <a:gd name="connsiteY22" fmla="*/ 2453 h 98348"/>
                    <a:gd name="connsiteX23" fmla="*/ 5032 w 108451"/>
                    <a:gd name="connsiteY23" fmla="*/ 2723 h 98348"/>
                    <a:gd name="connsiteX24" fmla="*/ 162 w 108451"/>
                    <a:gd name="connsiteY24" fmla="*/ 4793 h 983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08451" h="98348">
                      <a:moveTo>
                        <a:pt x="162" y="4793"/>
                      </a:moveTo>
                      <a:cubicBezTo>
                        <a:pt x="162" y="10105"/>
                        <a:pt x="12428" y="5243"/>
                        <a:pt x="12428" y="13120"/>
                      </a:cubicBezTo>
                      <a:lnTo>
                        <a:pt x="12428" y="68169"/>
                      </a:lnTo>
                      <a:cubicBezTo>
                        <a:pt x="12428" y="84598"/>
                        <a:pt x="25189" y="98506"/>
                        <a:pt x="46293" y="98506"/>
                      </a:cubicBezTo>
                      <a:cubicBezTo>
                        <a:pt x="58559" y="98506"/>
                        <a:pt x="69923" y="93150"/>
                        <a:pt x="77093" y="82302"/>
                      </a:cubicBezTo>
                      <a:lnTo>
                        <a:pt x="77544" y="82302"/>
                      </a:lnTo>
                      <a:lnTo>
                        <a:pt x="77544" y="93150"/>
                      </a:lnTo>
                      <a:cubicBezTo>
                        <a:pt x="77544" y="96885"/>
                        <a:pt x="77814" y="98506"/>
                        <a:pt x="79889" y="98506"/>
                      </a:cubicBezTo>
                      <a:cubicBezTo>
                        <a:pt x="84037" y="98506"/>
                        <a:pt x="86157" y="97111"/>
                        <a:pt x="91929" y="96390"/>
                      </a:cubicBezTo>
                      <a:cubicBezTo>
                        <a:pt x="99820" y="95490"/>
                        <a:pt x="108614" y="96615"/>
                        <a:pt x="108614" y="93870"/>
                      </a:cubicBezTo>
                      <a:cubicBezTo>
                        <a:pt x="108614" y="88784"/>
                        <a:pt x="94003" y="91754"/>
                        <a:pt x="94003" y="85768"/>
                      </a:cubicBezTo>
                      <a:lnTo>
                        <a:pt x="94003" y="5468"/>
                      </a:lnTo>
                      <a:cubicBezTo>
                        <a:pt x="94003" y="2453"/>
                        <a:pt x="91929" y="157"/>
                        <a:pt x="89629" y="157"/>
                      </a:cubicBezTo>
                      <a:cubicBezTo>
                        <a:pt x="85210" y="157"/>
                        <a:pt x="82685" y="1327"/>
                        <a:pt x="78491" y="2003"/>
                      </a:cubicBezTo>
                      <a:cubicBezTo>
                        <a:pt x="75018" y="2723"/>
                        <a:pt x="71321" y="2723"/>
                        <a:pt x="68750" y="2723"/>
                      </a:cubicBezTo>
                      <a:cubicBezTo>
                        <a:pt x="66225" y="2723"/>
                        <a:pt x="64827" y="3623"/>
                        <a:pt x="64827" y="4793"/>
                      </a:cubicBezTo>
                      <a:cubicBezTo>
                        <a:pt x="64827" y="10330"/>
                        <a:pt x="77093" y="5018"/>
                        <a:pt x="77093" y="13345"/>
                      </a:cubicBezTo>
                      <a:lnTo>
                        <a:pt x="77093" y="73975"/>
                      </a:lnTo>
                      <a:cubicBezTo>
                        <a:pt x="77093" y="79286"/>
                        <a:pt x="66451" y="90404"/>
                        <a:pt x="51840" y="90404"/>
                      </a:cubicBezTo>
                      <a:cubicBezTo>
                        <a:pt x="42325" y="90404"/>
                        <a:pt x="29338" y="83427"/>
                        <a:pt x="29338" y="65378"/>
                      </a:cubicBezTo>
                      <a:lnTo>
                        <a:pt x="29338" y="5468"/>
                      </a:lnTo>
                      <a:cubicBezTo>
                        <a:pt x="29338" y="2453"/>
                        <a:pt x="27264" y="157"/>
                        <a:pt x="24964" y="157"/>
                      </a:cubicBezTo>
                      <a:cubicBezTo>
                        <a:pt x="19147" y="157"/>
                        <a:pt x="14998" y="2228"/>
                        <a:pt x="10579" y="2453"/>
                      </a:cubicBezTo>
                      <a:cubicBezTo>
                        <a:pt x="7783" y="2723"/>
                        <a:pt x="6655" y="2723"/>
                        <a:pt x="5032" y="2723"/>
                      </a:cubicBezTo>
                      <a:cubicBezTo>
                        <a:pt x="1785" y="2723"/>
                        <a:pt x="162" y="3398"/>
                        <a:pt x="162" y="479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68" name="Gráfico 12">
                  <a:extLst>
                    <a:ext uri="{FF2B5EF4-FFF2-40B4-BE49-F238E27FC236}">
                      <a16:creationId xmlns:a16="http://schemas.microsoft.com/office/drawing/2014/main" id="{7D00962B-49D7-4D6C-BE39-7CE908CA380A}"/>
                    </a:ext>
                  </a:extLst>
                </p:cNvPr>
                <p:cNvSpPr/>
                <p:nvPr/>
              </p:nvSpPr>
              <p:spPr>
                <a:xfrm>
                  <a:off x="2213781" y="2743630"/>
                  <a:ext cx="105926" cy="148985"/>
                </a:xfrm>
                <a:custGeom>
                  <a:avLst/>
                  <a:gdLst>
                    <a:gd name="connsiteX0" fmla="*/ 172 w 105926"/>
                    <a:gd name="connsiteY0" fmla="*/ 14246 h 148985"/>
                    <a:gd name="connsiteX1" fmla="*/ 15955 w 105926"/>
                    <a:gd name="connsiteY1" fmla="*/ 26759 h 148985"/>
                    <a:gd name="connsiteX2" fmla="*/ 15955 w 105926"/>
                    <a:gd name="connsiteY2" fmla="*/ 130644 h 148985"/>
                    <a:gd name="connsiteX3" fmla="*/ 3870 w 105926"/>
                    <a:gd name="connsiteY3" fmla="*/ 146577 h 148985"/>
                    <a:gd name="connsiteX4" fmla="*/ 7342 w 105926"/>
                    <a:gd name="connsiteY4" fmla="*/ 149143 h 148985"/>
                    <a:gd name="connsiteX5" fmla="*/ 26146 w 105926"/>
                    <a:gd name="connsiteY5" fmla="*/ 148198 h 148985"/>
                    <a:gd name="connsiteX6" fmla="*/ 50001 w 105926"/>
                    <a:gd name="connsiteY6" fmla="*/ 149143 h 148985"/>
                    <a:gd name="connsiteX7" fmla="*/ 54195 w 105926"/>
                    <a:gd name="connsiteY7" fmla="*/ 146127 h 148985"/>
                    <a:gd name="connsiteX8" fmla="*/ 32865 w 105926"/>
                    <a:gd name="connsiteY8" fmla="*/ 131319 h 148985"/>
                    <a:gd name="connsiteX9" fmla="*/ 32865 w 105926"/>
                    <a:gd name="connsiteY9" fmla="*/ 97561 h 148985"/>
                    <a:gd name="connsiteX10" fmla="*/ 56720 w 105926"/>
                    <a:gd name="connsiteY10" fmla="*/ 103817 h 148985"/>
                    <a:gd name="connsiteX11" fmla="*/ 106099 w 105926"/>
                    <a:gd name="connsiteY11" fmla="*/ 48949 h 148985"/>
                    <a:gd name="connsiteX12" fmla="*/ 64612 w 105926"/>
                    <a:gd name="connsiteY12" fmla="*/ 2003 h 148985"/>
                    <a:gd name="connsiteX13" fmla="*/ 32865 w 105926"/>
                    <a:gd name="connsiteY13" fmla="*/ 17261 h 148985"/>
                    <a:gd name="connsiteX14" fmla="*/ 32865 w 105926"/>
                    <a:gd name="connsiteY14" fmla="*/ 4298 h 148985"/>
                    <a:gd name="connsiteX15" fmla="*/ 30069 w 105926"/>
                    <a:gd name="connsiteY15" fmla="*/ 157 h 148985"/>
                    <a:gd name="connsiteX16" fmla="*/ 14782 w 105926"/>
                    <a:gd name="connsiteY16" fmla="*/ 7539 h 148985"/>
                    <a:gd name="connsiteX17" fmla="*/ 2246 w 105926"/>
                    <a:gd name="connsiteY17" fmla="*/ 11725 h 148985"/>
                    <a:gd name="connsiteX18" fmla="*/ 172 w 105926"/>
                    <a:gd name="connsiteY18" fmla="*/ 14246 h 148985"/>
                    <a:gd name="connsiteX19" fmla="*/ 57893 w 105926"/>
                    <a:gd name="connsiteY19" fmla="*/ 12850 h 148985"/>
                    <a:gd name="connsiteX20" fmla="*/ 93337 w 105926"/>
                    <a:gd name="connsiteY20" fmla="*/ 59617 h 148985"/>
                    <a:gd name="connsiteX21" fmla="*/ 62988 w 105926"/>
                    <a:gd name="connsiteY21" fmla="*/ 98236 h 148985"/>
                    <a:gd name="connsiteX22" fmla="*/ 32865 w 105926"/>
                    <a:gd name="connsiteY22" fmla="*/ 77666 h 148985"/>
                    <a:gd name="connsiteX23" fmla="*/ 32865 w 105926"/>
                    <a:gd name="connsiteY23" fmla="*/ 31620 h 148985"/>
                    <a:gd name="connsiteX24" fmla="*/ 57893 w 105926"/>
                    <a:gd name="connsiteY24" fmla="*/ 12850 h 1489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05926" h="148985">
                      <a:moveTo>
                        <a:pt x="172" y="14246"/>
                      </a:moveTo>
                      <a:cubicBezTo>
                        <a:pt x="172" y="19107"/>
                        <a:pt x="15955" y="13345"/>
                        <a:pt x="15955" y="26759"/>
                      </a:cubicBezTo>
                      <a:lnTo>
                        <a:pt x="15955" y="130644"/>
                      </a:lnTo>
                      <a:cubicBezTo>
                        <a:pt x="15955" y="143832"/>
                        <a:pt x="3870" y="140816"/>
                        <a:pt x="3870" y="146577"/>
                      </a:cubicBezTo>
                      <a:cubicBezTo>
                        <a:pt x="3870" y="148693"/>
                        <a:pt x="5268" y="149143"/>
                        <a:pt x="7342" y="149143"/>
                      </a:cubicBezTo>
                      <a:cubicBezTo>
                        <a:pt x="10589" y="149143"/>
                        <a:pt x="15955" y="148198"/>
                        <a:pt x="26146" y="148198"/>
                      </a:cubicBezTo>
                      <a:cubicBezTo>
                        <a:pt x="41208" y="148198"/>
                        <a:pt x="46303" y="149143"/>
                        <a:pt x="50001" y="149143"/>
                      </a:cubicBezTo>
                      <a:cubicBezTo>
                        <a:pt x="52572" y="149143"/>
                        <a:pt x="54195" y="148918"/>
                        <a:pt x="54195" y="146127"/>
                      </a:cubicBezTo>
                      <a:cubicBezTo>
                        <a:pt x="54195" y="140591"/>
                        <a:pt x="32865" y="146352"/>
                        <a:pt x="32865" y="131319"/>
                      </a:cubicBezTo>
                      <a:lnTo>
                        <a:pt x="32865" y="97561"/>
                      </a:lnTo>
                      <a:cubicBezTo>
                        <a:pt x="43057" y="102647"/>
                        <a:pt x="50948" y="103817"/>
                        <a:pt x="56720" y="103817"/>
                      </a:cubicBezTo>
                      <a:cubicBezTo>
                        <a:pt x="93111" y="103817"/>
                        <a:pt x="106099" y="69789"/>
                        <a:pt x="106099" y="48949"/>
                      </a:cubicBezTo>
                      <a:cubicBezTo>
                        <a:pt x="106099" y="23518"/>
                        <a:pt x="91713" y="2003"/>
                        <a:pt x="64612" y="2003"/>
                      </a:cubicBezTo>
                      <a:cubicBezTo>
                        <a:pt x="55322" y="2003"/>
                        <a:pt x="44455" y="6639"/>
                        <a:pt x="32865" y="17261"/>
                      </a:cubicBezTo>
                      <a:lnTo>
                        <a:pt x="32865" y="4298"/>
                      </a:lnTo>
                      <a:cubicBezTo>
                        <a:pt x="32865" y="2003"/>
                        <a:pt x="31918" y="157"/>
                        <a:pt x="30069" y="157"/>
                      </a:cubicBezTo>
                      <a:cubicBezTo>
                        <a:pt x="26372" y="157"/>
                        <a:pt x="21276" y="4793"/>
                        <a:pt x="14782" y="7539"/>
                      </a:cubicBezTo>
                      <a:cubicBezTo>
                        <a:pt x="10138" y="9609"/>
                        <a:pt x="5042" y="11005"/>
                        <a:pt x="2246" y="11725"/>
                      </a:cubicBezTo>
                      <a:cubicBezTo>
                        <a:pt x="397" y="12175"/>
                        <a:pt x="172" y="13570"/>
                        <a:pt x="172" y="14246"/>
                      </a:cubicBezTo>
                      <a:close/>
                      <a:moveTo>
                        <a:pt x="57893" y="12850"/>
                      </a:moveTo>
                      <a:cubicBezTo>
                        <a:pt x="83642" y="12850"/>
                        <a:pt x="93337" y="39947"/>
                        <a:pt x="93337" y="59617"/>
                      </a:cubicBezTo>
                      <a:cubicBezTo>
                        <a:pt x="93337" y="77666"/>
                        <a:pt x="84543" y="98236"/>
                        <a:pt x="62988" y="98236"/>
                      </a:cubicBezTo>
                      <a:cubicBezTo>
                        <a:pt x="45627" y="98236"/>
                        <a:pt x="32865" y="88288"/>
                        <a:pt x="32865" y="77666"/>
                      </a:cubicBezTo>
                      <a:lnTo>
                        <a:pt x="32865" y="31620"/>
                      </a:lnTo>
                      <a:cubicBezTo>
                        <a:pt x="32865" y="25138"/>
                        <a:pt x="39133" y="12850"/>
                        <a:pt x="57893" y="1285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69" name="Gráfico 12">
                  <a:extLst>
                    <a:ext uri="{FF2B5EF4-FFF2-40B4-BE49-F238E27FC236}">
                      <a16:creationId xmlns:a16="http://schemas.microsoft.com/office/drawing/2014/main" id="{7DCEFE15-20BA-400B-ACB3-B0CD2AC13DA3}"/>
                    </a:ext>
                  </a:extLst>
                </p:cNvPr>
                <p:cNvSpPr/>
                <p:nvPr/>
              </p:nvSpPr>
              <p:spPr>
                <a:xfrm>
                  <a:off x="2335478" y="2745475"/>
                  <a:ext cx="87843" cy="101814"/>
                </a:xfrm>
                <a:custGeom>
                  <a:avLst/>
                  <a:gdLst>
                    <a:gd name="connsiteX0" fmla="*/ 182 w 87843"/>
                    <a:gd name="connsiteY0" fmla="*/ 54305 h 101814"/>
                    <a:gd name="connsiteX1" fmla="*/ 46990 w 87843"/>
                    <a:gd name="connsiteY1" fmla="*/ 101972 h 101814"/>
                    <a:gd name="connsiteX2" fmla="*/ 88026 w 87843"/>
                    <a:gd name="connsiteY2" fmla="*/ 79736 h 101814"/>
                    <a:gd name="connsiteX3" fmla="*/ 87079 w 87843"/>
                    <a:gd name="connsiteY3" fmla="*/ 78341 h 101814"/>
                    <a:gd name="connsiteX4" fmla="*/ 54385 w 87843"/>
                    <a:gd name="connsiteY4" fmla="*/ 90404 h 101814"/>
                    <a:gd name="connsiteX5" fmla="*/ 17092 w 87843"/>
                    <a:gd name="connsiteY5" fmla="*/ 40892 h 101814"/>
                    <a:gd name="connsiteX6" fmla="*/ 81532 w 87843"/>
                    <a:gd name="connsiteY6" fmla="*/ 40892 h 101814"/>
                    <a:gd name="connsiteX7" fmla="*/ 86628 w 87843"/>
                    <a:gd name="connsiteY7" fmla="*/ 36931 h 101814"/>
                    <a:gd name="connsiteX8" fmla="*/ 45592 w 87843"/>
                    <a:gd name="connsiteY8" fmla="*/ 157 h 101814"/>
                    <a:gd name="connsiteX9" fmla="*/ 182 w 87843"/>
                    <a:gd name="connsiteY9" fmla="*/ 54305 h 101814"/>
                    <a:gd name="connsiteX10" fmla="*/ 17092 w 87843"/>
                    <a:gd name="connsiteY10" fmla="*/ 34635 h 101814"/>
                    <a:gd name="connsiteX11" fmla="*/ 41669 w 87843"/>
                    <a:gd name="connsiteY11" fmla="*/ 5468 h 101814"/>
                    <a:gd name="connsiteX12" fmla="*/ 67373 w 87843"/>
                    <a:gd name="connsiteY12" fmla="*/ 29999 h 101814"/>
                    <a:gd name="connsiteX13" fmla="*/ 63224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182" y="54305"/>
                      </a:moveTo>
                      <a:cubicBezTo>
                        <a:pt x="182" y="69789"/>
                        <a:pt x="12222" y="101972"/>
                        <a:pt x="46990" y="101972"/>
                      </a:cubicBezTo>
                      <a:cubicBezTo>
                        <a:pt x="67869" y="101972"/>
                        <a:pt x="88026" y="85543"/>
                        <a:pt x="88026" y="79736"/>
                      </a:cubicBezTo>
                      <a:cubicBezTo>
                        <a:pt x="88026" y="78836"/>
                        <a:pt x="87800" y="78341"/>
                        <a:pt x="87079" y="78341"/>
                      </a:cubicBezTo>
                      <a:cubicBezTo>
                        <a:pt x="81758" y="78341"/>
                        <a:pt x="74813" y="90404"/>
                        <a:pt x="54385" y="90404"/>
                      </a:cubicBezTo>
                      <a:cubicBezTo>
                        <a:pt x="39549" y="90404"/>
                        <a:pt x="17092" y="78116"/>
                        <a:pt x="17092" y="40892"/>
                      </a:cubicBezTo>
                      <a:lnTo>
                        <a:pt x="81532" y="40892"/>
                      </a:lnTo>
                      <a:cubicBezTo>
                        <a:pt x="85681" y="40892"/>
                        <a:pt x="86628" y="39722"/>
                        <a:pt x="86628" y="36931"/>
                      </a:cubicBezTo>
                      <a:cubicBezTo>
                        <a:pt x="86628" y="27434"/>
                        <a:pt x="73866" y="157"/>
                        <a:pt x="45592" y="157"/>
                      </a:cubicBezTo>
                      <a:cubicBezTo>
                        <a:pt x="16371" y="157"/>
                        <a:pt x="182" y="25363"/>
                        <a:pt x="182" y="54305"/>
                      </a:cubicBezTo>
                      <a:close/>
                      <a:moveTo>
                        <a:pt x="17092" y="34635"/>
                      </a:moveTo>
                      <a:cubicBezTo>
                        <a:pt x="17092" y="21447"/>
                        <a:pt x="27735" y="5468"/>
                        <a:pt x="41669" y="5468"/>
                      </a:cubicBezTo>
                      <a:cubicBezTo>
                        <a:pt x="54656" y="5468"/>
                        <a:pt x="67373" y="17261"/>
                        <a:pt x="67373" y="29999"/>
                      </a:cubicBezTo>
                      <a:cubicBezTo>
                        <a:pt x="67373" y="33015"/>
                        <a:pt x="66245" y="34635"/>
                        <a:pt x="63224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70" name="Gráfico 12">
                  <a:extLst>
                    <a:ext uri="{FF2B5EF4-FFF2-40B4-BE49-F238E27FC236}">
                      <a16:creationId xmlns:a16="http://schemas.microsoft.com/office/drawing/2014/main" id="{2455DC64-D499-4DC6-BC97-C897CE5EB3C7}"/>
                    </a:ext>
                  </a:extLst>
                </p:cNvPr>
                <p:cNvSpPr/>
                <p:nvPr/>
              </p:nvSpPr>
              <p:spPr>
                <a:xfrm>
                  <a:off x="2434636" y="2743630"/>
                  <a:ext cx="72331" cy="102039"/>
                </a:xfrm>
                <a:custGeom>
                  <a:avLst/>
                  <a:gdLst>
                    <a:gd name="connsiteX0" fmla="*/ 191 w 72331"/>
                    <a:gd name="connsiteY0" fmla="*/ 14246 h 102039"/>
                    <a:gd name="connsiteX1" fmla="*/ 16876 w 72331"/>
                    <a:gd name="connsiteY1" fmla="*/ 26759 h 102039"/>
                    <a:gd name="connsiteX2" fmla="*/ 16876 w 72331"/>
                    <a:gd name="connsiteY2" fmla="*/ 86893 h 102039"/>
                    <a:gd name="connsiteX3" fmla="*/ 5061 w 72331"/>
                    <a:gd name="connsiteY3" fmla="*/ 100081 h 102039"/>
                    <a:gd name="connsiteX4" fmla="*/ 7631 w 72331"/>
                    <a:gd name="connsiteY4" fmla="*/ 102197 h 102039"/>
                    <a:gd name="connsiteX5" fmla="*/ 28736 w 72331"/>
                    <a:gd name="connsiteY5" fmla="*/ 101252 h 102039"/>
                    <a:gd name="connsiteX6" fmla="*/ 50742 w 72331"/>
                    <a:gd name="connsiteY6" fmla="*/ 102197 h 102039"/>
                    <a:gd name="connsiteX7" fmla="*/ 54439 w 72331"/>
                    <a:gd name="connsiteY7" fmla="*/ 99631 h 102039"/>
                    <a:gd name="connsiteX8" fmla="*/ 33831 w 72331"/>
                    <a:gd name="connsiteY8" fmla="*/ 82032 h 102039"/>
                    <a:gd name="connsiteX9" fmla="*/ 33831 w 72331"/>
                    <a:gd name="connsiteY9" fmla="*/ 30900 h 102039"/>
                    <a:gd name="connsiteX10" fmla="*/ 48893 w 72331"/>
                    <a:gd name="connsiteY10" fmla="*/ 17486 h 102039"/>
                    <a:gd name="connsiteX11" fmla="*/ 64180 w 72331"/>
                    <a:gd name="connsiteY11" fmla="*/ 22798 h 102039"/>
                    <a:gd name="connsiteX12" fmla="*/ 72522 w 72331"/>
                    <a:gd name="connsiteY12" fmla="*/ 12400 h 102039"/>
                    <a:gd name="connsiteX13" fmla="*/ 57235 w 72331"/>
                    <a:gd name="connsiteY13" fmla="*/ 2003 h 102039"/>
                    <a:gd name="connsiteX14" fmla="*/ 34282 w 72331"/>
                    <a:gd name="connsiteY14" fmla="*/ 21222 h 102039"/>
                    <a:gd name="connsiteX15" fmla="*/ 33831 w 72331"/>
                    <a:gd name="connsiteY15" fmla="*/ 21222 h 102039"/>
                    <a:gd name="connsiteX16" fmla="*/ 33831 w 72331"/>
                    <a:gd name="connsiteY16" fmla="*/ 3623 h 102039"/>
                    <a:gd name="connsiteX17" fmla="*/ 31035 w 72331"/>
                    <a:gd name="connsiteY17" fmla="*/ 157 h 102039"/>
                    <a:gd name="connsiteX18" fmla="*/ 14801 w 72331"/>
                    <a:gd name="connsiteY18" fmla="*/ 8034 h 102039"/>
                    <a:gd name="connsiteX19" fmla="*/ 4385 w 72331"/>
                    <a:gd name="connsiteY19" fmla="*/ 11500 h 102039"/>
                    <a:gd name="connsiteX20" fmla="*/ 191 w 72331"/>
                    <a:gd name="connsiteY20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2331" h="102039">
                      <a:moveTo>
                        <a:pt x="191" y="14246"/>
                      </a:moveTo>
                      <a:cubicBezTo>
                        <a:pt x="191" y="19107"/>
                        <a:pt x="16876" y="13345"/>
                        <a:pt x="16876" y="26759"/>
                      </a:cubicBezTo>
                      <a:lnTo>
                        <a:pt x="16876" y="86893"/>
                      </a:lnTo>
                      <a:cubicBezTo>
                        <a:pt x="16876" y="96165"/>
                        <a:pt x="5061" y="95220"/>
                        <a:pt x="5061" y="100081"/>
                      </a:cubicBezTo>
                      <a:cubicBezTo>
                        <a:pt x="5061" y="101477"/>
                        <a:pt x="5783" y="102197"/>
                        <a:pt x="7631" y="102197"/>
                      </a:cubicBezTo>
                      <a:cubicBezTo>
                        <a:pt x="9706" y="102197"/>
                        <a:pt x="13178" y="101252"/>
                        <a:pt x="28736" y="101252"/>
                      </a:cubicBezTo>
                      <a:cubicBezTo>
                        <a:pt x="42399" y="101252"/>
                        <a:pt x="47044" y="102197"/>
                        <a:pt x="50742" y="102197"/>
                      </a:cubicBezTo>
                      <a:cubicBezTo>
                        <a:pt x="53267" y="102197"/>
                        <a:pt x="54439" y="101702"/>
                        <a:pt x="54439" y="99631"/>
                      </a:cubicBezTo>
                      <a:cubicBezTo>
                        <a:pt x="54439" y="92249"/>
                        <a:pt x="33831" y="103097"/>
                        <a:pt x="33831" y="82032"/>
                      </a:cubicBezTo>
                      <a:lnTo>
                        <a:pt x="33831" y="30900"/>
                      </a:lnTo>
                      <a:cubicBezTo>
                        <a:pt x="33831" y="28154"/>
                        <a:pt x="39603" y="17486"/>
                        <a:pt x="48893" y="17486"/>
                      </a:cubicBezTo>
                      <a:cubicBezTo>
                        <a:pt x="57235" y="17486"/>
                        <a:pt x="59535" y="22798"/>
                        <a:pt x="64180" y="22798"/>
                      </a:cubicBezTo>
                      <a:cubicBezTo>
                        <a:pt x="66976" y="22798"/>
                        <a:pt x="72522" y="15866"/>
                        <a:pt x="72522" y="12400"/>
                      </a:cubicBezTo>
                      <a:cubicBezTo>
                        <a:pt x="72522" y="8034"/>
                        <a:pt x="62105" y="2003"/>
                        <a:pt x="57235" y="2003"/>
                      </a:cubicBezTo>
                      <a:cubicBezTo>
                        <a:pt x="47269" y="2003"/>
                        <a:pt x="38701" y="15191"/>
                        <a:pt x="34282" y="21222"/>
                      </a:cubicBezTo>
                      <a:lnTo>
                        <a:pt x="33831" y="21222"/>
                      </a:lnTo>
                      <a:lnTo>
                        <a:pt x="33831" y="3623"/>
                      </a:lnTo>
                      <a:cubicBezTo>
                        <a:pt x="33831" y="2228"/>
                        <a:pt x="32659" y="157"/>
                        <a:pt x="31035" y="157"/>
                      </a:cubicBezTo>
                      <a:cubicBezTo>
                        <a:pt x="27338" y="157"/>
                        <a:pt x="22467" y="4523"/>
                        <a:pt x="14801" y="8034"/>
                      </a:cubicBezTo>
                      <a:cubicBezTo>
                        <a:pt x="10878" y="9609"/>
                        <a:pt x="7180" y="10780"/>
                        <a:pt x="4385" y="11500"/>
                      </a:cubicBezTo>
                      <a:cubicBezTo>
                        <a:pt x="2310" y="11950"/>
                        <a:pt x="191" y="12400"/>
                        <a:pt x="191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71" name="Gráfico 12">
                  <a:extLst>
                    <a:ext uri="{FF2B5EF4-FFF2-40B4-BE49-F238E27FC236}">
                      <a16:creationId xmlns:a16="http://schemas.microsoft.com/office/drawing/2014/main" id="{410A614B-F204-49B6-BFE6-E1746E278417}"/>
                    </a:ext>
                  </a:extLst>
                </p:cNvPr>
                <p:cNvSpPr/>
                <p:nvPr/>
              </p:nvSpPr>
              <p:spPr>
                <a:xfrm>
                  <a:off x="2516907" y="2745475"/>
                  <a:ext cx="92488" cy="101814"/>
                </a:xfrm>
                <a:custGeom>
                  <a:avLst/>
                  <a:gdLst>
                    <a:gd name="connsiteX0" fmla="*/ 198 w 92488"/>
                    <a:gd name="connsiteY0" fmla="*/ 26308 h 101814"/>
                    <a:gd name="connsiteX1" fmla="*/ 11110 w 92488"/>
                    <a:gd name="connsiteY1" fmla="*/ 33915 h 101814"/>
                    <a:gd name="connsiteX2" fmla="*/ 16206 w 92488"/>
                    <a:gd name="connsiteY2" fmla="*/ 29549 h 101814"/>
                    <a:gd name="connsiteX3" fmla="*/ 14808 w 92488"/>
                    <a:gd name="connsiteY3" fmla="*/ 20052 h 101814"/>
                    <a:gd name="connsiteX4" fmla="*/ 34740 w 92488"/>
                    <a:gd name="connsiteY4" fmla="*/ 6189 h 101814"/>
                    <a:gd name="connsiteX5" fmla="*/ 58865 w 92488"/>
                    <a:gd name="connsiteY5" fmla="*/ 25813 h 101814"/>
                    <a:gd name="connsiteX6" fmla="*/ 58865 w 92488"/>
                    <a:gd name="connsiteY6" fmla="*/ 44133 h 101814"/>
                    <a:gd name="connsiteX7" fmla="*/ 694 w 92488"/>
                    <a:gd name="connsiteY7" fmla="*/ 79961 h 101814"/>
                    <a:gd name="connsiteX8" fmla="*/ 25721 w 92488"/>
                    <a:gd name="connsiteY8" fmla="*/ 101972 h 101814"/>
                    <a:gd name="connsiteX9" fmla="*/ 61165 w 92488"/>
                    <a:gd name="connsiteY9" fmla="*/ 88513 h 101814"/>
                    <a:gd name="connsiteX10" fmla="*/ 79248 w 92488"/>
                    <a:gd name="connsiteY10" fmla="*/ 100351 h 101814"/>
                    <a:gd name="connsiteX11" fmla="*/ 92686 w 92488"/>
                    <a:gd name="connsiteY11" fmla="*/ 94545 h 101814"/>
                    <a:gd name="connsiteX12" fmla="*/ 89935 w 92488"/>
                    <a:gd name="connsiteY12" fmla="*/ 92925 h 101814"/>
                    <a:gd name="connsiteX13" fmla="*/ 85516 w 92488"/>
                    <a:gd name="connsiteY13" fmla="*/ 93375 h 101814"/>
                    <a:gd name="connsiteX14" fmla="*/ 75550 w 92488"/>
                    <a:gd name="connsiteY14" fmla="*/ 78341 h 101814"/>
                    <a:gd name="connsiteX15" fmla="*/ 75776 w 92488"/>
                    <a:gd name="connsiteY15" fmla="*/ 23518 h 101814"/>
                    <a:gd name="connsiteX16" fmla="*/ 37310 w 92488"/>
                    <a:gd name="connsiteY16" fmla="*/ 157 h 101814"/>
                    <a:gd name="connsiteX17" fmla="*/ 198 w 92488"/>
                    <a:gd name="connsiteY17" fmla="*/ 26308 h 101814"/>
                    <a:gd name="connsiteX18" fmla="*/ 58865 w 92488"/>
                    <a:gd name="connsiteY18" fmla="*/ 49669 h 101814"/>
                    <a:gd name="connsiteX19" fmla="*/ 58865 w 92488"/>
                    <a:gd name="connsiteY19" fmla="*/ 76946 h 101814"/>
                    <a:gd name="connsiteX20" fmla="*/ 34514 w 92488"/>
                    <a:gd name="connsiteY20" fmla="*/ 95220 h 101814"/>
                    <a:gd name="connsiteX21" fmla="*/ 15755 w 92488"/>
                    <a:gd name="connsiteY21" fmla="*/ 76946 h 101814"/>
                    <a:gd name="connsiteX22" fmla="*/ 58865 w 92488"/>
                    <a:gd name="connsiteY22" fmla="*/ 49669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92488" h="101814">
                      <a:moveTo>
                        <a:pt x="198" y="26308"/>
                      </a:moveTo>
                      <a:cubicBezTo>
                        <a:pt x="198" y="30449"/>
                        <a:pt x="7187" y="33915"/>
                        <a:pt x="11110" y="33915"/>
                      </a:cubicBezTo>
                      <a:cubicBezTo>
                        <a:pt x="15034" y="33915"/>
                        <a:pt x="16206" y="32520"/>
                        <a:pt x="16206" y="29549"/>
                      </a:cubicBezTo>
                      <a:cubicBezTo>
                        <a:pt x="16206" y="26984"/>
                        <a:pt x="14808" y="23518"/>
                        <a:pt x="14808" y="20052"/>
                      </a:cubicBezTo>
                      <a:cubicBezTo>
                        <a:pt x="14808" y="7539"/>
                        <a:pt x="23647" y="6189"/>
                        <a:pt x="34740" y="6189"/>
                      </a:cubicBezTo>
                      <a:cubicBezTo>
                        <a:pt x="52597" y="6189"/>
                        <a:pt x="58865" y="17261"/>
                        <a:pt x="58865" y="25813"/>
                      </a:cubicBezTo>
                      <a:lnTo>
                        <a:pt x="58865" y="44133"/>
                      </a:lnTo>
                      <a:cubicBezTo>
                        <a:pt x="3940" y="53135"/>
                        <a:pt x="694" y="68394"/>
                        <a:pt x="694" y="79961"/>
                      </a:cubicBezTo>
                      <a:cubicBezTo>
                        <a:pt x="694" y="94995"/>
                        <a:pt x="9036" y="101972"/>
                        <a:pt x="25721" y="101972"/>
                      </a:cubicBezTo>
                      <a:cubicBezTo>
                        <a:pt x="38708" y="101972"/>
                        <a:pt x="51425" y="96840"/>
                        <a:pt x="61165" y="88513"/>
                      </a:cubicBezTo>
                      <a:cubicBezTo>
                        <a:pt x="64412" y="96390"/>
                        <a:pt x="70680" y="100351"/>
                        <a:pt x="79248" y="100351"/>
                      </a:cubicBezTo>
                      <a:cubicBezTo>
                        <a:pt x="83216" y="100351"/>
                        <a:pt x="92686" y="99181"/>
                        <a:pt x="92686" y="94545"/>
                      </a:cubicBezTo>
                      <a:cubicBezTo>
                        <a:pt x="92686" y="93375"/>
                        <a:pt x="91784" y="92925"/>
                        <a:pt x="89935" y="92925"/>
                      </a:cubicBezTo>
                      <a:cubicBezTo>
                        <a:pt x="88537" y="92925"/>
                        <a:pt x="86914" y="93375"/>
                        <a:pt x="85516" y="93375"/>
                      </a:cubicBezTo>
                      <a:cubicBezTo>
                        <a:pt x="76723" y="93375"/>
                        <a:pt x="75550" y="85768"/>
                        <a:pt x="75550" y="78341"/>
                      </a:cubicBezTo>
                      <a:lnTo>
                        <a:pt x="75776" y="23518"/>
                      </a:lnTo>
                      <a:cubicBezTo>
                        <a:pt x="75776" y="13120"/>
                        <a:pt x="68380" y="157"/>
                        <a:pt x="37310" y="157"/>
                      </a:cubicBezTo>
                      <a:cubicBezTo>
                        <a:pt x="11561" y="157"/>
                        <a:pt x="198" y="17261"/>
                        <a:pt x="198" y="26308"/>
                      </a:cubicBezTo>
                      <a:close/>
                      <a:moveTo>
                        <a:pt x="58865" y="49669"/>
                      </a:moveTo>
                      <a:lnTo>
                        <a:pt x="58865" y="76946"/>
                      </a:lnTo>
                      <a:cubicBezTo>
                        <a:pt x="58865" y="87838"/>
                        <a:pt x="44480" y="95220"/>
                        <a:pt x="34514" y="95220"/>
                      </a:cubicBezTo>
                      <a:cubicBezTo>
                        <a:pt x="22023" y="95220"/>
                        <a:pt x="15755" y="89684"/>
                        <a:pt x="15755" y="76946"/>
                      </a:cubicBezTo>
                      <a:cubicBezTo>
                        <a:pt x="15755" y="56826"/>
                        <a:pt x="43082" y="53135"/>
                        <a:pt x="58865" y="4966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72" name="Gráfico 12">
                  <a:extLst>
                    <a:ext uri="{FF2B5EF4-FFF2-40B4-BE49-F238E27FC236}">
                      <a16:creationId xmlns:a16="http://schemas.microsoft.com/office/drawing/2014/main" id="{5B716843-C0BC-49E3-A957-61ED87D96213}"/>
                    </a:ext>
                  </a:extLst>
                </p:cNvPr>
                <p:cNvSpPr/>
                <p:nvPr/>
              </p:nvSpPr>
              <p:spPr>
                <a:xfrm>
                  <a:off x="2617508" y="2745475"/>
                  <a:ext cx="91541" cy="101814"/>
                </a:xfrm>
                <a:custGeom>
                  <a:avLst/>
                  <a:gdLst>
                    <a:gd name="connsiteX0" fmla="*/ 206 w 91541"/>
                    <a:gd name="connsiteY0" fmla="*/ 52910 h 101814"/>
                    <a:gd name="connsiteX1" fmla="*/ 46112 w 91541"/>
                    <a:gd name="connsiteY1" fmla="*/ 101972 h 101814"/>
                    <a:gd name="connsiteX2" fmla="*/ 91748 w 91541"/>
                    <a:gd name="connsiteY2" fmla="*/ 78341 h 101814"/>
                    <a:gd name="connsiteX3" fmla="*/ 89899 w 91541"/>
                    <a:gd name="connsiteY3" fmla="*/ 76946 h 101814"/>
                    <a:gd name="connsiteX4" fmla="*/ 58153 w 91541"/>
                    <a:gd name="connsiteY4" fmla="*/ 90404 h 101814"/>
                    <a:gd name="connsiteX5" fmla="*/ 17117 w 91541"/>
                    <a:gd name="connsiteY5" fmla="*/ 44808 h 101814"/>
                    <a:gd name="connsiteX6" fmla="*/ 44489 w 91541"/>
                    <a:gd name="connsiteY6" fmla="*/ 7764 h 101814"/>
                    <a:gd name="connsiteX7" fmla="*/ 78806 w 91541"/>
                    <a:gd name="connsiteY7" fmla="*/ 27209 h 101814"/>
                    <a:gd name="connsiteX8" fmla="*/ 80655 w 91541"/>
                    <a:gd name="connsiteY8" fmla="*/ 19827 h 101814"/>
                    <a:gd name="connsiteX9" fmla="*/ 80655 w 91541"/>
                    <a:gd name="connsiteY9" fmla="*/ 11275 h 101814"/>
                    <a:gd name="connsiteX10" fmla="*/ 76236 w 91541"/>
                    <a:gd name="connsiteY10" fmla="*/ 4568 h 101814"/>
                    <a:gd name="connsiteX11" fmla="*/ 52381 w 91541"/>
                    <a:gd name="connsiteY11" fmla="*/ 157 h 101814"/>
                    <a:gd name="connsiteX12" fmla="*/ 206 w 91541"/>
                    <a:gd name="connsiteY12" fmla="*/ 52910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1541" h="101814">
                      <a:moveTo>
                        <a:pt x="206" y="52910"/>
                      </a:moveTo>
                      <a:cubicBezTo>
                        <a:pt x="206" y="78116"/>
                        <a:pt x="18966" y="101972"/>
                        <a:pt x="46112" y="101972"/>
                      </a:cubicBezTo>
                      <a:cubicBezTo>
                        <a:pt x="78310" y="101972"/>
                        <a:pt x="91748" y="81582"/>
                        <a:pt x="91748" y="78341"/>
                      </a:cubicBezTo>
                      <a:cubicBezTo>
                        <a:pt x="91748" y="77666"/>
                        <a:pt x="90621" y="76946"/>
                        <a:pt x="89899" y="76946"/>
                      </a:cubicBezTo>
                      <a:cubicBezTo>
                        <a:pt x="85976" y="77216"/>
                        <a:pt x="76461" y="90404"/>
                        <a:pt x="58153" y="90404"/>
                      </a:cubicBezTo>
                      <a:cubicBezTo>
                        <a:pt x="32178" y="90404"/>
                        <a:pt x="17117" y="70014"/>
                        <a:pt x="17117" y="44808"/>
                      </a:cubicBezTo>
                      <a:cubicBezTo>
                        <a:pt x="17117" y="28829"/>
                        <a:pt x="24332" y="7764"/>
                        <a:pt x="44489" y="7764"/>
                      </a:cubicBezTo>
                      <a:cubicBezTo>
                        <a:pt x="70463" y="7764"/>
                        <a:pt x="73440" y="27209"/>
                        <a:pt x="78806" y="27209"/>
                      </a:cubicBezTo>
                      <a:cubicBezTo>
                        <a:pt x="80429" y="27209"/>
                        <a:pt x="80655" y="24463"/>
                        <a:pt x="80655" y="19827"/>
                      </a:cubicBezTo>
                      <a:lnTo>
                        <a:pt x="80655" y="11275"/>
                      </a:lnTo>
                      <a:cubicBezTo>
                        <a:pt x="80655" y="7089"/>
                        <a:pt x="79708" y="6639"/>
                        <a:pt x="76236" y="4568"/>
                      </a:cubicBezTo>
                      <a:cubicBezTo>
                        <a:pt x="72312" y="2228"/>
                        <a:pt x="61850" y="157"/>
                        <a:pt x="52381" y="157"/>
                      </a:cubicBezTo>
                      <a:cubicBezTo>
                        <a:pt x="22934" y="157"/>
                        <a:pt x="206" y="24193"/>
                        <a:pt x="206" y="5291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73" name="Gráfico 12">
                  <a:extLst>
                    <a:ext uri="{FF2B5EF4-FFF2-40B4-BE49-F238E27FC236}">
                      <a16:creationId xmlns:a16="http://schemas.microsoft.com/office/drawing/2014/main" id="{AC4E4F99-182D-462A-9EDF-8738FB544609}"/>
                    </a:ext>
                  </a:extLst>
                </p:cNvPr>
                <p:cNvSpPr/>
                <p:nvPr/>
              </p:nvSpPr>
              <p:spPr>
                <a:xfrm>
                  <a:off x="2725505" y="2697809"/>
                  <a:ext cx="47980" cy="147860"/>
                </a:xfrm>
                <a:custGeom>
                  <a:avLst/>
                  <a:gdLst>
                    <a:gd name="connsiteX0" fmla="*/ 11579 w 47980"/>
                    <a:gd name="connsiteY0" fmla="*/ 12400 h 147860"/>
                    <a:gd name="connsiteX1" fmla="*/ 21319 w 47980"/>
                    <a:gd name="connsiteY1" fmla="*/ 24463 h 147860"/>
                    <a:gd name="connsiteX2" fmla="*/ 31060 w 47980"/>
                    <a:gd name="connsiteY2" fmla="*/ 12400 h 147860"/>
                    <a:gd name="connsiteX3" fmla="*/ 21319 w 47980"/>
                    <a:gd name="connsiteY3" fmla="*/ 157 h 147860"/>
                    <a:gd name="connsiteX4" fmla="*/ 11579 w 47980"/>
                    <a:gd name="connsiteY4" fmla="*/ 12400 h 147860"/>
                    <a:gd name="connsiteX5" fmla="*/ 215 w 47980"/>
                    <a:gd name="connsiteY5" fmla="*/ 60067 h 147860"/>
                    <a:gd name="connsiteX6" fmla="*/ 12977 w 47980"/>
                    <a:gd name="connsiteY6" fmla="*/ 72355 h 147860"/>
                    <a:gd name="connsiteX7" fmla="*/ 12977 w 47980"/>
                    <a:gd name="connsiteY7" fmla="*/ 128348 h 147860"/>
                    <a:gd name="connsiteX8" fmla="*/ 6934 w 47980"/>
                    <a:gd name="connsiteY8" fmla="*/ 142436 h 147860"/>
                    <a:gd name="connsiteX9" fmla="*/ 2786 w 47980"/>
                    <a:gd name="connsiteY9" fmla="*/ 145452 h 147860"/>
                    <a:gd name="connsiteX10" fmla="*/ 6258 w 47980"/>
                    <a:gd name="connsiteY10" fmla="*/ 148018 h 147860"/>
                    <a:gd name="connsiteX11" fmla="*/ 22492 w 47980"/>
                    <a:gd name="connsiteY11" fmla="*/ 147073 h 147860"/>
                    <a:gd name="connsiteX12" fmla="*/ 43776 w 47980"/>
                    <a:gd name="connsiteY12" fmla="*/ 148018 h 147860"/>
                    <a:gd name="connsiteX13" fmla="*/ 48196 w 47980"/>
                    <a:gd name="connsiteY13" fmla="*/ 145452 h 147860"/>
                    <a:gd name="connsiteX14" fmla="*/ 29887 w 47980"/>
                    <a:gd name="connsiteY14" fmla="*/ 132939 h 147860"/>
                    <a:gd name="connsiteX15" fmla="*/ 29887 w 47980"/>
                    <a:gd name="connsiteY15" fmla="*/ 49444 h 147860"/>
                    <a:gd name="connsiteX16" fmla="*/ 27092 w 47980"/>
                    <a:gd name="connsiteY16" fmla="*/ 45978 h 147860"/>
                    <a:gd name="connsiteX17" fmla="*/ 19471 w 47980"/>
                    <a:gd name="connsiteY17" fmla="*/ 49444 h 147860"/>
                    <a:gd name="connsiteX18" fmla="*/ 3688 w 47980"/>
                    <a:gd name="connsiteY18" fmla="*/ 57051 h 147860"/>
                    <a:gd name="connsiteX19" fmla="*/ 215 w 47980"/>
                    <a:gd name="connsiteY19" fmla="*/ 60067 h 147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47980" h="147860">
                      <a:moveTo>
                        <a:pt x="11579" y="12400"/>
                      </a:moveTo>
                      <a:cubicBezTo>
                        <a:pt x="11579" y="14966"/>
                        <a:pt x="18524" y="24463"/>
                        <a:pt x="21319" y="24463"/>
                      </a:cubicBezTo>
                      <a:cubicBezTo>
                        <a:pt x="24341" y="24463"/>
                        <a:pt x="31060" y="15191"/>
                        <a:pt x="31060" y="12400"/>
                      </a:cubicBezTo>
                      <a:cubicBezTo>
                        <a:pt x="31060" y="9654"/>
                        <a:pt x="24341" y="157"/>
                        <a:pt x="21319" y="157"/>
                      </a:cubicBezTo>
                      <a:cubicBezTo>
                        <a:pt x="18524" y="157"/>
                        <a:pt x="11579" y="9879"/>
                        <a:pt x="11579" y="12400"/>
                      </a:cubicBezTo>
                      <a:close/>
                      <a:moveTo>
                        <a:pt x="215" y="60067"/>
                      </a:moveTo>
                      <a:cubicBezTo>
                        <a:pt x="215" y="64478"/>
                        <a:pt x="12977" y="59616"/>
                        <a:pt x="12977" y="72355"/>
                      </a:cubicBezTo>
                      <a:lnTo>
                        <a:pt x="12977" y="128348"/>
                      </a:lnTo>
                      <a:cubicBezTo>
                        <a:pt x="12977" y="139196"/>
                        <a:pt x="9730" y="141536"/>
                        <a:pt x="6934" y="142436"/>
                      </a:cubicBezTo>
                      <a:cubicBezTo>
                        <a:pt x="4635" y="143157"/>
                        <a:pt x="2786" y="143157"/>
                        <a:pt x="2786" y="145452"/>
                      </a:cubicBezTo>
                      <a:cubicBezTo>
                        <a:pt x="2786" y="147298"/>
                        <a:pt x="3913" y="148018"/>
                        <a:pt x="6258" y="148018"/>
                      </a:cubicBezTo>
                      <a:cubicBezTo>
                        <a:pt x="9279" y="148018"/>
                        <a:pt x="14600" y="147073"/>
                        <a:pt x="22492" y="147073"/>
                      </a:cubicBezTo>
                      <a:cubicBezTo>
                        <a:pt x="31736" y="147073"/>
                        <a:pt x="38951" y="148018"/>
                        <a:pt x="43776" y="148018"/>
                      </a:cubicBezTo>
                      <a:cubicBezTo>
                        <a:pt x="46121" y="148018"/>
                        <a:pt x="48196" y="147523"/>
                        <a:pt x="48196" y="145452"/>
                      </a:cubicBezTo>
                      <a:cubicBezTo>
                        <a:pt x="48196" y="139421"/>
                        <a:pt x="29887" y="144282"/>
                        <a:pt x="29887" y="132939"/>
                      </a:cubicBezTo>
                      <a:lnTo>
                        <a:pt x="29887" y="49444"/>
                      </a:lnTo>
                      <a:cubicBezTo>
                        <a:pt x="29887" y="48049"/>
                        <a:pt x="28986" y="45978"/>
                        <a:pt x="27092" y="45978"/>
                      </a:cubicBezTo>
                      <a:cubicBezTo>
                        <a:pt x="25468" y="45978"/>
                        <a:pt x="22717" y="47103"/>
                        <a:pt x="19471" y="49444"/>
                      </a:cubicBezTo>
                      <a:cubicBezTo>
                        <a:pt x="14600" y="52910"/>
                        <a:pt x="9279" y="55430"/>
                        <a:pt x="3688" y="57051"/>
                      </a:cubicBezTo>
                      <a:cubicBezTo>
                        <a:pt x="1613" y="57771"/>
                        <a:pt x="215" y="57996"/>
                        <a:pt x="215" y="60067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74" name="Gráfico 12">
                  <a:extLst>
                    <a:ext uri="{FF2B5EF4-FFF2-40B4-BE49-F238E27FC236}">
                      <a16:creationId xmlns:a16="http://schemas.microsoft.com/office/drawing/2014/main" id="{F1EB2B1C-BDFA-4476-8635-9964A63ACC90}"/>
                    </a:ext>
                  </a:extLst>
                </p:cNvPr>
                <p:cNvSpPr/>
                <p:nvPr/>
              </p:nvSpPr>
              <p:spPr>
                <a:xfrm>
                  <a:off x="2785064" y="2695243"/>
                  <a:ext cx="102003" cy="152046"/>
                </a:xfrm>
                <a:custGeom>
                  <a:avLst/>
                  <a:gdLst>
                    <a:gd name="connsiteX0" fmla="*/ 221 w 102003"/>
                    <a:gd name="connsiteY0" fmla="*/ 103142 h 152046"/>
                    <a:gd name="connsiteX1" fmla="*/ 52170 w 102003"/>
                    <a:gd name="connsiteY1" fmla="*/ 152204 h 152046"/>
                    <a:gd name="connsiteX2" fmla="*/ 102224 w 102003"/>
                    <a:gd name="connsiteY2" fmla="*/ 101972 h 152046"/>
                    <a:gd name="connsiteX3" fmla="*/ 51899 w 102003"/>
                    <a:gd name="connsiteY3" fmla="*/ 50389 h 152046"/>
                    <a:gd name="connsiteX4" fmla="*/ 221 w 102003"/>
                    <a:gd name="connsiteY4" fmla="*/ 103142 h 152046"/>
                    <a:gd name="connsiteX5" fmla="*/ 48201 w 102003"/>
                    <a:gd name="connsiteY5" fmla="*/ 55475 h 152046"/>
                    <a:gd name="connsiteX6" fmla="*/ 85990 w 102003"/>
                    <a:gd name="connsiteY6" fmla="*/ 105438 h 152046"/>
                    <a:gd name="connsiteX7" fmla="*/ 54244 w 102003"/>
                    <a:gd name="connsiteY7" fmla="*/ 147343 h 152046"/>
                    <a:gd name="connsiteX8" fmla="*/ 16455 w 102003"/>
                    <a:gd name="connsiteY8" fmla="*/ 95040 h 152046"/>
                    <a:gd name="connsiteX9" fmla="*/ 48201 w 102003"/>
                    <a:gd name="connsiteY9" fmla="*/ 55475 h 152046"/>
                    <a:gd name="connsiteX10" fmla="*/ 68855 w 102003"/>
                    <a:gd name="connsiteY10" fmla="*/ 5513 h 152046"/>
                    <a:gd name="connsiteX11" fmla="*/ 34763 w 102003"/>
                    <a:gd name="connsiteY11" fmla="*/ 39272 h 152046"/>
                    <a:gd name="connsiteX12" fmla="*/ 42880 w 102003"/>
                    <a:gd name="connsiteY12" fmla="*/ 39272 h 152046"/>
                    <a:gd name="connsiteX13" fmla="*/ 73003 w 102003"/>
                    <a:gd name="connsiteY13" fmla="*/ 20547 h 152046"/>
                    <a:gd name="connsiteX14" fmla="*/ 85765 w 102003"/>
                    <a:gd name="connsiteY14" fmla="*/ 8754 h 152046"/>
                    <a:gd name="connsiteX15" fmla="*/ 78324 w 102003"/>
                    <a:gd name="connsiteY15" fmla="*/ 157 h 152046"/>
                    <a:gd name="connsiteX16" fmla="*/ 68855 w 102003"/>
                    <a:gd name="connsiteY16" fmla="*/ 5513 h 1520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02003" h="152046">
                      <a:moveTo>
                        <a:pt x="221" y="103142"/>
                      </a:moveTo>
                      <a:cubicBezTo>
                        <a:pt x="221" y="134380"/>
                        <a:pt x="22001" y="152204"/>
                        <a:pt x="52170" y="152204"/>
                      </a:cubicBezTo>
                      <a:cubicBezTo>
                        <a:pt x="80669" y="152204"/>
                        <a:pt x="102224" y="130419"/>
                        <a:pt x="102224" y="101972"/>
                      </a:cubicBezTo>
                      <a:cubicBezTo>
                        <a:pt x="102224" y="61957"/>
                        <a:pt x="73454" y="50389"/>
                        <a:pt x="51899" y="50389"/>
                      </a:cubicBezTo>
                      <a:cubicBezTo>
                        <a:pt x="22723" y="50389"/>
                        <a:pt x="221" y="74695"/>
                        <a:pt x="221" y="103142"/>
                      </a:cubicBezTo>
                      <a:close/>
                      <a:moveTo>
                        <a:pt x="48201" y="55475"/>
                      </a:moveTo>
                      <a:cubicBezTo>
                        <a:pt x="76701" y="55475"/>
                        <a:pt x="85990" y="82527"/>
                        <a:pt x="85990" y="105438"/>
                      </a:cubicBezTo>
                      <a:cubicBezTo>
                        <a:pt x="85990" y="133659"/>
                        <a:pt x="73950" y="147343"/>
                        <a:pt x="54244" y="147343"/>
                      </a:cubicBezTo>
                      <a:cubicBezTo>
                        <a:pt x="27097" y="147343"/>
                        <a:pt x="16455" y="117500"/>
                        <a:pt x="16455" y="95040"/>
                      </a:cubicBezTo>
                      <a:cubicBezTo>
                        <a:pt x="16455" y="73300"/>
                        <a:pt x="27368" y="55475"/>
                        <a:pt x="48201" y="55475"/>
                      </a:cubicBezTo>
                      <a:close/>
                      <a:moveTo>
                        <a:pt x="68855" y="5513"/>
                      </a:moveTo>
                      <a:lnTo>
                        <a:pt x="34763" y="39272"/>
                      </a:lnTo>
                      <a:lnTo>
                        <a:pt x="42880" y="39272"/>
                      </a:lnTo>
                      <a:lnTo>
                        <a:pt x="73003" y="20547"/>
                      </a:lnTo>
                      <a:cubicBezTo>
                        <a:pt x="77648" y="17531"/>
                        <a:pt x="85765" y="14065"/>
                        <a:pt x="85765" y="8754"/>
                      </a:cubicBezTo>
                      <a:cubicBezTo>
                        <a:pt x="85765" y="4793"/>
                        <a:pt x="82969" y="157"/>
                        <a:pt x="78324" y="157"/>
                      </a:cubicBezTo>
                      <a:cubicBezTo>
                        <a:pt x="74176" y="157"/>
                        <a:pt x="71380" y="2948"/>
                        <a:pt x="68855" y="551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75" name="Gráfico 12">
                  <a:extLst>
                    <a:ext uri="{FF2B5EF4-FFF2-40B4-BE49-F238E27FC236}">
                      <a16:creationId xmlns:a16="http://schemas.microsoft.com/office/drawing/2014/main" id="{38599C60-6BE4-4F49-959E-004080B17D43}"/>
                    </a:ext>
                  </a:extLst>
                </p:cNvPr>
                <p:cNvSpPr/>
                <p:nvPr/>
              </p:nvSpPr>
              <p:spPr>
                <a:xfrm>
                  <a:off x="2897246" y="2743630"/>
                  <a:ext cx="123558" cy="102039"/>
                </a:xfrm>
                <a:custGeom>
                  <a:avLst/>
                  <a:gdLst>
                    <a:gd name="connsiteX0" fmla="*/ 231 w 123558"/>
                    <a:gd name="connsiteY0" fmla="*/ 14246 h 102039"/>
                    <a:gd name="connsiteX1" fmla="*/ 17367 w 123558"/>
                    <a:gd name="connsiteY1" fmla="*/ 26759 h 102039"/>
                    <a:gd name="connsiteX2" fmla="*/ 17367 w 123558"/>
                    <a:gd name="connsiteY2" fmla="*/ 84823 h 102039"/>
                    <a:gd name="connsiteX3" fmla="*/ 3703 w 123558"/>
                    <a:gd name="connsiteY3" fmla="*/ 99406 h 102039"/>
                    <a:gd name="connsiteX4" fmla="*/ 7897 w 123558"/>
                    <a:gd name="connsiteY4" fmla="*/ 102197 h 102039"/>
                    <a:gd name="connsiteX5" fmla="*/ 27603 w 123558"/>
                    <a:gd name="connsiteY5" fmla="*/ 101252 h 102039"/>
                    <a:gd name="connsiteX6" fmla="*/ 49609 w 123558"/>
                    <a:gd name="connsiteY6" fmla="*/ 102197 h 102039"/>
                    <a:gd name="connsiteX7" fmla="*/ 54705 w 123558"/>
                    <a:gd name="connsiteY7" fmla="*/ 98956 h 102039"/>
                    <a:gd name="connsiteX8" fmla="*/ 34322 w 123558"/>
                    <a:gd name="connsiteY8" fmla="*/ 83652 h 102039"/>
                    <a:gd name="connsiteX9" fmla="*/ 34322 w 123558"/>
                    <a:gd name="connsiteY9" fmla="*/ 29774 h 102039"/>
                    <a:gd name="connsiteX10" fmla="*/ 61649 w 123558"/>
                    <a:gd name="connsiteY10" fmla="*/ 12175 h 102039"/>
                    <a:gd name="connsiteX11" fmla="*/ 88796 w 123558"/>
                    <a:gd name="connsiteY11" fmla="*/ 40622 h 102039"/>
                    <a:gd name="connsiteX12" fmla="*/ 88796 w 123558"/>
                    <a:gd name="connsiteY12" fmla="*/ 84823 h 102039"/>
                    <a:gd name="connsiteX13" fmla="*/ 78785 w 123558"/>
                    <a:gd name="connsiteY13" fmla="*/ 99406 h 102039"/>
                    <a:gd name="connsiteX14" fmla="*/ 82979 w 123558"/>
                    <a:gd name="connsiteY14" fmla="*/ 102197 h 102039"/>
                    <a:gd name="connsiteX15" fmla="*/ 99889 w 123558"/>
                    <a:gd name="connsiteY15" fmla="*/ 101252 h 102039"/>
                    <a:gd name="connsiteX16" fmla="*/ 119821 w 123558"/>
                    <a:gd name="connsiteY16" fmla="*/ 102197 h 102039"/>
                    <a:gd name="connsiteX17" fmla="*/ 123790 w 123558"/>
                    <a:gd name="connsiteY17" fmla="*/ 98956 h 102039"/>
                    <a:gd name="connsiteX18" fmla="*/ 105707 w 123558"/>
                    <a:gd name="connsiteY18" fmla="*/ 83427 h 102039"/>
                    <a:gd name="connsiteX19" fmla="*/ 105707 w 123558"/>
                    <a:gd name="connsiteY19" fmla="*/ 45708 h 102039"/>
                    <a:gd name="connsiteX20" fmla="*/ 67918 w 123558"/>
                    <a:gd name="connsiteY20" fmla="*/ 2003 h 102039"/>
                    <a:gd name="connsiteX21" fmla="*/ 34322 w 123558"/>
                    <a:gd name="connsiteY21" fmla="*/ 19332 h 102039"/>
                    <a:gd name="connsiteX22" fmla="*/ 34322 w 123558"/>
                    <a:gd name="connsiteY22" fmla="*/ 3623 h 102039"/>
                    <a:gd name="connsiteX23" fmla="*/ 31526 w 123558"/>
                    <a:gd name="connsiteY23" fmla="*/ 157 h 102039"/>
                    <a:gd name="connsiteX24" fmla="*/ 16690 w 123558"/>
                    <a:gd name="connsiteY24" fmla="*/ 7089 h 102039"/>
                    <a:gd name="connsiteX25" fmla="*/ 3027 w 123558"/>
                    <a:gd name="connsiteY25" fmla="*/ 11500 h 102039"/>
                    <a:gd name="connsiteX26" fmla="*/ 231 w 123558"/>
                    <a:gd name="connsiteY26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23558" h="102039">
                      <a:moveTo>
                        <a:pt x="231" y="14246"/>
                      </a:moveTo>
                      <a:cubicBezTo>
                        <a:pt x="231" y="19107"/>
                        <a:pt x="17367" y="13345"/>
                        <a:pt x="17367" y="26759"/>
                      </a:cubicBezTo>
                      <a:lnTo>
                        <a:pt x="17367" y="84823"/>
                      </a:lnTo>
                      <a:cubicBezTo>
                        <a:pt x="17367" y="98956"/>
                        <a:pt x="3703" y="94995"/>
                        <a:pt x="3703" y="99406"/>
                      </a:cubicBezTo>
                      <a:cubicBezTo>
                        <a:pt x="3703" y="101702"/>
                        <a:pt x="5101" y="102197"/>
                        <a:pt x="7897" y="102197"/>
                      </a:cubicBezTo>
                      <a:cubicBezTo>
                        <a:pt x="11144" y="102197"/>
                        <a:pt x="14842" y="101252"/>
                        <a:pt x="27603" y="101252"/>
                      </a:cubicBezTo>
                      <a:cubicBezTo>
                        <a:pt x="41041" y="101252"/>
                        <a:pt x="45416" y="102197"/>
                        <a:pt x="49609" y="102197"/>
                      </a:cubicBezTo>
                      <a:cubicBezTo>
                        <a:pt x="53082" y="102197"/>
                        <a:pt x="54705" y="101702"/>
                        <a:pt x="54705" y="98956"/>
                      </a:cubicBezTo>
                      <a:cubicBezTo>
                        <a:pt x="54705" y="92699"/>
                        <a:pt x="34322" y="99181"/>
                        <a:pt x="34322" y="83652"/>
                      </a:cubicBezTo>
                      <a:lnTo>
                        <a:pt x="34322" y="29774"/>
                      </a:lnTo>
                      <a:cubicBezTo>
                        <a:pt x="34322" y="26534"/>
                        <a:pt x="42169" y="12175"/>
                        <a:pt x="61649" y="12175"/>
                      </a:cubicBezTo>
                      <a:cubicBezTo>
                        <a:pt x="81581" y="12175"/>
                        <a:pt x="88796" y="31170"/>
                        <a:pt x="88796" y="40622"/>
                      </a:cubicBezTo>
                      <a:lnTo>
                        <a:pt x="88796" y="84823"/>
                      </a:lnTo>
                      <a:cubicBezTo>
                        <a:pt x="88796" y="99181"/>
                        <a:pt x="78785" y="94770"/>
                        <a:pt x="78785" y="99406"/>
                      </a:cubicBezTo>
                      <a:cubicBezTo>
                        <a:pt x="78785" y="101702"/>
                        <a:pt x="80183" y="102197"/>
                        <a:pt x="82979" y="102197"/>
                      </a:cubicBezTo>
                      <a:cubicBezTo>
                        <a:pt x="86451" y="102197"/>
                        <a:pt x="90645" y="101252"/>
                        <a:pt x="99889" y="101252"/>
                      </a:cubicBezTo>
                      <a:cubicBezTo>
                        <a:pt x="111028" y="101252"/>
                        <a:pt x="116574" y="102197"/>
                        <a:pt x="119821" y="102197"/>
                      </a:cubicBezTo>
                      <a:cubicBezTo>
                        <a:pt x="122166" y="102197"/>
                        <a:pt x="123790" y="101702"/>
                        <a:pt x="123790" y="98956"/>
                      </a:cubicBezTo>
                      <a:cubicBezTo>
                        <a:pt x="123790" y="92474"/>
                        <a:pt x="105707" y="99631"/>
                        <a:pt x="105707" y="83427"/>
                      </a:cubicBezTo>
                      <a:lnTo>
                        <a:pt x="105707" y="45708"/>
                      </a:lnTo>
                      <a:cubicBezTo>
                        <a:pt x="105707" y="22122"/>
                        <a:pt x="95245" y="2003"/>
                        <a:pt x="67918" y="2003"/>
                      </a:cubicBezTo>
                      <a:cubicBezTo>
                        <a:pt x="46813" y="2003"/>
                        <a:pt x="35224" y="19602"/>
                        <a:pt x="34322" y="19332"/>
                      </a:cubicBezTo>
                      <a:lnTo>
                        <a:pt x="34322" y="3623"/>
                      </a:lnTo>
                      <a:cubicBezTo>
                        <a:pt x="34322" y="2228"/>
                        <a:pt x="33375" y="157"/>
                        <a:pt x="31526" y="157"/>
                      </a:cubicBezTo>
                      <a:cubicBezTo>
                        <a:pt x="27603" y="157"/>
                        <a:pt x="23635" y="4298"/>
                        <a:pt x="16690" y="7089"/>
                      </a:cubicBezTo>
                      <a:cubicBezTo>
                        <a:pt x="11595" y="9159"/>
                        <a:pt x="7626" y="10780"/>
                        <a:pt x="3027" y="11500"/>
                      </a:cubicBezTo>
                      <a:cubicBezTo>
                        <a:pt x="231" y="11950"/>
                        <a:pt x="231" y="13795"/>
                        <a:pt x="231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</p:grpSp>
          <p:grpSp>
            <p:nvGrpSpPr>
              <p:cNvPr id="34" name="Gráfico 12">
                <a:extLst>
                  <a:ext uri="{FF2B5EF4-FFF2-40B4-BE49-F238E27FC236}">
                    <a16:creationId xmlns:a16="http://schemas.microsoft.com/office/drawing/2014/main" id="{5C1EE86C-BE2E-4CD7-9FB6-C717517530B0}"/>
                  </a:ext>
                </a:extLst>
              </p:cNvPr>
              <p:cNvGrpSpPr/>
              <p:nvPr/>
            </p:nvGrpSpPr>
            <p:grpSpPr>
              <a:xfrm>
                <a:off x="3104492" y="2274904"/>
                <a:ext cx="1783649" cy="199308"/>
                <a:chOff x="3104522" y="2685981"/>
                <a:chExt cx="1783649" cy="199308"/>
              </a:xfrm>
              <a:grpFill/>
            </p:grpSpPr>
            <p:sp>
              <p:nvSpPr>
                <p:cNvPr id="35" name="Gráfico 12">
                  <a:extLst>
                    <a:ext uri="{FF2B5EF4-FFF2-40B4-BE49-F238E27FC236}">
                      <a16:creationId xmlns:a16="http://schemas.microsoft.com/office/drawing/2014/main" id="{6035441C-B1BA-4DC3-B921-81D594D2C570}"/>
                    </a:ext>
                  </a:extLst>
                </p:cNvPr>
                <p:cNvSpPr/>
                <p:nvPr/>
              </p:nvSpPr>
              <p:spPr>
                <a:xfrm>
                  <a:off x="3104522" y="2726131"/>
                  <a:ext cx="101552" cy="159158"/>
                </a:xfrm>
                <a:custGeom>
                  <a:avLst/>
                  <a:gdLst>
                    <a:gd name="connsiteX0" fmla="*/ 248 w 101552"/>
                    <a:gd name="connsiteY0" fmla="*/ 3037 h 159158"/>
                    <a:gd name="connsiteX1" fmla="*/ 13415 w 101552"/>
                    <a:gd name="connsiteY1" fmla="*/ 3037 h 159158"/>
                    <a:gd name="connsiteX2" fmla="*/ 13415 w 101552"/>
                    <a:gd name="connsiteY2" fmla="*/ 23022 h 159158"/>
                    <a:gd name="connsiteX3" fmla="*/ 29289 w 101552"/>
                    <a:gd name="connsiteY3" fmla="*/ 5738 h 159158"/>
                    <a:gd name="connsiteX4" fmla="*/ 52377 w 101552"/>
                    <a:gd name="connsiteY4" fmla="*/ 157 h 159158"/>
                    <a:gd name="connsiteX5" fmla="*/ 88633 w 101552"/>
                    <a:gd name="connsiteY5" fmla="*/ 16001 h 159158"/>
                    <a:gd name="connsiteX6" fmla="*/ 101800 w 101552"/>
                    <a:gd name="connsiteY6" fmla="*/ 58851 h 159158"/>
                    <a:gd name="connsiteX7" fmla="*/ 88452 w 101552"/>
                    <a:gd name="connsiteY7" fmla="*/ 102061 h 159158"/>
                    <a:gd name="connsiteX8" fmla="*/ 51655 w 101552"/>
                    <a:gd name="connsiteY8" fmla="*/ 117545 h 159158"/>
                    <a:gd name="connsiteX9" fmla="*/ 13415 w 101552"/>
                    <a:gd name="connsiteY9" fmla="*/ 95220 h 159158"/>
                    <a:gd name="connsiteX10" fmla="*/ 13415 w 101552"/>
                    <a:gd name="connsiteY10" fmla="*/ 159315 h 159158"/>
                    <a:gd name="connsiteX11" fmla="*/ 248 w 101552"/>
                    <a:gd name="connsiteY11" fmla="*/ 159315 h 159158"/>
                    <a:gd name="connsiteX12" fmla="*/ 50393 w 101552"/>
                    <a:gd name="connsiteY12" fmla="*/ 106022 h 159158"/>
                    <a:gd name="connsiteX13" fmla="*/ 78532 w 101552"/>
                    <a:gd name="connsiteY13" fmla="*/ 93779 h 159158"/>
                    <a:gd name="connsiteX14" fmla="*/ 88272 w 101552"/>
                    <a:gd name="connsiteY14" fmla="*/ 58851 h 159158"/>
                    <a:gd name="connsiteX15" fmla="*/ 78351 w 101552"/>
                    <a:gd name="connsiteY15" fmla="*/ 24103 h 159158"/>
                    <a:gd name="connsiteX16" fmla="*/ 50393 w 101552"/>
                    <a:gd name="connsiteY16" fmla="*/ 11680 h 159158"/>
                    <a:gd name="connsiteX17" fmla="*/ 22615 w 101552"/>
                    <a:gd name="connsiteY17" fmla="*/ 23923 h 159158"/>
                    <a:gd name="connsiteX18" fmla="*/ 12874 w 101552"/>
                    <a:gd name="connsiteY18" fmla="*/ 58851 h 159158"/>
                    <a:gd name="connsiteX19" fmla="*/ 22795 w 101552"/>
                    <a:gd name="connsiteY19" fmla="*/ 93599 h 159158"/>
                    <a:gd name="connsiteX20" fmla="*/ 50393 w 101552"/>
                    <a:gd name="connsiteY20" fmla="*/ 106022 h 15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01552" h="159158">
                      <a:moveTo>
                        <a:pt x="248" y="3037"/>
                      </a:moveTo>
                      <a:lnTo>
                        <a:pt x="13415" y="3037"/>
                      </a:lnTo>
                      <a:lnTo>
                        <a:pt x="13415" y="23022"/>
                      </a:lnTo>
                      <a:cubicBezTo>
                        <a:pt x="17609" y="15235"/>
                        <a:pt x="22885" y="9474"/>
                        <a:pt x="29289" y="5738"/>
                      </a:cubicBezTo>
                      <a:cubicBezTo>
                        <a:pt x="35647" y="2047"/>
                        <a:pt x="43358" y="157"/>
                        <a:pt x="52377" y="157"/>
                      </a:cubicBezTo>
                      <a:cubicBezTo>
                        <a:pt x="67754" y="157"/>
                        <a:pt x="79839" y="5468"/>
                        <a:pt x="88633" y="16001"/>
                      </a:cubicBezTo>
                      <a:cubicBezTo>
                        <a:pt x="97381" y="26443"/>
                        <a:pt x="101800" y="40757"/>
                        <a:pt x="101800" y="58851"/>
                      </a:cubicBezTo>
                      <a:cubicBezTo>
                        <a:pt x="101800" y="77215"/>
                        <a:pt x="97336" y="91619"/>
                        <a:pt x="88452" y="102061"/>
                      </a:cubicBezTo>
                      <a:cubicBezTo>
                        <a:pt x="79524" y="112414"/>
                        <a:pt x="67258" y="117545"/>
                        <a:pt x="51655" y="117545"/>
                      </a:cubicBezTo>
                      <a:cubicBezTo>
                        <a:pt x="34790" y="117545"/>
                        <a:pt x="22074" y="110118"/>
                        <a:pt x="13415" y="95220"/>
                      </a:cubicBezTo>
                      <a:lnTo>
                        <a:pt x="13415" y="159315"/>
                      </a:lnTo>
                      <a:lnTo>
                        <a:pt x="248" y="159315"/>
                      </a:lnTo>
                      <a:close/>
                      <a:moveTo>
                        <a:pt x="50393" y="106022"/>
                      </a:moveTo>
                      <a:cubicBezTo>
                        <a:pt x="62659" y="106022"/>
                        <a:pt x="72038" y="101971"/>
                        <a:pt x="78532" y="93779"/>
                      </a:cubicBezTo>
                      <a:cubicBezTo>
                        <a:pt x="85025" y="85632"/>
                        <a:pt x="88272" y="73975"/>
                        <a:pt x="88272" y="58851"/>
                      </a:cubicBezTo>
                      <a:cubicBezTo>
                        <a:pt x="88272" y="43862"/>
                        <a:pt x="84935" y="32295"/>
                        <a:pt x="78351" y="24103"/>
                      </a:cubicBezTo>
                      <a:cubicBezTo>
                        <a:pt x="71722" y="15821"/>
                        <a:pt x="62388" y="11680"/>
                        <a:pt x="50393" y="11680"/>
                      </a:cubicBezTo>
                      <a:cubicBezTo>
                        <a:pt x="38353" y="11680"/>
                        <a:pt x="29108" y="15776"/>
                        <a:pt x="22615" y="23923"/>
                      </a:cubicBezTo>
                      <a:cubicBezTo>
                        <a:pt x="16121" y="32114"/>
                        <a:pt x="12874" y="43727"/>
                        <a:pt x="12874" y="58851"/>
                      </a:cubicBezTo>
                      <a:cubicBezTo>
                        <a:pt x="12874" y="73614"/>
                        <a:pt x="16166" y="85227"/>
                        <a:pt x="22795" y="93599"/>
                      </a:cubicBezTo>
                      <a:cubicBezTo>
                        <a:pt x="29379" y="101881"/>
                        <a:pt x="38578" y="106022"/>
                        <a:pt x="50393" y="10602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36" name="Gráfico 12">
                  <a:extLst>
                    <a:ext uri="{FF2B5EF4-FFF2-40B4-BE49-F238E27FC236}">
                      <a16:creationId xmlns:a16="http://schemas.microsoft.com/office/drawing/2014/main" id="{2A522D42-C84A-499A-B3FC-B7C587BEAD33}"/>
                    </a:ext>
                  </a:extLst>
                </p:cNvPr>
                <p:cNvSpPr/>
                <p:nvPr/>
              </p:nvSpPr>
              <p:spPr>
                <a:xfrm>
                  <a:off x="3227673" y="2726131"/>
                  <a:ext cx="103536" cy="117208"/>
                </a:xfrm>
                <a:custGeom>
                  <a:avLst/>
                  <a:gdLst>
                    <a:gd name="connsiteX0" fmla="*/ 37236 w 103536"/>
                    <a:gd name="connsiteY0" fmla="*/ 117365 h 117208"/>
                    <a:gd name="connsiteX1" fmla="*/ 10180 w 103536"/>
                    <a:gd name="connsiteY1" fmla="*/ 108543 h 117208"/>
                    <a:gd name="connsiteX2" fmla="*/ 259 w 103536"/>
                    <a:gd name="connsiteY2" fmla="*/ 85137 h 117208"/>
                    <a:gd name="connsiteX3" fmla="*/ 4769 w 103536"/>
                    <a:gd name="connsiteY3" fmla="*/ 68393 h 117208"/>
                    <a:gd name="connsiteX4" fmla="*/ 18116 w 103536"/>
                    <a:gd name="connsiteY4" fmla="*/ 57050 h 117208"/>
                    <a:gd name="connsiteX5" fmla="*/ 51486 w 103536"/>
                    <a:gd name="connsiteY5" fmla="*/ 50929 h 117208"/>
                    <a:gd name="connsiteX6" fmla="*/ 58341 w 103536"/>
                    <a:gd name="connsiteY6" fmla="*/ 50209 h 117208"/>
                    <a:gd name="connsiteX7" fmla="*/ 61948 w 103536"/>
                    <a:gd name="connsiteY7" fmla="*/ 49669 h 117208"/>
                    <a:gd name="connsiteX8" fmla="*/ 78002 w 103536"/>
                    <a:gd name="connsiteY8" fmla="*/ 35805 h 117208"/>
                    <a:gd name="connsiteX9" fmla="*/ 71508 w 103536"/>
                    <a:gd name="connsiteY9" fmla="*/ 17261 h 117208"/>
                    <a:gd name="connsiteX10" fmla="*/ 50224 w 103536"/>
                    <a:gd name="connsiteY10" fmla="*/ 11680 h 117208"/>
                    <a:gd name="connsiteX11" fmla="*/ 27135 w 103536"/>
                    <a:gd name="connsiteY11" fmla="*/ 17981 h 117208"/>
                    <a:gd name="connsiteX12" fmla="*/ 18477 w 103536"/>
                    <a:gd name="connsiteY12" fmla="*/ 36346 h 117208"/>
                    <a:gd name="connsiteX13" fmla="*/ 5851 w 103536"/>
                    <a:gd name="connsiteY13" fmla="*/ 36346 h 117208"/>
                    <a:gd name="connsiteX14" fmla="*/ 18116 w 103536"/>
                    <a:gd name="connsiteY14" fmla="*/ 9879 h 117208"/>
                    <a:gd name="connsiteX15" fmla="*/ 50224 w 103536"/>
                    <a:gd name="connsiteY15" fmla="*/ 157 h 117208"/>
                    <a:gd name="connsiteX16" fmla="*/ 80527 w 103536"/>
                    <a:gd name="connsiteY16" fmla="*/ 8799 h 117208"/>
                    <a:gd name="connsiteX17" fmla="*/ 90989 w 103536"/>
                    <a:gd name="connsiteY17" fmla="*/ 34005 h 117208"/>
                    <a:gd name="connsiteX18" fmla="*/ 90989 w 103536"/>
                    <a:gd name="connsiteY18" fmla="*/ 94680 h 117208"/>
                    <a:gd name="connsiteX19" fmla="*/ 92612 w 103536"/>
                    <a:gd name="connsiteY19" fmla="*/ 103322 h 117208"/>
                    <a:gd name="connsiteX20" fmla="*/ 98926 w 103536"/>
                    <a:gd name="connsiteY20" fmla="*/ 105122 h 117208"/>
                    <a:gd name="connsiteX21" fmla="*/ 101631 w 103536"/>
                    <a:gd name="connsiteY21" fmla="*/ 105122 h 117208"/>
                    <a:gd name="connsiteX22" fmla="*/ 103796 w 103536"/>
                    <a:gd name="connsiteY22" fmla="*/ 104762 h 117208"/>
                    <a:gd name="connsiteX23" fmla="*/ 103796 w 103536"/>
                    <a:gd name="connsiteY23" fmla="*/ 114484 h 117208"/>
                    <a:gd name="connsiteX24" fmla="*/ 94416 w 103536"/>
                    <a:gd name="connsiteY24" fmla="*/ 115565 h 117208"/>
                    <a:gd name="connsiteX25" fmla="*/ 78543 w 103536"/>
                    <a:gd name="connsiteY25" fmla="*/ 100081 h 117208"/>
                    <a:gd name="connsiteX26" fmla="*/ 78543 w 103536"/>
                    <a:gd name="connsiteY26" fmla="*/ 98460 h 117208"/>
                    <a:gd name="connsiteX27" fmla="*/ 37236 w 103536"/>
                    <a:gd name="connsiteY27" fmla="*/ 117365 h 117208"/>
                    <a:gd name="connsiteX28" fmla="*/ 38679 w 103536"/>
                    <a:gd name="connsiteY28" fmla="*/ 105662 h 117208"/>
                    <a:gd name="connsiteX29" fmla="*/ 67179 w 103536"/>
                    <a:gd name="connsiteY29" fmla="*/ 96660 h 117208"/>
                    <a:gd name="connsiteX30" fmla="*/ 77641 w 103536"/>
                    <a:gd name="connsiteY30" fmla="*/ 71454 h 117208"/>
                    <a:gd name="connsiteX31" fmla="*/ 77641 w 103536"/>
                    <a:gd name="connsiteY31" fmla="*/ 56150 h 117208"/>
                    <a:gd name="connsiteX32" fmla="*/ 64654 w 103536"/>
                    <a:gd name="connsiteY32" fmla="*/ 59031 h 117208"/>
                    <a:gd name="connsiteX33" fmla="*/ 38499 w 103536"/>
                    <a:gd name="connsiteY33" fmla="*/ 61191 h 117208"/>
                    <a:gd name="connsiteX34" fmla="*/ 19920 w 103536"/>
                    <a:gd name="connsiteY34" fmla="*/ 70554 h 117208"/>
                    <a:gd name="connsiteX35" fmla="*/ 13607 w 103536"/>
                    <a:gd name="connsiteY35" fmla="*/ 84777 h 117208"/>
                    <a:gd name="connsiteX36" fmla="*/ 20281 w 103536"/>
                    <a:gd name="connsiteY36" fmla="*/ 100081 h 117208"/>
                    <a:gd name="connsiteX37" fmla="*/ 38679 w 103536"/>
                    <a:gd name="connsiteY37" fmla="*/ 105662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103536" h="117208">
                      <a:moveTo>
                        <a:pt x="37236" y="117365"/>
                      </a:moveTo>
                      <a:cubicBezTo>
                        <a:pt x="25918" y="117365"/>
                        <a:pt x="16899" y="114439"/>
                        <a:pt x="10180" y="108543"/>
                      </a:cubicBezTo>
                      <a:cubicBezTo>
                        <a:pt x="3551" y="102692"/>
                        <a:pt x="259" y="94860"/>
                        <a:pt x="259" y="85137"/>
                      </a:cubicBezTo>
                      <a:cubicBezTo>
                        <a:pt x="259" y="78656"/>
                        <a:pt x="1747" y="73074"/>
                        <a:pt x="4769" y="68393"/>
                      </a:cubicBezTo>
                      <a:cubicBezTo>
                        <a:pt x="7745" y="63622"/>
                        <a:pt x="12209" y="59841"/>
                        <a:pt x="18116" y="57050"/>
                      </a:cubicBezTo>
                      <a:cubicBezTo>
                        <a:pt x="24971" y="53945"/>
                        <a:pt x="36064" y="51919"/>
                        <a:pt x="51486" y="50929"/>
                      </a:cubicBezTo>
                      <a:lnTo>
                        <a:pt x="58341" y="50209"/>
                      </a:lnTo>
                      <a:lnTo>
                        <a:pt x="61948" y="49669"/>
                      </a:lnTo>
                      <a:cubicBezTo>
                        <a:pt x="72636" y="47508"/>
                        <a:pt x="78002" y="42917"/>
                        <a:pt x="78002" y="35805"/>
                      </a:cubicBezTo>
                      <a:cubicBezTo>
                        <a:pt x="78002" y="27163"/>
                        <a:pt x="75837" y="20997"/>
                        <a:pt x="71508" y="17261"/>
                      </a:cubicBezTo>
                      <a:cubicBezTo>
                        <a:pt x="67179" y="13570"/>
                        <a:pt x="60054" y="11680"/>
                        <a:pt x="50224" y="11680"/>
                      </a:cubicBezTo>
                      <a:cubicBezTo>
                        <a:pt x="40123" y="11680"/>
                        <a:pt x="32411" y="13795"/>
                        <a:pt x="27135" y="17981"/>
                      </a:cubicBezTo>
                      <a:cubicBezTo>
                        <a:pt x="21814" y="22077"/>
                        <a:pt x="18928" y="28199"/>
                        <a:pt x="18477" y="36346"/>
                      </a:cubicBezTo>
                      <a:lnTo>
                        <a:pt x="5851" y="36346"/>
                      </a:lnTo>
                      <a:cubicBezTo>
                        <a:pt x="6076" y="25183"/>
                        <a:pt x="10180" y="16361"/>
                        <a:pt x="18116" y="9879"/>
                      </a:cubicBezTo>
                      <a:cubicBezTo>
                        <a:pt x="26053" y="3398"/>
                        <a:pt x="36740" y="157"/>
                        <a:pt x="50224" y="157"/>
                      </a:cubicBezTo>
                      <a:cubicBezTo>
                        <a:pt x="63572" y="157"/>
                        <a:pt x="73673" y="3037"/>
                        <a:pt x="80527" y="8799"/>
                      </a:cubicBezTo>
                      <a:cubicBezTo>
                        <a:pt x="87472" y="14560"/>
                        <a:pt x="90989" y="22977"/>
                        <a:pt x="90989" y="34005"/>
                      </a:cubicBezTo>
                      <a:lnTo>
                        <a:pt x="90989" y="94680"/>
                      </a:lnTo>
                      <a:cubicBezTo>
                        <a:pt x="90989" y="99136"/>
                        <a:pt x="91530" y="102016"/>
                        <a:pt x="92612" y="103322"/>
                      </a:cubicBezTo>
                      <a:cubicBezTo>
                        <a:pt x="93695" y="104537"/>
                        <a:pt x="95769" y="105122"/>
                        <a:pt x="98926" y="105122"/>
                      </a:cubicBezTo>
                      <a:lnTo>
                        <a:pt x="101631" y="105122"/>
                      </a:lnTo>
                      <a:cubicBezTo>
                        <a:pt x="102578" y="105122"/>
                        <a:pt x="103300" y="105032"/>
                        <a:pt x="103796" y="104762"/>
                      </a:cubicBezTo>
                      <a:lnTo>
                        <a:pt x="103796" y="114484"/>
                      </a:lnTo>
                      <a:cubicBezTo>
                        <a:pt x="100188" y="115205"/>
                        <a:pt x="97032" y="115565"/>
                        <a:pt x="94416" y="115565"/>
                      </a:cubicBezTo>
                      <a:cubicBezTo>
                        <a:pt x="83819" y="115565"/>
                        <a:pt x="78543" y="110433"/>
                        <a:pt x="78543" y="100081"/>
                      </a:cubicBezTo>
                      <a:lnTo>
                        <a:pt x="78543" y="98460"/>
                      </a:lnTo>
                      <a:cubicBezTo>
                        <a:pt x="66728" y="111064"/>
                        <a:pt x="52974" y="117365"/>
                        <a:pt x="37236" y="117365"/>
                      </a:cubicBezTo>
                      <a:close/>
                      <a:moveTo>
                        <a:pt x="38679" y="105662"/>
                      </a:moveTo>
                      <a:cubicBezTo>
                        <a:pt x="50810" y="105662"/>
                        <a:pt x="60325" y="102692"/>
                        <a:pt x="67179" y="96660"/>
                      </a:cubicBezTo>
                      <a:cubicBezTo>
                        <a:pt x="74124" y="90539"/>
                        <a:pt x="77641" y="82167"/>
                        <a:pt x="77641" y="71454"/>
                      </a:cubicBezTo>
                      <a:lnTo>
                        <a:pt x="77641" y="56150"/>
                      </a:lnTo>
                      <a:cubicBezTo>
                        <a:pt x="73898" y="57501"/>
                        <a:pt x="69569" y="58446"/>
                        <a:pt x="64654" y="59031"/>
                      </a:cubicBezTo>
                      <a:cubicBezTo>
                        <a:pt x="59964" y="59751"/>
                        <a:pt x="51216" y="60471"/>
                        <a:pt x="38499" y="61191"/>
                      </a:cubicBezTo>
                      <a:cubicBezTo>
                        <a:pt x="30292" y="63352"/>
                        <a:pt x="24114" y="66503"/>
                        <a:pt x="19920" y="70554"/>
                      </a:cubicBezTo>
                      <a:cubicBezTo>
                        <a:pt x="15681" y="74515"/>
                        <a:pt x="13607" y="79286"/>
                        <a:pt x="13607" y="84777"/>
                      </a:cubicBezTo>
                      <a:cubicBezTo>
                        <a:pt x="13607" y="91169"/>
                        <a:pt x="15817" y="96255"/>
                        <a:pt x="20281" y="100081"/>
                      </a:cubicBezTo>
                      <a:cubicBezTo>
                        <a:pt x="24836" y="103817"/>
                        <a:pt x="30968" y="105662"/>
                        <a:pt x="38679" y="10566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38" name="Gráfico 12">
                  <a:extLst>
                    <a:ext uri="{FF2B5EF4-FFF2-40B4-BE49-F238E27FC236}">
                      <a16:creationId xmlns:a16="http://schemas.microsoft.com/office/drawing/2014/main" id="{7B1BB2A1-511F-4320-B8BD-09A377B9D2CC}"/>
                    </a:ext>
                  </a:extLst>
                </p:cNvPr>
                <p:cNvSpPr/>
                <p:nvPr/>
              </p:nvSpPr>
              <p:spPr>
                <a:xfrm>
                  <a:off x="3352900" y="2726131"/>
                  <a:ext cx="48341" cy="114327"/>
                </a:xfrm>
                <a:custGeom>
                  <a:avLst/>
                  <a:gdLst>
                    <a:gd name="connsiteX0" fmla="*/ 269 w 48341"/>
                    <a:gd name="connsiteY0" fmla="*/ 3037 h 114327"/>
                    <a:gd name="connsiteX1" fmla="*/ 12716 w 48341"/>
                    <a:gd name="connsiteY1" fmla="*/ 3037 h 114327"/>
                    <a:gd name="connsiteX2" fmla="*/ 12716 w 48341"/>
                    <a:gd name="connsiteY2" fmla="*/ 22482 h 114327"/>
                    <a:gd name="connsiteX3" fmla="*/ 47168 w 48341"/>
                    <a:gd name="connsiteY3" fmla="*/ 157 h 114327"/>
                    <a:gd name="connsiteX4" fmla="*/ 48611 w 48341"/>
                    <a:gd name="connsiteY4" fmla="*/ 157 h 114327"/>
                    <a:gd name="connsiteX5" fmla="*/ 48611 w 48341"/>
                    <a:gd name="connsiteY5" fmla="*/ 13660 h 114327"/>
                    <a:gd name="connsiteX6" fmla="*/ 46987 w 48341"/>
                    <a:gd name="connsiteY6" fmla="*/ 13660 h 114327"/>
                    <a:gd name="connsiteX7" fmla="*/ 13617 w 48341"/>
                    <a:gd name="connsiteY7" fmla="*/ 53090 h 114327"/>
                    <a:gd name="connsiteX8" fmla="*/ 13617 w 48341"/>
                    <a:gd name="connsiteY8" fmla="*/ 114484 h 114327"/>
                    <a:gd name="connsiteX9" fmla="*/ 269 w 48341"/>
                    <a:gd name="connsiteY9" fmla="*/ 114484 h 114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8341" h="114327">
                      <a:moveTo>
                        <a:pt x="269" y="3037"/>
                      </a:moveTo>
                      <a:lnTo>
                        <a:pt x="12716" y="3037"/>
                      </a:lnTo>
                      <a:lnTo>
                        <a:pt x="12716" y="22482"/>
                      </a:lnTo>
                      <a:cubicBezTo>
                        <a:pt x="19074" y="7629"/>
                        <a:pt x="30573" y="157"/>
                        <a:pt x="47168" y="157"/>
                      </a:cubicBezTo>
                      <a:lnTo>
                        <a:pt x="48611" y="157"/>
                      </a:lnTo>
                      <a:lnTo>
                        <a:pt x="48611" y="13660"/>
                      </a:lnTo>
                      <a:lnTo>
                        <a:pt x="46987" y="13660"/>
                      </a:lnTo>
                      <a:cubicBezTo>
                        <a:pt x="24711" y="13660"/>
                        <a:pt x="13617" y="26803"/>
                        <a:pt x="13617" y="53090"/>
                      </a:cubicBezTo>
                      <a:lnTo>
                        <a:pt x="13617" y="114484"/>
                      </a:lnTo>
                      <a:lnTo>
                        <a:pt x="269" y="114484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39" name="Gráfico 12">
                  <a:extLst>
                    <a:ext uri="{FF2B5EF4-FFF2-40B4-BE49-F238E27FC236}">
                      <a16:creationId xmlns:a16="http://schemas.microsoft.com/office/drawing/2014/main" id="{7EC433E6-42AC-44AE-A8B2-536C26611FEE}"/>
                    </a:ext>
                  </a:extLst>
                </p:cNvPr>
                <p:cNvSpPr/>
                <p:nvPr/>
              </p:nvSpPr>
              <p:spPr>
                <a:xfrm>
                  <a:off x="3417670" y="2726131"/>
                  <a:ext cx="103536" cy="117208"/>
                </a:xfrm>
                <a:custGeom>
                  <a:avLst/>
                  <a:gdLst>
                    <a:gd name="connsiteX0" fmla="*/ 37253 w 103536"/>
                    <a:gd name="connsiteY0" fmla="*/ 117365 h 117208"/>
                    <a:gd name="connsiteX1" fmla="*/ 10196 w 103536"/>
                    <a:gd name="connsiteY1" fmla="*/ 108543 h 117208"/>
                    <a:gd name="connsiteX2" fmla="*/ 276 w 103536"/>
                    <a:gd name="connsiteY2" fmla="*/ 85137 h 117208"/>
                    <a:gd name="connsiteX3" fmla="*/ 4785 w 103536"/>
                    <a:gd name="connsiteY3" fmla="*/ 68393 h 117208"/>
                    <a:gd name="connsiteX4" fmla="*/ 18133 w 103536"/>
                    <a:gd name="connsiteY4" fmla="*/ 57050 h 117208"/>
                    <a:gd name="connsiteX5" fmla="*/ 51503 w 103536"/>
                    <a:gd name="connsiteY5" fmla="*/ 50929 h 117208"/>
                    <a:gd name="connsiteX6" fmla="*/ 58357 w 103536"/>
                    <a:gd name="connsiteY6" fmla="*/ 50209 h 117208"/>
                    <a:gd name="connsiteX7" fmla="*/ 61965 w 103536"/>
                    <a:gd name="connsiteY7" fmla="*/ 49669 h 117208"/>
                    <a:gd name="connsiteX8" fmla="*/ 78018 w 103536"/>
                    <a:gd name="connsiteY8" fmla="*/ 35805 h 117208"/>
                    <a:gd name="connsiteX9" fmla="*/ 71525 w 103536"/>
                    <a:gd name="connsiteY9" fmla="*/ 17261 h 117208"/>
                    <a:gd name="connsiteX10" fmla="*/ 50240 w 103536"/>
                    <a:gd name="connsiteY10" fmla="*/ 11680 h 117208"/>
                    <a:gd name="connsiteX11" fmla="*/ 27152 w 103536"/>
                    <a:gd name="connsiteY11" fmla="*/ 17981 h 117208"/>
                    <a:gd name="connsiteX12" fmla="*/ 18494 w 103536"/>
                    <a:gd name="connsiteY12" fmla="*/ 36346 h 117208"/>
                    <a:gd name="connsiteX13" fmla="*/ 5867 w 103536"/>
                    <a:gd name="connsiteY13" fmla="*/ 36346 h 117208"/>
                    <a:gd name="connsiteX14" fmla="*/ 18133 w 103536"/>
                    <a:gd name="connsiteY14" fmla="*/ 9879 h 117208"/>
                    <a:gd name="connsiteX15" fmla="*/ 50240 w 103536"/>
                    <a:gd name="connsiteY15" fmla="*/ 157 h 117208"/>
                    <a:gd name="connsiteX16" fmla="*/ 80544 w 103536"/>
                    <a:gd name="connsiteY16" fmla="*/ 8799 h 117208"/>
                    <a:gd name="connsiteX17" fmla="*/ 91005 w 103536"/>
                    <a:gd name="connsiteY17" fmla="*/ 34005 h 117208"/>
                    <a:gd name="connsiteX18" fmla="*/ 91005 w 103536"/>
                    <a:gd name="connsiteY18" fmla="*/ 94680 h 117208"/>
                    <a:gd name="connsiteX19" fmla="*/ 92629 w 103536"/>
                    <a:gd name="connsiteY19" fmla="*/ 103322 h 117208"/>
                    <a:gd name="connsiteX20" fmla="*/ 98942 w 103536"/>
                    <a:gd name="connsiteY20" fmla="*/ 105122 h 117208"/>
                    <a:gd name="connsiteX21" fmla="*/ 101648 w 103536"/>
                    <a:gd name="connsiteY21" fmla="*/ 105122 h 117208"/>
                    <a:gd name="connsiteX22" fmla="*/ 103812 w 103536"/>
                    <a:gd name="connsiteY22" fmla="*/ 104762 h 117208"/>
                    <a:gd name="connsiteX23" fmla="*/ 103812 w 103536"/>
                    <a:gd name="connsiteY23" fmla="*/ 114484 h 117208"/>
                    <a:gd name="connsiteX24" fmla="*/ 94433 w 103536"/>
                    <a:gd name="connsiteY24" fmla="*/ 115565 h 117208"/>
                    <a:gd name="connsiteX25" fmla="*/ 78559 w 103536"/>
                    <a:gd name="connsiteY25" fmla="*/ 100081 h 117208"/>
                    <a:gd name="connsiteX26" fmla="*/ 78559 w 103536"/>
                    <a:gd name="connsiteY26" fmla="*/ 98460 h 117208"/>
                    <a:gd name="connsiteX27" fmla="*/ 37253 w 103536"/>
                    <a:gd name="connsiteY27" fmla="*/ 117365 h 117208"/>
                    <a:gd name="connsiteX28" fmla="*/ 38696 w 103536"/>
                    <a:gd name="connsiteY28" fmla="*/ 105662 h 117208"/>
                    <a:gd name="connsiteX29" fmla="*/ 67196 w 103536"/>
                    <a:gd name="connsiteY29" fmla="*/ 96660 h 117208"/>
                    <a:gd name="connsiteX30" fmla="*/ 77657 w 103536"/>
                    <a:gd name="connsiteY30" fmla="*/ 71454 h 117208"/>
                    <a:gd name="connsiteX31" fmla="*/ 77657 w 103536"/>
                    <a:gd name="connsiteY31" fmla="*/ 56150 h 117208"/>
                    <a:gd name="connsiteX32" fmla="*/ 64670 w 103536"/>
                    <a:gd name="connsiteY32" fmla="*/ 59031 h 117208"/>
                    <a:gd name="connsiteX33" fmla="*/ 38516 w 103536"/>
                    <a:gd name="connsiteY33" fmla="*/ 61191 h 117208"/>
                    <a:gd name="connsiteX34" fmla="*/ 19937 w 103536"/>
                    <a:gd name="connsiteY34" fmla="*/ 70554 h 117208"/>
                    <a:gd name="connsiteX35" fmla="*/ 13623 w 103536"/>
                    <a:gd name="connsiteY35" fmla="*/ 84777 h 117208"/>
                    <a:gd name="connsiteX36" fmla="*/ 20297 w 103536"/>
                    <a:gd name="connsiteY36" fmla="*/ 100081 h 117208"/>
                    <a:gd name="connsiteX37" fmla="*/ 38696 w 103536"/>
                    <a:gd name="connsiteY37" fmla="*/ 105662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103536" h="117208">
                      <a:moveTo>
                        <a:pt x="37253" y="117365"/>
                      </a:moveTo>
                      <a:cubicBezTo>
                        <a:pt x="25934" y="117365"/>
                        <a:pt x="16915" y="114439"/>
                        <a:pt x="10196" y="108543"/>
                      </a:cubicBezTo>
                      <a:cubicBezTo>
                        <a:pt x="3567" y="102692"/>
                        <a:pt x="276" y="94860"/>
                        <a:pt x="276" y="85137"/>
                      </a:cubicBezTo>
                      <a:cubicBezTo>
                        <a:pt x="276" y="78656"/>
                        <a:pt x="1764" y="73074"/>
                        <a:pt x="4785" y="68393"/>
                      </a:cubicBezTo>
                      <a:cubicBezTo>
                        <a:pt x="7761" y="63622"/>
                        <a:pt x="12226" y="59841"/>
                        <a:pt x="18133" y="57050"/>
                      </a:cubicBezTo>
                      <a:cubicBezTo>
                        <a:pt x="24987" y="53945"/>
                        <a:pt x="36080" y="51919"/>
                        <a:pt x="51503" y="50929"/>
                      </a:cubicBezTo>
                      <a:lnTo>
                        <a:pt x="58357" y="50209"/>
                      </a:lnTo>
                      <a:lnTo>
                        <a:pt x="61965" y="49669"/>
                      </a:lnTo>
                      <a:cubicBezTo>
                        <a:pt x="72652" y="47508"/>
                        <a:pt x="78018" y="42917"/>
                        <a:pt x="78018" y="35805"/>
                      </a:cubicBezTo>
                      <a:cubicBezTo>
                        <a:pt x="78018" y="27163"/>
                        <a:pt x="75854" y="20997"/>
                        <a:pt x="71525" y="17261"/>
                      </a:cubicBezTo>
                      <a:cubicBezTo>
                        <a:pt x="67196" y="13570"/>
                        <a:pt x="60071" y="11680"/>
                        <a:pt x="50240" y="11680"/>
                      </a:cubicBezTo>
                      <a:cubicBezTo>
                        <a:pt x="40139" y="11680"/>
                        <a:pt x="32428" y="13795"/>
                        <a:pt x="27152" y="17981"/>
                      </a:cubicBezTo>
                      <a:cubicBezTo>
                        <a:pt x="21831" y="22077"/>
                        <a:pt x="18945" y="28199"/>
                        <a:pt x="18494" y="36346"/>
                      </a:cubicBezTo>
                      <a:lnTo>
                        <a:pt x="5867" y="36346"/>
                      </a:lnTo>
                      <a:cubicBezTo>
                        <a:pt x="6093" y="25183"/>
                        <a:pt x="10196" y="16361"/>
                        <a:pt x="18133" y="9879"/>
                      </a:cubicBezTo>
                      <a:cubicBezTo>
                        <a:pt x="26070" y="3398"/>
                        <a:pt x="36757" y="157"/>
                        <a:pt x="50240" y="157"/>
                      </a:cubicBezTo>
                      <a:cubicBezTo>
                        <a:pt x="63588" y="157"/>
                        <a:pt x="73689" y="3037"/>
                        <a:pt x="80544" y="8799"/>
                      </a:cubicBezTo>
                      <a:cubicBezTo>
                        <a:pt x="87488" y="14560"/>
                        <a:pt x="91005" y="22977"/>
                        <a:pt x="91005" y="34005"/>
                      </a:cubicBezTo>
                      <a:lnTo>
                        <a:pt x="91005" y="94680"/>
                      </a:lnTo>
                      <a:cubicBezTo>
                        <a:pt x="91005" y="99136"/>
                        <a:pt x="91547" y="102016"/>
                        <a:pt x="92629" y="103322"/>
                      </a:cubicBezTo>
                      <a:cubicBezTo>
                        <a:pt x="93711" y="104537"/>
                        <a:pt x="95785" y="105122"/>
                        <a:pt x="98942" y="105122"/>
                      </a:cubicBezTo>
                      <a:lnTo>
                        <a:pt x="101648" y="105122"/>
                      </a:lnTo>
                      <a:cubicBezTo>
                        <a:pt x="102595" y="105122"/>
                        <a:pt x="103316" y="105032"/>
                        <a:pt x="103812" y="104762"/>
                      </a:cubicBezTo>
                      <a:lnTo>
                        <a:pt x="103812" y="114484"/>
                      </a:lnTo>
                      <a:cubicBezTo>
                        <a:pt x="100205" y="115205"/>
                        <a:pt x="97048" y="115565"/>
                        <a:pt x="94433" y="115565"/>
                      </a:cubicBezTo>
                      <a:cubicBezTo>
                        <a:pt x="83835" y="115565"/>
                        <a:pt x="78559" y="110433"/>
                        <a:pt x="78559" y="100081"/>
                      </a:cubicBezTo>
                      <a:lnTo>
                        <a:pt x="78559" y="98460"/>
                      </a:lnTo>
                      <a:cubicBezTo>
                        <a:pt x="66745" y="111064"/>
                        <a:pt x="52991" y="117365"/>
                        <a:pt x="37253" y="117365"/>
                      </a:cubicBezTo>
                      <a:close/>
                      <a:moveTo>
                        <a:pt x="38696" y="105662"/>
                      </a:moveTo>
                      <a:cubicBezTo>
                        <a:pt x="50826" y="105662"/>
                        <a:pt x="60341" y="102692"/>
                        <a:pt x="67196" y="96660"/>
                      </a:cubicBezTo>
                      <a:cubicBezTo>
                        <a:pt x="74140" y="90539"/>
                        <a:pt x="77657" y="82167"/>
                        <a:pt x="77657" y="71454"/>
                      </a:cubicBezTo>
                      <a:lnTo>
                        <a:pt x="77657" y="56150"/>
                      </a:lnTo>
                      <a:cubicBezTo>
                        <a:pt x="73915" y="57501"/>
                        <a:pt x="69586" y="58446"/>
                        <a:pt x="64670" y="59031"/>
                      </a:cubicBezTo>
                      <a:cubicBezTo>
                        <a:pt x="59980" y="59751"/>
                        <a:pt x="51232" y="60471"/>
                        <a:pt x="38516" y="61191"/>
                      </a:cubicBezTo>
                      <a:cubicBezTo>
                        <a:pt x="30308" y="63352"/>
                        <a:pt x="24130" y="66503"/>
                        <a:pt x="19937" y="70554"/>
                      </a:cubicBezTo>
                      <a:cubicBezTo>
                        <a:pt x="15698" y="74515"/>
                        <a:pt x="13623" y="79286"/>
                        <a:pt x="13623" y="84777"/>
                      </a:cubicBezTo>
                      <a:cubicBezTo>
                        <a:pt x="13623" y="91169"/>
                        <a:pt x="15833" y="96255"/>
                        <a:pt x="20297" y="100081"/>
                      </a:cubicBezTo>
                      <a:cubicBezTo>
                        <a:pt x="24852" y="103817"/>
                        <a:pt x="30985" y="105662"/>
                        <a:pt x="38696" y="10566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40" name="Gráfico 12">
                  <a:extLst>
                    <a:ext uri="{FF2B5EF4-FFF2-40B4-BE49-F238E27FC236}">
                      <a16:creationId xmlns:a16="http://schemas.microsoft.com/office/drawing/2014/main" id="{A8A7AB32-4ACB-4A5D-B7BA-27DD381DA442}"/>
                    </a:ext>
                  </a:extLst>
                </p:cNvPr>
                <p:cNvSpPr/>
                <p:nvPr/>
              </p:nvSpPr>
              <p:spPr>
                <a:xfrm>
                  <a:off x="3588925" y="2685981"/>
                  <a:ext cx="134561" cy="154477"/>
                </a:xfrm>
                <a:custGeom>
                  <a:avLst/>
                  <a:gdLst>
                    <a:gd name="connsiteX0" fmla="*/ 59094 w 134561"/>
                    <a:gd name="connsiteY0" fmla="*/ 157 h 154477"/>
                    <a:gd name="connsiteX1" fmla="*/ 76050 w 134561"/>
                    <a:gd name="connsiteY1" fmla="*/ 157 h 154477"/>
                    <a:gd name="connsiteX2" fmla="*/ 134853 w 134561"/>
                    <a:gd name="connsiteY2" fmla="*/ 154634 h 154477"/>
                    <a:gd name="connsiteX3" fmla="*/ 119882 w 134561"/>
                    <a:gd name="connsiteY3" fmla="*/ 154634 h 154477"/>
                    <a:gd name="connsiteX4" fmla="*/ 102385 w 134561"/>
                    <a:gd name="connsiteY4" fmla="*/ 107103 h 154477"/>
                    <a:gd name="connsiteX5" fmla="*/ 32940 w 134561"/>
                    <a:gd name="connsiteY5" fmla="*/ 107103 h 154477"/>
                    <a:gd name="connsiteX6" fmla="*/ 15082 w 134561"/>
                    <a:gd name="connsiteY6" fmla="*/ 154634 h 154477"/>
                    <a:gd name="connsiteX7" fmla="*/ 291 w 134561"/>
                    <a:gd name="connsiteY7" fmla="*/ 154634 h 154477"/>
                    <a:gd name="connsiteX8" fmla="*/ 97515 w 134561"/>
                    <a:gd name="connsiteY8" fmla="*/ 94680 h 154477"/>
                    <a:gd name="connsiteX9" fmla="*/ 67392 w 134561"/>
                    <a:gd name="connsiteY9" fmla="*/ 15280 h 154477"/>
                    <a:gd name="connsiteX10" fmla="*/ 37449 w 134561"/>
                    <a:gd name="connsiteY10" fmla="*/ 94680 h 154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4561" h="154477">
                      <a:moveTo>
                        <a:pt x="59094" y="157"/>
                      </a:moveTo>
                      <a:lnTo>
                        <a:pt x="76050" y="157"/>
                      </a:lnTo>
                      <a:lnTo>
                        <a:pt x="134853" y="154634"/>
                      </a:lnTo>
                      <a:lnTo>
                        <a:pt x="119882" y="154634"/>
                      </a:lnTo>
                      <a:lnTo>
                        <a:pt x="102385" y="107103"/>
                      </a:lnTo>
                      <a:lnTo>
                        <a:pt x="32940" y="107103"/>
                      </a:lnTo>
                      <a:lnTo>
                        <a:pt x="15082" y="154634"/>
                      </a:lnTo>
                      <a:lnTo>
                        <a:pt x="291" y="154634"/>
                      </a:lnTo>
                      <a:close/>
                      <a:moveTo>
                        <a:pt x="97515" y="94680"/>
                      </a:moveTo>
                      <a:lnTo>
                        <a:pt x="67392" y="15280"/>
                      </a:lnTo>
                      <a:lnTo>
                        <a:pt x="37449" y="94680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41" name="Gráfico 12">
                  <a:extLst>
                    <a:ext uri="{FF2B5EF4-FFF2-40B4-BE49-F238E27FC236}">
                      <a16:creationId xmlns:a16="http://schemas.microsoft.com/office/drawing/2014/main" id="{2473E261-E8E8-4539-96C5-F0E2AD2667FE}"/>
                    </a:ext>
                  </a:extLst>
                </p:cNvPr>
                <p:cNvSpPr/>
                <p:nvPr/>
              </p:nvSpPr>
              <p:spPr>
                <a:xfrm>
                  <a:off x="3735876" y="2685981"/>
                  <a:ext cx="101191" cy="157537"/>
                </a:xfrm>
                <a:custGeom>
                  <a:avLst/>
                  <a:gdLst>
                    <a:gd name="connsiteX0" fmla="*/ 49185 w 101191"/>
                    <a:gd name="connsiteY0" fmla="*/ 157695 h 157537"/>
                    <a:gd name="connsiteX1" fmla="*/ 13471 w 101191"/>
                    <a:gd name="connsiteY1" fmla="*/ 142031 h 157537"/>
                    <a:gd name="connsiteX2" fmla="*/ 303 w 101191"/>
                    <a:gd name="connsiteY2" fmla="*/ 99001 h 157537"/>
                    <a:gd name="connsiteX3" fmla="*/ 6436 w 101191"/>
                    <a:gd name="connsiteY3" fmla="*/ 67853 h 157537"/>
                    <a:gd name="connsiteX4" fmla="*/ 23752 w 101191"/>
                    <a:gd name="connsiteY4" fmla="*/ 47508 h 157537"/>
                    <a:gd name="connsiteX5" fmla="*/ 50087 w 101191"/>
                    <a:gd name="connsiteY5" fmla="*/ 40306 h 157537"/>
                    <a:gd name="connsiteX6" fmla="*/ 88508 w 101191"/>
                    <a:gd name="connsiteY6" fmla="*/ 62452 h 157537"/>
                    <a:gd name="connsiteX7" fmla="*/ 88508 w 101191"/>
                    <a:gd name="connsiteY7" fmla="*/ 157 h 157537"/>
                    <a:gd name="connsiteX8" fmla="*/ 101495 w 101191"/>
                    <a:gd name="connsiteY8" fmla="*/ 157 h 157537"/>
                    <a:gd name="connsiteX9" fmla="*/ 101495 w 101191"/>
                    <a:gd name="connsiteY9" fmla="*/ 154634 h 157537"/>
                    <a:gd name="connsiteX10" fmla="*/ 88508 w 101191"/>
                    <a:gd name="connsiteY10" fmla="*/ 154634 h 157537"/>
                    <a:gd name="connsiteX11" fmla="*/ 88508 w 101191"/>
                    <a:gd name="connsiteY11" fmla="*/ 135729 h 157537"/>
                    <a:gd name="connsiteX12" fmla="*/ 49185 w 101191"/>
                    <a:gd name="connsiteY12" fmla="*/ 157695 h 157537"/>
                    <a:gd name="connsiteX13" fmla="*/ 51711 w 101191"/>
                    <a:gd name="connsiteY13" fmla="*/ 146172 h 157537"/>
                    <a:gd name="connsiteX14" fmla="*/ 79850 w 101191"/>
                    <a:gd name="connsiteY14" fmla="*/ 133929 h 157537"/>
                    <a:gd name="connsiteX15" fmla="*/ 89590 w 101191"/>
                    <a:gd name="connsiteY15" fmla="*/ 99001 h 157537"/>
                    <a:gd name="connsiteX16" fmla="*/ 79669 w 101191"/>
                    <a:gd name="connsiteY16" fmla="*/ 64252 h 157537"/>
                    <a:gd name="connsiteX17" fmla="*/ 51711 w 101191"/>
                    <a:gd name="connsiteY17" fmla="*/ 51829 h 157537"/>
                    <a:gd name="connsiteX18" fmla="*/ 23752 w 101191"/>
                    <a:gd name="connsiteY18" fmla="*/ 64072 h 157537"/>
                    <a:gd name="connsiteX19" fmla="*/ 14012 w 101191"/>
                    <a:gd name="connsiteY19" fmla="*/ 99001 h 157537"/>
                    <a:gd name="connsiteX20" fmla="*/ 23933 w 101191"/>
                    <a:gd name="connsiteY20" fmla="*/ 133929 h 157537"/>
                    <a:gd name="connsiteX21" fmla="*/ 51711 w 101191"/>
                    <a:gd name="connsiteY21" fmla="*/ 146172 h 157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01191" h="157537">
                      <a:moveTo>
                        <a:pt x="49185" y="157695"/>
                      </a:moveTo>
                      <a:cubicBezTo>
                        <a:pt x="34124" y="157695"/>
                        <a:pt x="22219" y="152474"/>
                        <a:pt x="13471" y="142031"/>
                      </a:cubicBezTo>
                      <a:cubicBezTo>
                        <a:pt x="4677" y="131588"/>
                        <a:pt x="303" y="117275"/>
                        <a:pt x="303" y="99001"/>
                      </a:cubicBezTo>
                      <a:cubicBezTo>
                        <a:pt x="303" y="87118"/>
                        <a:pt x="2332" y="76765"/>
                        <a:pt x="6436" y="67853"/>
                      </a:cubicBezTo>
                      <a:cubicBezTo>
                        <a:pt x="10494" y="58986"/>
                        <a:pt x="16267" y="52189"/>
                        <a:pt x="23752" y="47508"/>
                      </a:cubicBezTo>
                      <a:cubicBezTo>
                        <a:pt x="31193" y="42737"/>
                        <a:pt x="39986" y="40306"/>
                        <a:pt x="50087" y="40306"/>
                      </a:cubicBezTo>
                      <a:cubicBezTo>
                        <a:pt x="67629" y="40306"/>
                        <a:pt x="80436" y="47688"/>
                        <a:pt x="88508" y="62452"/>
                      </a:cubicBezTo>
                      <a:lnTo>
                        <a:pt x="88508" y="157"/>
                      </a:lnTo>
                      <a:lnTo>
                        <a:pt x="101495" y="157"/>
                      </a:lnTo>
                      <a:lnTo>
                        <a:pt x="101495" y="154634"/>
                      </a:lnTo>
                      <a:lnTo>
                        <a:pt x="88508" y="154634"/>
                      </a:lnTo>
                      <a:lnTo>
                        <a:pt x="88508" y="135729"/>
                      </a:lnTo>
                      <a:cubicBezTo>
                        <a:pt x="79940" y="150403"/>
                        <a:pt x="66862" y="157695"/>
                        <a:pt x="49185" y="157695"/>
                      </a:cubicBezTo>
                      <a:close/>
                      <a:moveTo>
                        <a:pt x="51711" y="146172"/>
                      </a:moveTo>
                      <a:cubicBezTo>
                        <a:pt x="63976" y="146172"/>
                        <a:pt x="73356" y="142121"/>
                        <a:pt x="79850" y="133929"/>
                      </a:cubicBezTo>
                      <a:cubicBezTo>
                        <a:pt x="86343" y="125782"/>
                        <a:pt x="89590" y="114124"/>
                        <a:pt x="89590" y="99001"/>
                      </a:cubicBezTo>
                      <a:cubicBezTo>
                        <a:pt x="89590" y="84012"/>
                        <a:pt x="86253" y="72444"/>
                        <a:pt x="79669" y="64252"/>
                      </a:cubicBezTo>
                      <a:cubicBezTo>
                        <a:pt x="73040" y="55970"/>
                        <a:pt x="63706" y="51829"/>
                        <a:pt x="51711" y="51829"/>
                      </a:cubicBezTo>
                      <a:cubicBezTo>
                        <a:pt x="39670" y="51829"/>
                        <a:pt x="30336" y="55925"/>
                        <a:pt x="23752" y="64072"/>
                      </a:cubicBezTo>
                      <a:cubicBezTo>
                        <a:pt x="17259" y="72264"/>
                        <a:pt x="14012" y="83877"/>
                        <a:pt x="14012" y="99001"/>
                      </a:cubicBezTo>
                      <a:cubicBezTo>
                        <a:pt x="14012" y="114034"/>
                        <a:pt x="17304" y="125647"/>
                        <a:pt x="23933" y="133929"/>
                      </a:cubicBezTo>
                      <a:cubicBezTo>
                        <a:pt x="30516" y="142121"/>
                        <a:pt x="39806" y="146172"/>
                        <a:pt x="51711" y="14617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42" name="Gráfico 12">
                  <a:extLst>
                    <a:ext uri="{FF2B5EF4-FFF2-40B4-BE49-F238E27FC236}">
                      <a16:creationId xmlns:a16="http://schemas.microsoft.com/office/drawing/2014/main" id="{EF3C0DC8-18B6-4DFA-A602-AC263B86F466}"/>
                    </a:ext>
                  </a:extLst>
                </p:cNvPr>
                <p:cNvSpPr/>
                <p:nvPr/>
              </p:nvSpPr>
              <p:spPr>
                <a:xfrm>
                  <a:off x="3865014" y="2726131"/>
                  <a:ext cx="102634" cy="117208"/>
                </a:xfrm>
                <a:custGeom>
                  <a:avLst/>
                  <a:gdLst>
                    <a:gd name="connsiteX0" fmla="*/ 51542 w 102634"/>
                    <a:gd name="connsiteY0" fmla="*/ 117365 h 117208"/>
                    <a:gd name="connsiteX1" fmla="*/ 13662 w 102634"/>
                    <a:gd name="connsiteY1" fmla="*/ 102061 h 117208"/>
                    <a:gd name="connsiteX2" fmla="*/ 314 w 102634"/>
                    <a:gd name="connsiteY2" fmla="*/ 58851 h 117208"/>
                    <a:gd name="connsiteX3" fmla="*/ 13662 w 102634"/>
                    <a:gd name="connsiteY3" fmla="*/ 15641 h 117208"/>
                    <a:gd name="connsiteX4" fmla="*/ 51542 w 102634"/>
                    <a:gd name="connsiteY4" fmla="*/ 157 h 117208"/>
                    <a:gd name="connsiteX5" fmla="*/ 89421 w 102634"/>
                    <a:gd name="connsiteY5" fmla="*/ 15641 h 117208"/>
                    <a:gd name="connsiteX6" fmla="*/ 102949 w 102634"/>
                    <a:gd name="connsiteY6" fmla="*/ 58851 h 117208"/>
                    <a:gd name="connsiteX7" fmla="*/ 89421 w 102634"/>
                    <a:gd name="connsiteY7" fmla="*/ 102061 h 117208"/>
                    <a:gd name="connsiteX8" fmla="*/ 51542 w 102634"/>
                    <a:gd name="connsiteY8" fmla="*/ 117365 h 117208"/>
                    <a:gd name="connsiteX9" fmla="*/ 51542 w 102634"/>
                    <a:gd name="connsiteY9" fmla="*/ 106022 h 117208"/>
                    <a:gd name="connsiteX10" fmla="*/ 79500 w 102634"/>
                    <a:gd name="connsiteY10" fmla="*/ 93779 h 117208"/>
                    <a:gd name="connsiteX11" fmla="*/ 89421 w 102634"/>
                    <a:gd name="connsiteY11" fmla="*/ 58851 h 117208"/>
                    <a:gd name="connsiteX12" fmla="*/ 79500 w 102634"/>
                    <a:gd name="connsiteY12" fmla="*/ 24103 h 117208"/>
                    <a:gd name="connsiteX13" fmla="*/ 51542 w 102634"/>
                    <a:gd name="connsiteY13" fmla="*/ 11680 h 117208"/>
                    <a:gd name="connsiteX14" fmla="*/ 23583 w 102634"/>
                    <a:gd name="connsiteY14" fmla="*/ 24103 h 117208"/>
                    <a:gd name="connsiteX15" fmla="*/ 13662 w 102634"/>
                    <a:gd name="connsiteY15" fmla="*/ 58851 h 117208"/>
                    <a:gd name="connsiteX16" fmla="*/ 23583 w 102634"/>
                    <a:gd name="connsiteY16" fmla="*/ 93779 h 117208"/>
                    <a:gd name="connsiteX17" fmla="*/ 51542 w 102634"/>
                    <a:gd name="connsiteY17" fmla="*/ 106022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02634" h="117208">
                      <a:moveTo>
                        <a:pt x="51542" y="117365"/>
                      </a:moveTo>
                      <a:cubicBezTo>
                        <a:pt x="35308" y="117365"/>
                        <a:pt x="22681" y="112279"/>
                        <a:pt x="13662" y="102061"/>
                      </a:cubicBezTo>
                      <a:cubicBezTo>
                        <a:pt x="4734" y="91889"/>
                        <a:pt x="314" y="77485"/>
                        <a:pt x="314" y="58851"/>
                      </a:cubicBezTo>
                      <a:cubicBezTo>
                        <a:pt x="314" y="40261"/>
                        <a:pt x="4734" y="25858"/>
                        <a:pt x="13662" y="15641"/>
                      </a:cubicBezTo>
                      <a:cubicBezTo>
                        <a:pt x="22681" y="5333"/>
                        <a:pt x="35308" y="157"/>
                        <a:pt x="51542" y="157"/>
                      </a:cubicBezTo>
                      <a:cubicBezTo>
                        <a:pt x="67866" y="157"/>
                        <a:pt x="80492" y="5333"/>
                        <a:pt x="89421" y="15641"/>
                      </a:cubicBezTo>
                      <a:cubicBezTo>
                        <a:pt x="98440" y="25858"/>
                        <a:pt x="102949" y="40261"/>
                        <a:pt x="102949" y="58851"/>
                      </a:cubicBezTo>
                      <a:cubicBezTo>
                        <a:pt x="102949" y="77485"/>
                        <a:pt x="98440" y="91889"/>
                        <a:pt x="89421" y="102061"/>
                      </a:cubicBezTo>
                      <a:cubicBezTo>
                        <a:pt x="80492" y="112279"/>
                        <a:pt x="67866" y="117365"/>
                        <a:pt x="51542" y="117365"/>
                      </a:cubicBezTo>
                      <a:close/>
                      <a:moveTo>
                        <a:pt x="51542" y="106022"/>
                      </a:moveTo>
                      <a:cubicBezTo>
                        <a:pt x="63537" y="106022"/>
                        <a:pt x="72871" y="101971"/>
                        <a:pt x="79500" y="93779"/>
                      </a:cubicBezTo>
                      <a:cubicBezTo>
                        <a:pt x="86084" y="85632"/>
                        <a:pt x="89421" y="73975"/>
                        <a:pt x="89421" y="58851"/>
                      </a:cubicBezTo>
                      <a:cubicBezTo>
                        <a:pt x="89421" y="43862"/>
                        <a:pt x="86084" y="32295"/>
                        <a:pt x="79500" y="24103"/>
                      </a:cubicBezTo>
                      <a:cubicBezTo>
                        <a:pt x="72871" y="15821"/>
                        <a:pt x="63537" y="11680"/>
                        <a:pt x="51542" y="11680"/>
                      </a:cubicBezTo>
                      <a:cubicBezTo>
                        <a:pt x="39501" y="11680"/>
                        <a:pt x="30167" y="15821"/>
                        <a:pt x="23583" y="24103"/>
                      </a:cubicBezTo>
                      <a:cubicBezTo>
                        <a:pt x="16954" y="32295"/>
                        <a:pt x="13662" y="43862"/>
                        <a:pt x="13662" y="58851"/>
                      </a:cubicBezTo>
                      <a:cubicBezTo>
                        <a:pt x="13662" y="73885"/>
                        <a:pt x="16954" y="85497"/>
                        <a:pt x="23583" y="93779"/>
                      </a:cubicBezTo>
                      <a:cubicBezTo>
                        <a:pt x="30167" y="101971"/>
                        <a:pt x="39501" y="106022"/>
                        <a:pt x="51542" y="10602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43" name="Gráfico 12">
                  <a:extLst>
                    <a:ext uri="{FF2B5EF4-FFF2-40B4-BE49-F238E27FC236}">
                      <a16:creationId xmlns:a16="http://schemas.microsoft.com/office/drawing/2014/main" id="{4CFCFD3E-C8CB-4507-8551-E3B4BF99DFB3}"/>
                    </a:ext>
                  </a:extLst>
                </p:cNvPr>
                <p:cNvSpPr/>
                <p:nvPr/>
              </p:nvSpPr>
              <p:spPr>
                <a:xfrm>
                  <a:off x="3996238" y="2685981"/>
                  <a:ext cx="12987" cy="154477"/>
                </a:xfrm>
                <a:custGeom>
                  <a:avLst/>
                  <a:gdLst>
                    <a:gd name="connsiteX0" fmla="*/ 325 w 12987"/>
                    <a:gd name="connsiteY0" fmla="*/ 157 h 154477"/>
                    <a:gd name="connsiteX1" fmla="*/ 13312 w 12987"/>
                    <a:gd name="connsiteY1" fmla="*/ 157 h 154477"/>
                    <a:gd name="connsiteX2" fmla="*/ 13312 w 12987"/>
                    <a:gd name="connsiteY2" fmla="*/ 154634 h 154477"/>
                    <a:gd name="connsiteX3" fmla="*/ 325 w 12987"/>
                    <a:gd name="connsiteY3" fmla="*/ 154634 h 154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87" h="154477">
                      <a:moveTo>
                        <a:pt x="325" y="157"/>
                      </a:moveTo>
                      <a:lnTo>
                        <a:pt x="13312" y="157"/>
                      </a:lnTo>
                      <a:lnTo>
                        <a:pt x="13312" y="154634"/>
                      </a:lnTo>
                      <a:lnTo>
                        <a:pt x="325" y="154634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44" name="Gráfico 12">
                  <a:extLst>
                    <a:ext uri="{FF2B5EF4-FFF2-40B4-BE49-F238E27FC236}">
                      <a16:creationId xmlns:a16="http://schemas.microsoft.com/office/drawing/2014/main" id="{92651537-A960-481F-B07A-2563DA01154D}"/>
                    </a:ext>
                  </a:extLst>
                </p:cNvPr>
                <p:cNvSpPr/>
                <p:nvPr/>
              </p:nvSpPr>
              <p:spPr>
                <a:xfrm>
                  <a:off x="4038013" y="2726131"/>
                  <a:ext cx="96682" cy="117388"/>
                </a:xfrm>
                <a:custGeom>
                  <a:avLst/>
                  <a:gdLst>
                    <a:gd name="connsiteX0" fmla="*/ 49031 w 96682"/>
                    <a:gd name="connsiteY0" fmla="*/ 117545 h 117388"/>
                    <a:gd name="connsiteX1" fmla="*/ 13136 w 96682"/>
                    <a:gd name="connsiteY1" fmla="*/ 102241 h 117388"/>
                    <a:gd name="connsiteX2" fmla="*/ 329 w 96682"/>
                    <a:gd name="connsiteY2" fmla="*/ 59211 h 117388"/>
                    <a:gd name="connsiteX3" fmla="*/ 13316 w 96682"/>
                    <a:gd name="connsiteY3" fmla="*/ 15821 h 117388"/>
                    <a:gd name="connsiteX4" fmla="*/ 49392 w 96682"/>
                    <a:gd name="connsiteY4" fmla="*/ 157 h 117388"/>
                    <a:gd name="connsiteX5" fmla="*/ 84385 w 96682"/>
                    <a:gd name="connsiteY5" fmla="*/ 15100 h 117388"/>
                    <a:gd name="connsiteX6" fmla="*/ 97012 w 96682"/>
                    <a:gd name="connsiteY6" fmla="*/ 56870 h 117388"/>
                    <a:gd name="connsiteX7" fmla="*/ 97012 w 96682"/>
                    <a:gd name="connsiteY7" fmla="*/ 61191 h 117388"/>
                    <a:gd name="connsiteX8" fmla="*/ 13497 w 96682"/>
                    <a:gd name="connsiteY8" fmla="*/ 61191 h 117388"/>
                    <a:gd name="connsiteX9" fmla="*/ 13497 w 96682"/>
                    <a:gd name="connsiteY9" fmla="*/ 61912 h 117388"/>
                    <a:gd name="connsiteX10" fmla="*/ 23237 w 96682"/>
                    <a:gd name="connsiteY10" fmla="*/ 94500 h 117388"/>
                    <a:gd name="connsiteX11" fmla="*/ 49753 w 96682"/>
                    <a:gd name="connsiteY11" fmla="*/ 106562 h 117388"/>
                    <a:gd name="connsiteX12" fmla="*/ 71759 w 96682"/>
                    <a:gd name="connsiteY12" fmla="*/ 99541 h 117388"/>
                    <a:gd name="connsiteX13" fmla="*/ 82581 w 96682"/>
                    <a:gd name="connsiteY13" fmla="*/ 80096 h 117388"/>
                    <a:gd name="connsiteX14" fmla="*/ 95388 w 96682"/>
                    <a:gd name="connsiteY14" fmla="*/ 80096 h 117388"/>
                    <a:gd name="connsiteX15" fmla="*/ 80597 w 96682"/>
                    <a:gd name="connsiteY15" fmla="*/ 107283 h 117388"/>
                    <a:gd name="connsiteX16" fmla="*/ 49031 w 96682"/>
                    <a:gd name="connsiteY16" fmla="*/ 117545 h 117388"/>
                    <a:gd name="connsiteX17" fmla="*/ 83664 w 96682"/>
                    <a:gd name="connsiteY17" fmla="*/ 50929 h 117388"/>
                    <a:gd name="connsiteX18" fmla="*/ 73563 w 96682"/>
                    <a:gd name="connsiteY18" fmla="*/ 21942 h 117388"/>
                    <a:gd name="connsiteX19" fmla="*/ 49212 w 96682"/>
                    <a:gd name="connsiteY19" fmla="*/ 11319 h 117388"/>
                    <a:gd name="connsiteX20" fmla="*/ 24139 w 96682"/>
                    <a:gd name="connsiteY20" fmla="*/ 22122 h 117388"/>
                    <a:gd name="connsiteX21" fmla="*/ 13677 w 96682"/>
                    <a:gd name="connsiteY21" fmla="*/ 50929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6682" h="117388">
                      <a:moveTo>
                        <a:pt x="49031" y="117545"/>
                      </a:moveTo>
                      <a:cubicBezTo>
                        <a:pt x="33744" y="117545"/>
                        <a:pt x="21794" y="112459"/>
                        <a:pt x="13136" y="102241"/>
                      </a:cubicBezTo>
                      <a:cubicBezTo>
                        <a:pt x="4568" y="91934"/>
                        <a:pt x="329" y="77575"/>
                        <a:pt x="329" y="59211"/>
                      </a:cubicBezTo>
                      <a:cubicBezTo>
                        <a:pt x="329" y="40622"/>
                        <a:pt x="4658" y="26173"/>
                        <a:pt x="13316" y="15821"/>
                      </a:cubicBezTo>
                      <a:cubicBezTo>
                        <a:pt x="21975" y="5378"/>
                        <a:pt x="33970" y="157"/>
                        <a:pt x="49392" y="157"/>
                      </a:cubicBezTo>
                      <a:cubicBezTo>
                        <a:pt x="64408" y="157"/>
                        <a:pt x="76088" y="5153"/>
                        <a:pt x="84385" y="15100"/>
                      </a:cubicBezTo>
                      <a:cubicBezTo>
                        <a:pt x="92773" y="25093"/>
                        <a:pt x="97012" y="39001"/>
                        <a:pt x="97012" y="56870"/>
                      </a:cubicBezTo>
                      <a:lnTo>
                        <a:pt x="97012" y="61191"/>
                      </a:lnTo>
                      <a:lnTo>
                        <a:pt x="13497" y="61191"/>
                      </a:lnTo>
                      <a:lnTo>
                        <a:pt x="13497" y="61912"/>
                      </a:lnTo>
                      <a:cubicBezTo>
                        <a:pt x="13497" y="75505"/>
                        <a:pt x="16744" y="86353"/>
                        <a:pt x="23237" y="94500"/>
                      </a:cubicBezTo>
                      <a:cubicBezTo>
                        <a:pt x="29821" y="102556"/>
                        <a:pt x="38660" y="106562"/>
                        <a:pt x="49753" y="106562"/>
                      </a:cubicBezTo>
                      <a:cubicBezTo>
                        <a:pt x="58501" y="106562"/>
                        <a:pt x="65851" y="104222"/>
                        <a:pt x="71759" y="99541"/>
                      </a:cubicBezTo>
                      <a:cubicBezTo>
                        <a:pt x="77621" y="94770"/>
                        <a:pt x="81229" y="88288"/>
                        <a:pt x="82581" y="80096"/>
                      </a:cubicBezTo>
                      <a:lnTo>
                        <a:pt x="95388" y="80096"/>
                      </a:lnTo>
                      <a:cubicBezTo>
                        <a:pt x="93945" y="91394"/>
                        <a:pt x="88985" y="100441"/>
                        <a:pt x="80597" y="107283"/>
                      </a:cubicBezTo>
                      <a:cubicBezTo>
                        <a:pt x="72300" y="114124"/>
                        <a:pt x="61748" y="117545"/>
                        <a:pt x="49031" y="117545"/>
                      </a:cubicBezTo>
                      <a:close/>
                      <a:moveTo>
                        <a:pt x="83664" y="50929"/>
                      </a:moveTo>
                      <a:cubicBezTo>
                        <a:pt x="83032" y="38596"/>
                        <a:pt x="79695" y="28919"/>
                        <a:pt x="73563" y="21942"/>
                      </a:cubicBezTo>
                      <a:cubicBezTo>
                        <a:pt x="67430" y="14875"/>
                        <a:pt x="59313" y="11319"/>
                        <a:pt x="49212" y="11319"/>
                      </a:cubicBezTo>
                      <a:cubicBezTo>
                        <a:pt x="38975" y="11319"/>
                        <a:pt x="30633" y="14920"/>
                        <a:pt x="24139" y="22122"/>
                      </a:cubicBezTo>
                      <a:cubicBezTo>
                        <a:pt x="17736" y="29324"/>
                        <a:pt x="14263" y="38956"/>
                        <a:pt x="13677" y="50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45" name="Gráfico 12">
                  <a:extLst>
                    <a:ext uri="{FF2B5EF4-FFF2-40B4-BE49-F238E27FC236}">
                      <a16:creationId xmlns:a16="http://schemas.microsoft.com/office/drawing/2014/main" id="{1C5D9568-2346-428D-8F68-771CCB8B84C5}"/>
                    </a:ext>
                  </a:extLst>
                </p:cNvPr>
                <p:cNvSpPr/>
                <p:nvPr/>
              </p:nvSpPr>
              <p:spPr>
                <a:xfrm>
                  <a:off x="4157260" y="2726131"/>
                  <a:ext cx="86040" cy="117388"/>
                </a:xfrm>
                <a:custGeom>
                  <a:avLst/>
                  <a:gdLst>
                    <a:gd name="connsiteX0" fmla="*/ 43811 w 86040"/>
                    <a:gd name="connsiteY0" fmla="*/ 117545 h 117388"/>
                    <a:gd name="connsiteX1" fmla="*/ 12425 w 86040"/>
                    <a:gd name="connsiteY1" fmla="*/ 107283 h 117388"/>
                    <a:gd name="connsiteX2" fmla="*/ 340 w 86040"/>
                    <a:gd name="connsiteY2" fmla="*/ 79736 h 117388"/>
                    <a:gd name="connsiteX3" fmla="*/ 13146 w 86040"/>
                    <a:gd name="connsiteY3" fmla="*/ 79736 h 117388"/>
                    <a:gd name="connsiteX4" fmla="*/ 21985 w 86040"/>
                    <a:gd name="connsiteY4" fmla="*/ 98460 h 117388"/>
                    <a:gd name="connsiteX5" fmla="*/ 43089 w 86040"/>
                    <a:gd name="connsiteY5" fmla="*/ 105662 h 117388"/>
                    <a:gd name="connsiteX6" fmla="*/ 65095 w 86040"/>
                    <a:gd name="connsiteY6" fmla="*/ 100261 h 117388"/>
                    <a:gd name="connsiteX7" fmla="*/ 73212 w 86040"/>
                    <a:gd name="connsiteY7" fmla="*/ 85317 h 117388"/>
                    <a:gd name="connsiteX8" fmla="*/ 45073 w 86040"/>
                    <a:gd name="connsiteY8" fmla="*/ 65152 h 117388"/>
                    <a:gd name="connsiteX9" fmla="*/ 40564 w 86040"/>
                    <a:gd name="connsiteY9" fmla="*/ 64072 h 117388"/>
                    <a:gd name="connsiteX10" fmla="*/ 17475 w 86040"/>
                    <a:gd name="connsiteY10" fmla="*/ 56330 h 117388"/>
                    <a:gd name="connsiteX11" fmla="*/ 5931 w 86040"/>
                    <a:gd name="connsiteY11" fmla="*/ 46608 h 117388"/>
                    <a:gd name="connsiteX12" fmla="*/ 2684 w 86040"/>
                    <a:gd name="connsiteY12" fmla="*/ 32385 h 117388"/>
                    <a:gd name="connsiteX13" fmla="*/ 13327 w 86040"/>
                    <a:gd name="connsiteY13" fmla="*/ 9159 h 117388"/>
                    <a:gd name="connsiteX14" fmla="*/ 41105 w 86040"/>
                    <a:gd name="connsiteY14" fmla="*/ 157 h 117388"/>
                    <a:gd name="connsiteX15" fmla="*/ 71048 w 86040"/>
                    <a:gd name="connsiteY15" fmla="*/ 9519 h 117388"/>
                    <a:gd name="connsiteX16" fmla="*/ 83313 w 86040"/>
                    <a:gd name="connsiteY16" fmla="*/ 35625 h 117388"/>
                    <a:gd name="connsiteX17" fmla="*/ 70146 w 86040"/>
                    <a:gd name="connsiteY17" fmla="*/ 35625 h 117388"/>
                    <a:gd name="connsiteX18" fmla="*/ 61668 w 86040"/>
                    <a:gd name="connsiteY18" fmla="*/ 17981 h 117388"/>
                    <a:gd name="connsiteX19" fmla="*/ 40924 w 86040"/>
                    <a:gd name="connsiteY19" fmla="*/ 11680 h 117388"/>
                    <a:gd name="connsiteX20" fmla="*/ 22706 w 86040"/>
                    <a:gd name="connsiteY20" fmla="*/ 16901 h 117388"/>
                    <a:gd name="connsiteX21" fmla="*/ 15852 w 86040"/>
                    <a:gd name="connsiteY21" fmla="*/ 30764 h 117388"/>
                    <a:gd name="connsiteX22" fmla="*/ 23247 w 86040"/>
                    <a:gd name="connsiteY22" fmla="*/ 43187 h 117388"/>
                    <a:gd name="connsiteX23" fmla="*/ 46336 w 86040"/>
                    <a:gd name="connsiteY23" fmla="*/ 52549 h 117388"/>
                    <a:gd name="connsiteX24" fmla="*/ 52288 w 86040"/>
                    <a:gd name="connsiteY24" fmla="*/ 54170 h 117388"/>
                    <a:gd name="connsiteX25" fmla="*/ 72671 w 86040"/>
                    <a:gd name="connsiteY25" fmla="*/ 61552 h 117388"/>
                    <a:gd name="connsiteX26" fmla="*/ 83133 w 86040"/>
                    <a:gd name="connsiteY26" fmla="*/ 71274 h 117388"/>
                    <a:gd name="connsiteX27" fmla="*/ 86380 w 86040"/>
                    <a:gd name="connsiteY27" fmla="*/ 85497 h 117388"/>
                    <a:gd name="connsiteX28" fmla="*/ 80968 w 86040"/>
                    <a:gd name="connsiteY28" fmla="*/ 102061 h 117388"/>
                    <a:gd name="connsiteX29" fmla="*/ 65997 w 86040"/>
                    <a:gd name="connsiteY29" fmla="*/ 113404 h 117388"/>
                    <a:gd name="connsiteX30" fmla="*/ 43811 w 86040"/>
                    <a:gd name="connsiteY30" fmla="*/ 117545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86040" h="117388">
                      <a:moveTo>
                        <a:pt x="43811" y="117545"/>
                      </a:moveTo>
                      <a:cubicBezTo>
                        <a:pt x="30823" y="117545"/>
                        <a:pt x="20361" y="114124"/>
                        <a:pt x="12425" y="107283"/>
                      </a:cubicBezTo>
                      <a:cubicBezTo>
                        <a:pt x="4578" y="100351"/>
                        <a:pt x="565" y="91169"/>
                        <a:pt x="340" y="79736"/>
                      </a:cubicBezTo>
                      <a:lnTo>
                        <a:pt x="13146" y="79736"/>
                      </a:lnTo>
                      <a:cubicBezTo>
                        <a:pt x="13507" y="87433"/>
                        <a:pt x="16438" y="93689"/>
                        <a:pt x="21985" y="98460"/>
                      </a:cubicBezTo>
                      <a:cubicBezTo>
                        <a:pt x="27486" y="103277"/>
                        <a:pt x="34521" y="105662"/>
                        <a:pt x="43089" y="105662"/>
                      </a:cubicBezTo>
                      <a:cubicBezTo>
                        <a:pt x="52469" y="105662"/>
                        <a:pt x="59774" y="103862"/>
                        <a:pt x="65095" y="100261"/>
                      </a:cubicBezTo>
                      <a:cubicBezTo>
                        <a:pt x="70506" y="96570"/>
                        <a:pt x="73212" y="91574"/>
                        <a:pt x="73212" y="85317"/>
                      </a:cubicBezTo>
                      <a:cubicBezTo>
                        <a:pt x="73212" y="76450"/>
                        <a:pt x="63832" y="69744"/>
                        <a:pt x="45073" y="65152"/>
                      </a:cubicBezTo>
                      <a:lnTo>
                        <a:pt x="40564" y="64072"/>
                      </a:lnTo>
                      <a:cubicBezTo>
                        <a:pt x="30553" y="61552"/>
                        <a:pt x="22887" y="58986"/>
                        <a:pt x="17475" y="56330"/>
                      </a:cubicBezTo>
                      <a:cubicBezTo>
                        <a:pt x="12064" y="53585"/>
                        <a:pt x="8186" y="50344"/>
                        <a:pt x="5931" y="46608"/>
                      </a:cubicBezTo>
                      <a:cubicBezTo>
                        <a:pt x="3767" y="42917"/>
                        <a:pt x="2684" y="38146"/>
                        <a:pt x="2684" y="32385"/>
                      </a:cubicBezTo>
                      <a:cubicBezTo>
                        <a:pt x="2684" y="22797"/>
                        <a:pt x="6202" y="15055"/>
                        <a:pt x="13327" y="9159"/>
                      </a:cubicBezTo>
                      <a:cubicBezTo>
                        <a:pt x="20407" y="3173"/>
                        <a:pt x="29651" y="157"/>
                        <a:pt x="41105" y="157"/>
                      </a:cubicBezTo>
                      <a:cubicBezTo>
                        <a:pt x="53596" y="157"/>
                        <a:pt x="63562" y="3308"/>
                        <a:pt x="71048" y="9519"/>
                      </a:cubicBezTo>
                      <a:cubicBezTo>
                        <a:pt x="78488" y="15776"/>
                        <a:pt x="82592" y="24463"/>
                        <a:pt x="83313" y="35625"/>
                      </a:cubicBezTo>
                      <a:lnTo>
                        <a:pt x="70146" y="35625"/>
                      </a:lnTo>
                      <a:cubicBezTo>
                        <a:pt x="69650" y="28064"/>
                        <a:pt x="66809" y="22212"/>
                        <a:pt x="61668" y="17981"/>
                      </a:cubicBezTo>
                      <a:cubicBezTo>
                        <a:pt x="56617" y="13795"/>
                        <a:pt x="49673" y="11680"/>
                        <a:pt x="40924" y="11680"/>
                      </a:cubicBezTo>
                      <a:cubicBezTo>
                        <a:pt x="33349" y="11680"/>
                        <a:pt x="27261" y="13435"/>
                        <a:pt x="22706" y="16901"/>
                      </a:cubicBezTo>
                      <a:cubicBezTo>
                        <a:pt x="18107" y="20412"/>
                        <a:pt x="15852" y="25003"/>
                        <a:pt x="15852" y="30764"/>
                      </a:cubicBezTo>
                      <a:cubicBezTo>
                        <a:pt x="15852" y="35580"/>
                        <a:pt x="18287" y="39721"/>
                        <a:pt x="23247" y="43187"/>
                      </a:cubicBezTo>
                      <a:cubicBezTo>
                        <a:pt x="28163" y="46698"/>
                        <a:pt x="35874" y="49804"/>
                        <a:pt x="46336" y="52549"/>
                      </a:cubicBezTo>
                      <a:lnTo>
                        <a:pt x="52288" y="54170"/>
                      </a:lnTo>
                      <a:cubicBezTo>
                        <a:pt x="61037" y="56330"/>
                        <a:pt x="67846" y="58806"/>
                        <a:pt x="72671" y="61552"/>
                      </a:cubicBezTo>
                      <a:cubicBezTo>
                        <a:pt x="77586" y="64207"/>
                        <a:pt x="81058" y="67448"/>
                        <a:pt x="83133" y="71274"/>
                      </a:cubicBezTo>
                      <a:cubicBezTo>
                        <a:pt x="85297" y="75010"/>
                        <a:pt x="86380" y="79736"/>
                        <a:pt x="86380" y="85497"/>
                      </a:cubicBezTo>
                      <a:cubicBezTo>
                        <a:pt x="86380" y="91754"/>
                        <a:pt x="84576" y="97290"/>
                        <a:pt x="80968" y="102061"/>
                      </a:cubicBezTo>
                      <a:cubicBezTo>
                        <a:pt x="77451" y="106878"/>
                        <a:pt x="72491" y="110658"/>
                        <a:pt x="65997" y="113404"/>
                      </a:cubicBezTo>
                      <a:cubicBezTo>
                        <a:pt x="59594" y="116150"/>
                        <a:pt x="52198" y="117545"/>
                        <a:pt x="43811" y="11754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46" name="Gráfico 12">
                  <a:extLst>
                    <a:ext uri="{FF2B5EF4-FFF2-40B4-BE49-F238E27FC236}">
                      <a16:creationId xmlns:a16="http://schemas.microsoft.com/office/drawing/2014/main" id="{3A8361D1-76C9-4227-A878-EBC79F0F74FC}"/>
                    </a:ext>
                  </a:extLst>
                </p:cNvPr>
                <p:cNvSpPr/>
                <p:nvPr/>
              </p:nvSpPr>
              <p:spPr>
                <a:xfrm>
                  <a:off x="4266311" y="2726131"/>
                  <a:ext cx="95239" cy="117208"/>
                </a:xfrm>
                <a:custGeom>
                  <a:avLst/>
                  <a:gdLst>
                    <a:gd name="connsiteX0" fmla="*/ 49231 w 95239"/>
                    <a:gd name="connsiteY0" fmla="*/ 117365 h 117208"/>
                    <a:gd name="connsiteX1" fmla="*/ 13336 w 95239"/>
                    <a:gd name="connsiteY1" fmla="*/ 101881 h 117208"/>
                    <a:gd name="connsiteX2" fmla="*/ 349 w 95239"/>
                    <a:gd name="connsiteY2" fmla="*/ 59571 h 117208"/>
                    <a:gd name="connsiteX3" fmla="*/ 13697 w 95239"/>
                    <a:gd name="connsiteY3" fmla="*/ 16001 h 117208"/>
                    <a:gd name="connsiteX4" fmla="*/ 49953 w 95239"/>
                    <a:gd name="connsiteY4" fmla="*/ 157 h 117208"/>
                    <a:gd name="connsiteX5" fmla="*/ 80797 w 95239"/>
                    <a:gd name="connsiteY5" fmla="*/ 10779 h 117208"/>
                    <a:gd name="connsiteX6" fmla="*/ 94145 w 95239"/>
                    <a:gd name="connsiteY6" fmla="*/ 38506 h 117208"/>
                    <a:gd name="connsiteX7" fmla="*/ 81699 w 95239"/>
                    <a:gd name="connsiteY7" fmla="*/ 38506 h 117208"/>
                    <a:gd name="connsiteX8" fmla="*/ 71418 w 95239"/>
                    <a:gd name="connsiteY8" fmla="*/ 19061 h 117208"/>
                    <a:gd name="connsiteX9" fmla="*/ 49953 w 95239"/>
                    <a:gd name="connsiteY9" fmla="*/ 11680 h 117208"/>
                    <a:gd name="connsiteX10" fmla="*/ 23437 w 95239"/>
                    <a:gd name="connsiteY10" fmla="*/ 24283 h 117208"/>
                    <a:gd name="connsiteX11" fmla="*/ 13697 w 95239"/>
                    <a:gd name="connsiteY11" fmla="*/ 58491 h 117208"/>
                    <a:gd name="connsiteX12" fmla="*/ 23618 w 95239"/>
                    <a:gd name="connsiteY12" fmla="*/ 93599 h 117208"/>
                    <a:gd name="connsiteX13" fmla="*/ 50314 w 95239"/>
                    <a:gd name="connsiteY13" fmla="*/ 106382 h 117208"/>
                    <a:gd name="connsiteX14" fmla="*/ 71959 w 95239"/>
                    <a:gd name="connsiteY14" fmla="*/ 98280 h 117208"/>
                    <a:gd name="connsiteX15" fmla="*/ 82782 w 95239"/>
                    <a:gd name="connsiteY15" fmla="*/ 75955 h 117208"/>
                    <a:gd name="connsiteX16" fmla="*/ 95588 w 95239"/>
                    <a:gd name="connsiteY16" fmla="*/ 75955 h 117208"/>
                    <a:gd name="connsiteX17" fmla="*/ 81339 w 95239"/>
                    <a:gd name="connsiteY17" fmla="*/ 106382 h 117208"/>
                    <a:gd name="connsiteX18" fmla="*/ 49231 w 95239"/>
                    <a:gd name="connsiteY18" fmla="*/ 117365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95239" h="117208">
                      <a:moveTo>
                        <a:pt x="49231" y="117365"/>
                      </a:moveTo>
                      <a:cubicBezTo>
                        <a:pt x="34080" y="117365"/>
                        <a:pt x="22085" y="112234"/>
                        <a:pt x="13336" y="101881"/>
                      </a:cubicBezTo>
                      <a:cubicBezTo>
                        <a:pt x="4678" y="91574"/>
                        <a:pt x="349" y="77485"/>
                        <a:pt x="349" y="59571"/>
                      </a:cubicBezTo>
                      <a:cubicBezTo>
                        <a:pt x="349" y="41117"/>
                        <a:pt x="4768" y="26578"/>
                        <a:pt x="13697" y="16001"/>
                      </a:cubicBezTo>
                      <a:cubicBezTo>
                        <a:pt x="22581" y="5468"/>
                        <a:pt x="34666" y="157"/>
                        <a:pt x="49953" y="157"/>
                      </a:cubicBezTo>
                      <a:cubicBezTo>
                        <a:pt x="62444" y="157"/>
                        <a:pt x="72726" y="3713"/>
                        <a:pt x="80797" y="10779"/>
                      </a:cubicBezTo>
                      <a:cubicBezTo>
                        <a:pt x="88959" y="17756"/>
                        <a:pt x="93424" y="26983"/>
                        <a:pt x="94145" y="38506"/>
                      </a:cubicBezTo>
                      <a:lnTo>
                        <a:pt x="81699" y="38506"/>
                      </a:lnTo>
                      <a:cubicBezTo>
                        <a:pt x="80707" y="30359"/>
                        <a:pt x="77280" y="23878"/>
                        <a:pt x="71418" y="19061"/>
                      </a:cubicBezTo>
                      <a:cubicBezTo>
                        <a:pt x="65646" y="14155"/>
                        <a:pt x="58476" y="11680"/>
                        <a:pt x="49953" y="11680"/>
                      </a:cubicBezTo>
                      <a:cubicBezTo>
                        <a:pt x="38769" y="11680"/>
                        <a:pt x="29931" y="15911"/>
                        <a:pt x="23437" y="24283"/>
                      </a:cubicBezTo>
                      <a:cubicBezTo>
                        <a:pt x="16944" y="32565"/>
                        <a:pt x="13697" y="43997"/>
                        <a:pt x="13697" y="58491"/>
                      </a:cubicBezTo>
                      <a:cubicBezTo>
                        <a:pt x="13697" y="73254"/>
                        <a:pt x="16989" y="84957"/>
                        <a:pt x="23618" y="93599"/>
                      </a:cubicBezTo>
                      <a:cubicBezTo>
                        <a:pt x="30202" y="102151"/>
                        <a:pt x="39130" y="106382"/>
                        <a:pt x="50314" y="106382"/>
                      </a:cubicBezTo>
                      <a:cubicBezTo>
                        <a:pt x="58836" y="106382"/>
                        <a:pt x="66052" y="103682"/>
                        <a:pt x="71959" y="98280"/>
                      </a:cubicBezTo>
                      <a:cubicBezTo>
                        <a:pt x="77821" y="92879"/>
                        <a:pt x="81429" y="85452"/>
                        <a:pt x="82782" y="75955"/>
                      </a:cubicBezTo>
                      <a:lnTo>
                        <a:pt x="95588" y="75955"/>
                      </a:lnTo>
                      <a:cubicBezTo>
                        <a:pt x="94506" y="88828"/>
                        <a:pt x="89726" y="98956"/>
                        <a:pt x="81339" y="106382"/>
                      </a:cubicBezTo>
                      <a:cubicBezTo>
                        <a:pt x="73041" y="113719"/>
                        <a:pt x="62309" y="117365"/>
                        <a:pt x="49231" y="11736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47" name="Gráfico 12">
                  <a:extLst>
                    <a:ext uri="{FF2B5EF4-FFF2-40B4-BE49-F238E27FC236}">
                      <a16:creationId xmlns:a16="http://schemas.microsoft.com/office/drawing/2014/main" id="{0EE4055E-42E4-487F-94FF-9EFB61955237}"/>
                    </a:ext>
                  </a:extLst>
                </p:cNvPr>
                <p:cNvSpPr/>
                <p:nvPr/>
              </p:nvSpPr>
              <p:spPr>
                <a:xfrm>
                  <a:off x="4381644" y="2726131"/>
                  <a:ext cx="96682" cy="117388"/>
                </a:xfrm>
                <a:custGeom>
                  <a:avLst/>
                  <a:gdLst>
                    <a:gd name="connsiteX0" fmla="*/ 49061 w 96682"/>
                    <a:gd name="connsiteY0" fmla="*/ 117545 h 117388"/>
                    <a:gd name="connsiteX1" fmla="*/ 13166 w 96682"/>
                    <a:gd name="connsiteY1" fmla="*/ 102241 h 117388"/>
                    <a:gd name="connsiteX2" fmla="*/ 359 w 96682"/>
                    <a:gd name="connsiteY2" fmla="*/ 59211 h 117388"/>
                    <a:gd name="connsiteX3" fmla="*/ 13346 w 96682"/>
                    <a:gd name="connsiteY3" fmla="*/ 15821 h 117388"/>
                    <a:gd name="connsiteX4" fmla="*/ 49422 w 96682"/>
                    <a:gd name="connsiteY4" fmla="*/ 157 h 117388"/>
                    <a:gd name="connsiteX5" fmla="*/ 84415 w 96682"/>
                    <a:gd name="connsiteY5" fmla="*/ 15100 h 117388"/>
                    <a:gd name="connsiteX6" fmla="*/ 97041 w 96682"/>
                    <a:gd name="connsiteY6" fmla="*/ 56870 h 117388"/>
                    <a:gd name="connsiteX7" fmla="*/ 97041 w 96682"/>
                    <a:gd name="connsiteY7" fmla="*/ 61191 h 117388"/>
                    <a:gd name="connsiteX8" fmla="*/ 13527 w 96682"/>
                    <a:gd name="connsiteY8" fmla="*/ 61191 h 117388"/>
                    <a:gd name="connsiteX9" fmla="*/ 13527 w 96682"/>
                    <a:gd name="connsiteY9" fmla="*/ 61912 h 117388"/>
                    <a:gd name="connsiteX10" fmla="*/ 23267 w 96682"/>
                    <a:gd name="connsiteY10" fmla="*/ 94500 h 117388"/>
                    <a:gd name="connsiteX11" fmla="*/ 49782 w 96682"/>
                    <a:gd name="connsiteY11" fmla="*/ 106562 h 117388"/>
                    <a:gd name="connsiteX12" fmla="*/ 71789 w 96682"/>
                    <a:gd name="connsiteY12" fmla="*/ 99541 h 117388"/>
                    <a:gd name="connsiteX13" fmla="*/ 82611 w 96682"/>
                    <a:gd name="connsiteY13" fmla="*/ 80096 h 117388"/>
                    <a:gd name="connsiteX14" fmla="*/ 95418 w 96682"/>
                    <a:gd name="connsiteY14" fmla="*/ 80096 h 117388"/>
                    <a:gd name="connsiteX15" fmla="*/ 80627 w 96682"/>
                    <a:gd name="connsiteY15" fmla="*/ 107283 h 117388"/>
                    <a:gd name="connsiteX16" fmla="*/ 49061 w 96682"/>
                    <a:gd name="connsiteY16" fmla="*/ 117545 h 117388"/>
                    <a:gd name="connsiteX17" fmla="*/ 83693 w 96682"/>
                    <a:gd name="connsiteY17" fmla="*/ 50929 h 117388"/>
                    <a:gd name="connsiteX18" fmla="*/ 73592 w 96682"/>
                    <a:gd name="connsiteY18" fmla="*/ 21942 h 117388"/>
                    <a:gd name="connsiteX19" fmla="*/ 49241 w 96682"/>
                    <a:gd name="connsiteY19" fmla="*/ 11319 h 117388"/>
                    <a:gd name="connsiteX20" fmla="*/ 24169 w 96682"/>
                    <a:gd name="connsiteY20" fmla="*/ 22122 h 117388"/>
                    <a:gd name="connsiteX21" fmla="*/ 13707 w 96682"/>
                    <a:gd name="connsiteY21" fmla="*/ 50929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6682" h="117388">
                      <a:moveTo>
                        <a:pt x="49061" y="117545"/>
                      </a:moveTo>
                      <a:cubicBezTo>
                        <a:pt x="33774" y="117545"/>
                        <a:pt x="21824" y="112459"/>
                        <a:pt x="13166" y="102241"/>
                      </a:cubicBezTo>
                      <a:cubicBezTo>
                        <a:pt x="4598" y="91934"/>
                        <a:pt x="359" y="77575"/>
                        <a:pt x="359" y="59211"/>
                      </a:cubicBezTo>
                      <a:cubicBezTo>
                        <a:pt x="359" y="40622"/>
                        <a:pt x="4688" y="26173"/>
                        <a:pt x="13346" y="15821"/>
                      </a:cubicBezTo>
                      <a:cubicBezTo>
                        <a:pt x="22004" y="5378"/>
                        <a:pt x="33999" y="157"/>
                        <a:pt x="49422" y="157"/>
                      </a:cubicBezTo>
                      <a:cubicBezTo>
                        <a:pt x="64438" y="157"/>
                        <a:pt x="76118" y="5153"/>
                        <a:pt x="84415" y="15100"/>
                      </a:cubicBezTo>
                      <a:cubicBezTo>
                        <a:pt x="92803" y="25093"/>
                        <a:pt x="97041" y="39001"/>
                        <a:pt x="97041" y="56870"/>
                      </a:cubicBezTo>
                      <a:lnTo>
                        <a:pt x="97041" y="61191"/>
                      </a:lnTo>
                      <a:lnTo>
                        <a:pt x="13527" y="61191"/>
                      </a:lnTo>
                      <a:lnTo>
                        <a:pt x="13527" y="61912"/>
                      </a:lnTo>
                      <a:cubicBezTo>
                        <a:pt x="13527" y="75505"/>
                        <a:pt x="16773" y="86353"/>
                        <a:pt x="23267" y="94500"/>
                      </a:cubicBezTo>
                      <a:cubicBezTo>
                        <a:pt x="29851" y="102556"/>
                        <a:pt x="38689" y="106562"/>
                        <a:pt x="49782" y="106562"/>
                      </a:cubicBezTo>
                      <a:cubicBezTo>
                        <a:pt x="58531" y="106562"/>
                        <a:pt x="65881" y="104222"/>
                        <a:pt x="71789" y="99541"/>
                      </a:cubicBezTo>
                      <a:cubicBezTo>
                        <a:pt x="77651" y="94770"/>
                        <a:pt x="81258" y="88288"/>
                        <a:pt x="82611" y="80096"/>
                      </a:cubicBezTo>
                      <a:lnTo>
                        <a:pt x="95418" y="80096"/>
                      </a:lnTo>
                      <a:cubicBezTo>
                        <a:pt x="93975" y="91394"/>
                        <a:pt x="89015" y="100441"/>
                        <a:pt x="80627" y="107283"/>
                      </a:cubicBezTo>
                      <a:cubicBezTo>
                        <a:pt x="72330" y="114124"/>
                        <a:pt x="61778" y="117545"/>
                        <a:pt x="49061" y="117545"/>
                      </a:cubicBezTo>
                      <a:close/>
                      <a:moveTo>
                        <a:pt x="83693" y="50929"/>
                      </a:moveTo>
                      <a:cubicBezTo>
                        <a:pt x="83062" y="38596"/>
                        <a:pt x="79725" y="28919"/>
                        <a:pt x="73592" y="21942"/>
                      </a:cubicBezTo>
                      <a:cubicBezTo>
                        <a:pt x="67459" y="14875"/>
                        <a:pt x="59342" y="11319"/>
                        <a:pt x="49241" y="11319"/>
                      </a:cubicBezTo>
                      <a:cubicBezTo>
                        <a:pt x="39005" y="11319"/>
                        <a:pt x="30662" y="14920"/>
                        <a:pt x="24169" y="22122"/>
                      </a:cubicBezTo>
                      <a:cubicBezTo>
                        <a:pt x="17765" y="29324"/>
                        <a:pt x="14293" y="38956"/>
                        <a:pt x="13707" y="50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48" name="Gráfico 12">
                  <a:extLst>
                    <a:ext uri="{FF2B5EF4-FFF2-40B4-BE49-F238E27FC236}">
                      <a16:creationId xmlns:a16="http://schemas.microsoft.com/office/drawing/2014/main" id="{FBC4348A-1D1B-4B96-90A9-577991E1F825}"/>
                    </a:ext>
                  </a:extLst>
                </p:cNvPr>
                <p:cNvSpPr/>
                <p:nvPr/>
              </p:nvSpPr>
              <p:spPr>
                <a:xfrm>
                  <a:off x="4505580" y="2726131"/>
                  <a:ext cx="87483" cy="114327"/>
                </a:xfrm>
                <a:custGeom>
                  <a:avLst/>
                  <a:gdLst>
                    <a:gd name="connsiteX0" fmla="*/ 369 w 87483"/>
                    <a:gd name="connsiteY0" fmla="*/ 3037 h 114327"/>
                    <a:gd name="connsiteX1" fmla="*/ 12815 w 87483"/>
                    <a:gd name="connsiteY1" fmla="*/ 3037 h 114327"/>
                    <a:gd name="connsiteX2" fmla="*/ 12815 w 87483"/>
                    <a:gd name="connsiteY2" fmla="*/ 20862 h 114327"/>
                    <a:gd name="connsiteX3" fmla="*/ 49793 w 87483"/>
                    <a:gd name="connsiteY3" fmla="*/ 157 h 114327"/>
                    <a:gd name="connsiteX4" fmla="*/ 70175 w 87483"/>
                    <a:gd name="connsiteY4" fmla="*/ 4298 h 114327"/>
                    <a:gd name="connsiteX5" fmla="*/ 83343 w 87483"/>
                    <a:gd name="connsiteY5" fmla="*/ 15821 h 114327"/>
                    <a:gd name="connsiteX6" fmla="*/ 86950 w 87483"/>
                    <a:gd name="connsiteY6" fmla="*/ 25183 h 114327"/>
                    <a:gd name="connsiteX7" fmla="*/ 87852 w 87483"/>
                    <a:gd name="connsiteY7" fmla="*/ 43367 h 114327"/>
                    <a:gd name="connsiteX8" fmla="*/ 87852 w 87483"/>
                    <a:gd name="connsiteY8" fmla="*/ 114484 h 114327"/>
                    <a:gd name="connsiteX9" fmla="*/ 74685 w 87483"/>
                    <a:gd name="connsiteY9" fmla="*/ 114484 h 114327"/>
                    <a:gd name="connsiteX10" fmla="*/ 74685 w 87483"/>
                    <a:gd name="connsiteY10" fmla="*/ 45348 h 114327"/>
                    <a:gd name="connsiteX11" fmla="*/ 71979 w 87483"/>
                    <a:gd name="connsiteY11" fmla="*/ 25003 h 114327"/>
                    <a:gd name="connsiteX12" fmla="*/ 63501 w 87483"/>
                    <a:gd name="connsiteY12" fmla="*/ 14920 h 114327"/>
                    <a:gd name="connsiteX13" fmla="*/ 47267 w 87483"/>
                    <a:gd name="connsiteY13" fmla="*/ 11860 h 114327"/>
                    <a:gd name="connsiteX14" fmla="*/ 22556 w 87483"/>
                    <a:gd name="connsiteY14" fmla="*/ 21762 h 114327"/>
                    <a:gd name="connsiteX15" fmla="*/ 13537 w 87483"/>
                    <a:gd name="connsiteY15" fmla="*/ 48769 h 114327"/>
                    <a:gd name="connsiteX16" fmla="*/ 13537 w 87483"/>
                    <a:gd name="connsiteY16" fmla="*/ 114484 h 114327"/>
                    <a:gd name="connsiteX17" fmla="*/ 369 w 87483"/>
                    <a:gd name="connsiteY17" fmla="*/ 114484 h 114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87483" h="114327">
                      <a:moveTo>
                        <a:pt x="369" y="3037"/>
                      </a:moveTo>
                      <a:lnTo>
                        <a:pt x="12815" y="3037"/>
                      </a:lnTo>
                      <a:lnTo>
                        <a:pt x="12815" y="20862"/>
                      </a:lnTo>
                      <a:cubicBezTo>
                        <a:pt x="21338" y="7088"/>
                        <a:pt x="33649" y="157"/>
                        <a:pt x="49793" y="157"/>
                      </a:cubicBezTo>
                      <a:cubicBezTo>
                        <a:pt x="57594" y="157"/>
                        <a:pt x="64403" y="1552"/>
                        <a:pt x="70175" y="4298"/>
                      </a:cubicBezTo>
                      <a:cubicBezTo>
                        <a:pt x="75947" y="7088"/>
                        <a:pt x="80322" y="10914"/>
                        <a:pt x="83343" y="15821"/>
                      </a:cubicBezTo>
                      <a:cubicBezTo>
                        <a:pt x="85147" y="18836"/>
                        <a:pt x="86319" y="21942"/>
                        <a:pt x="86950" y="25183"/>
                      </a:cubicBezTo>
                      <a:cubicBezTo>
                        <a:pt x="87537" y="29144"/>
                        <a:pt x="87852" y="35220"/>
                        <a:pt x="87852" y="43367"/>
                      </a:cubicBezTo>
                      <a:lnTo>
                        <a:pt x="87852" y="114484"/>
                      </a:lnTo>
                      <a:lnTo>
                        <a:pt x="74685" y="114484"/>
                      </a:lnTo>
                      <a:lnTo>
                        <a:pt x="74685" y="45348"/>
                      </a:lnTo>
                      <a:cubicBezTo>
                        <a:pt x="74685" y="36616"/>
                        <a:pt x="73783" y="29819"/>
                        <a:pt x="71979" y="25003"/>
                      </a:cubicBezTo>
                      <a:cubicBezTo>
                        <a:pt x="70266" y="20232"/>
                        <a:pt x="67470" y="16856"/>
                        <a:pt x="63501" y="14920"/>
                      </a:cubicBezTo>
                      <a:cubicBezTo>
                        <a:pt x="59623" y="12895"/>
                        <a:pt x="54212" y="11860"/>
                        <a:pt x="47267" y="11860"/>
                      </a:cubicBezTo>
                      <a:cubicBezTo>
                        <a:pt x="36806" y="11860"/>
                        <a:pt x="28553" y="15190"/>
                        <a:pt x="22556" y="21762"/>
                      </a:cubicBezTo>
                      <a:cubicBezTo>
                        <a:pt x="16513" y="28379"/>
                        <a:pt x="13537" y="37381"/>
                        <a:pt x="13537" y="48769"/>
                      </a:cubicBezTo>
                      <a:lnTo>
                        <a:pt x="13537" y="114484"/>
                      </a:lnTo>
                      <a:lnTo>
                        <a:pt x="369" y="114484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49" name="Gráfico 12">
                  <a:extLst>
                    <a:ext uri="{FF2B5EF4-FFF2-40B4-BE49-F238E27FC236}">
                      <a16:creationId xmlns:a16="http://schemas.microsoft.com/office/drawing/2014/main" id="{D64224C5-748C-412F-A9CC-FA7729484D0C}"/>
                    </a:ext>
                  </a:extLst>
                </p:cNvPr>
                <p:cNvSpPr/>
                <p:nvPr/>
              </p:nvSpPr>
              <p:spPr>
                <a:xfrm>
                  <a:off x="4614678" y="2696964"/>
                  <a:ext cx="48882" cy="146375"/>
                </a:xfrm>
                <a:custGeom>
                  <a:avLst/>
                  <a:gdLst>
                    <a:gd name="connsiteX0" fmla="*/ 33208 w 48882"/>
                    <a:gd name="connsiteY0" fmla="*/ 146532 h 146375"/>
                    <a:gd name="connsiteX1" fmla="*/ 19680 w 48882"/>
                    <a:gd name="connsiteY1" fmla="*/ 141671 h 146375"/>
                    <a:gd name="connsiteX2" fmla="*/ 15712 w 48882"/>
                    <a:gd name="connsiteY2" fmla="*/ 123847 h 146375"/>
                    <a:gd name="connsiteX3" fmla="*/ 15712 w 48882"/>
                    <a:gd name="connsiteY3" fmla="*/ 42647 h 146375"/>
                    <a:gd name="connsiteX4" fmla="*/ 380 w 48882"/>
                    <a:gd name="connsiteY4" fmla="*/ 42647 h 146375"/>
                    <a:gd name="connsiteX5" fmla="*/ 380 w 48882"/>
                    <a:gd name="connsiteY5" fmla="*/ 32205 h 146375"/>
                    <a:gd name="connsiteX6" fmla="*/ 15712 w 48882"/>
                    <a:gd name="connsiteY6" fmla="*/ 32205 h 146375"/>
                    <a:gd name="connsiteX7" fmla="*/ 15712 w 48882"/>
                    <a:gd name="connsiteY7" fmla="*/ 157 h 146375"/>
                    <a:gd name="connsiteX8" fmla="*/ 28519 w 48882"/>
                    <a:gd name="connsiteY8" fmla="*/ 157 h 146375"/>
                    <a:gd name="connsiteX9" fmla="*/ 28519 w 48882"/>
                    <a:gd name="connsiteY9" fmla="*/ 32205 h 146375"/>
                    <a:gd name="connsiteX10" fmla="*/ 49262 w 48882"/>
                    <a:gd name="connsiteY10" fmla="*/ 32205 h 146375"/>
                    <a:gd name="connsiteX11" fmla="*/ 49262 w 48882"/>
                    <a:gd name="connsiteY11" fmla="*/ 42647 h 146375"/>
                    <a:gd name="connsiteX12" fmla="*/ 28519 w 48882"/>
                    <a:gd name="connsiteY12" fmla="*/ 42647 h 146375"/>
                    <a:gd name="connsiteX13" fmla="*/ 28519 w 48882"/>
                    <a:gd name="connsiteY13" fmla="*/ 123847 h 146375"/>
                    <a:gd name="connsiteX14" fmla="*/ 30322 w 48882"/>
                    <a:gd name="connsiteY14" fmla="*/ 133209 h 146375"/>
                    <a:gd name="connsiteX15" fmla="*/ 36816 w 48882"/>
                    <a:gd name="connsiteY15" fmla="*/ 135729 h 146375"/>
                    <a:gd name="connsiteX16" fmla="*/ 41325 w 48882"/>
                    <a:gd name="connsiteY16" fmla="*/ 135189 h 146375"/>
                    <a:gd name="connsiteX17" fmla="*/ 44753 w 48882"/>
                    <a:gd name="connsiteY17" fmla="*/ 134649 h 146375"/>
                    <a:gd name="connsiteX18" fmla="*/ 49262 w 48882"/>
                    <a:gd name="connsiteY18" fmla="*/ 133749 h 146375"/>
                    <a:gd name="connsiteX19" fmla="*/ 49262 w 48882"/>
                    <a:gd name="connsiteY19" fmla="*/ 144011 h 146375"/>
                    <a:gd name="connsiteX20" fmla="*/ 33208 w 48882"/>
                    <a:gd name="connsiteY20" fmla="*/ 146532 h 146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8882" h="146375">
                      <a:moveTo>
                        <a:pt x="33208" y="146532"/>
                      </a:moveTo>
                      <a:cubicBezTo>
                        <a:pt x="26805" y="146532"/>
                        <a:pt x="22296" y="144912"/>
                        <a:pt x="19680" y="141671"/>
                      </a:cubicBezTo>
                      <a:cubicBezTo>
                        <a:pt x="17020" y="138340"/>
                        <a:pt x="15712" y="132399"/>
                        <a:pt x="15712" y="123847"/>
                      </a:cubicBezTo>
                      <a:lnTo>
                        <a:pt x="15712" y="42647"/>
                      </a:lnTo>
                      <a:lnTo>
                        <a:pt x="380" y="42647"/>
                      </a:lnTo>
                      <a:lnTo>
                        <a:pt x="380" y="32205"/>
                      </a:lnTo>
                      <a:lnTo>
                        <a:pt x="15712" y="32205"/>
                      </a:lnTo>
                      <a:lnTo>
                        <a:pt x="15712" y="157"/>
                      </a:lnTo>
                      <a:lnTo>
                        <a:pt x="28519" y="157"/>
                      </a:lnTo>
                      <a:lnTo>
                        <a:pt x="28519" y="32205"/>
                      </a:lnTo>
                      <a:lnTo>
                        <a:pt x="49262" y="32205"/>
                      </a:lnTo>
                      <a:lnTo>
                        <a:pt x="49262" y="42647"/>
                      </a:lnTo>
                      <a:lnTo>
                        <a:pt x="28519" y="42647"/>
                      </a:lnTo>
                      <a:lnTo>
                        <a:pt x="28519" y="123847"/>
                      </a:lnTo>
                      <a:cubicBezTo>
                        <a:pt x="28519" y="128438"/>
                        <a:pt x="29105" y="131543"/>
                        <a:pt x="30322" y="133209"/>
                      </a:cubicBezTo>
                      <a:cubicBezTo>
                        <a:pt x="31495" y="134919"/>
                        <a:pt x="33659" y="135729"/>
                        <a:pt x="36816" y="135729"/>
                      </a:cubicBezTo>
                      <a:cubicBezTo>
                        <a:pt x="37402" y="135729"/>
                        <a:pt x="38890" y="135549"/>
                        <a:pt x="41325" y="135189"/>
                      </a:cubicBezTo>
                      <a:cubicBezTo>
                        <a:pt x="42272" y="135099"/>
                        <a:pt x="43400" y="134919"/>
                        <a:pt x="44753" y="134649"/>
                      </a:cubicBezTo>
                      <a:cubicBezTo>
                        <a:pt x="46196" y="134424"/>
                        <a:pt x="47684" y="134109"/>
                        <a:pt x="49262" y="133749"/>
                      </a:cubicBezTo>
                      <a:lnTo>
                        <a:pt x="49262" y="144011"/>
                      </a:lnTo>
                      <a:cubicBezTo>
                        <a:pt x="43490" y="145677"/>
                        <a:pt x="38124" y="146532"/>
                        <a:pt x="33208" y="14653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50" name="Gráfico 12">
                  <a:extLst>
                    <a:ext uri="{FF2B5EF4-FFF2-40B4-BE49-F238E27FC236}">
                      <a16:creationId xmlns:a16="http://schemas.microsoft.com/office/drawing/2014/main" id="{E4E171C0-5983-4638-B2F2-3BEB9A33AB39}"/>
                    </a:ext>
                  </a:extLst>
                </p:cNvPr>
                <p:cNvSpPr/>
                <p:nvPr/>
              </p:nvSpPr>
              <p:spPr>
                <a:xfrm>
                  <a:off x="4682885" y="2726131"/>
                  <a:ext cx="96682" cy="117388"/>
                </a:xfrm>
                <a:custGeom>
                  <a:avLst/>
                  <a:gdLst>
                    <a:gd name="connsiteX0" fmla="*/ 49087 w 96682"/>
                    <a:gd name="connsiteY0" fmla="*/ 117545 h 117388"/>
                    <a:gd name="connsiteX1" fmla="*/ 13192 w 96682"/>
                    <a:gd name="connsiteY1" fmla="*/ 102241 h 117388"/>
                    <a:gd name="connsiteX2" fmla="*/ 385 w 96682"/>
                    <a:gd name="connsiteY2" fmla="*/ 59211 h 117388"/>
                    <a:gd name="connsiteX3" fmla="*/ 13372 w 96682"/>
                    <a:gd name="connsiteY3" fmla="*/ 15821 h 117388"/>
                    <a:gd name="connsiteX4" fmla="*/ 49448 w 96682"/>
                    <a:gd name="connsiteY4" fmla="*/ 157 h 117388"/>
                    <a:gd name="connsiteX5" fmla="*/ 84441 w 96682"/>
                    <a:gd name="connsiteY5" fmla="*/ 15100 h 117388"/>
                    <a:gd name="connsiteX6" fmla="*/ 97067 w 96682"/>
                    <a:gd name="connsiteY6" fmla="*/ 56870 h 117388"/>
                    <a:gd name="connsiteX7" fmla="*/ 97067 w 96682"/>
                    <a:gd name="connsiteY7" fmla="*/ 61191 h 117388"/>
                    <a:gd name="connsiteX8" fmla="*/ 13553 w 96682"/>
                    <a:gd name="connsiteY8" fmla="*/ 61191 h 117388"/>
                    <a:gd name="connsiteX9" fmla="*/ 13553 w 96682"/>
                    <a:gd name="connsiteY9" fmla="*/ 61912 h 117388"/>
                    <a:gd name="connsiteX10" fmla="*/ 23293 w 96682"/>
                    <a:gd name="connsiteY10" fmla="*/ 94500 h 117388"/>
                    <a:gd name="connsiteX11" fmla="*/ 49809 w 96682"/>
                    <a:gd name="connsiteY11" fmla="*/ 106562 h 117388"/>
                    <a:gd name="connsiteX12" fmla="*/ 71815 w 96682"/>
                    <a:gd name="connsiteY12" fmla="*/ 99541 h 117388"/>
                    <a:gd name="connsiteX13" fmla="*/ 82637 w 96682"/>
                    <a:gd name="connsiteY13" fmla="*/ 80096 h 117388"/>
                    <a:gd name="connsiteX14" fmla="*/ 95444 w 96682"/>
                    <a:gd name="connsiteY14" fmla="*/ 80096 h 117388"/>
                    <a:gd name="connsiteX15" fmla="*/ 80653 w 96682"/>
                    <a:gd name="connsiteY15" fmla="*/ 107283 h 117388"/>
                    <a:gd name="connsiteX16" fmla="*/ 49087 w 96682"/>
                    <a:gd name="connsiteY16" fmla="*/ 117545 h 117388"/>
                    <a:gd name="connsiteX17" fmla="*/ 83720 w 96682"/>
                    <a:gd name="connsiteY17" fmla="*/ 50929 h 117388"/>
                    <a:gd name="connsiteX18" fmla="*/ 73618 w 96682"/>
                    <a:gd name="connsiteY18" fmla="*/ 21942 h 117388"/>
                    <a:gd name="connsiteX19" fmla="*/ 49267 w 96682"/>
                    <a:gd name="connsiteY19" fmla="*/ 11319 h 117388"/>
                    <a:gd name="connsiteX20" fmla="*/ 24195 w 96682"/>
                    <a:gd name="connsiteY20" fmla="*/ 22122 h 117388"/>
                    <a:gd name="connsiteX21" fmla="*/ 13733 w 96682"/>
                    <a:gd name="connsiteY21" fmla="*/ 50929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6682" h="117388">
                      <a:moveTo>
                        <a:pt x="49087" y="117545"/>
                      </a:moveTo>
                      <a:cubicBezTo>
                        <a:pt x="33800" y="117545"/>
                        <a:pt x="21850" y="112459"/>
                        <a:pt x="13192" y="102241"/>
                      </a:cubicBezTo>
                      <a:cubicBezTo>
                        <a:pt x="4624" y="91934"/>
                        <a:pt x="385" y="77575"/>
                        <a:pt x="385" y="59211"/>
                      </a:cubicBezTo>
                      <a:cubicBezTo>
                        <a:pt x="385" y="40622"/>
                        <a:pt x="4714" y="26173"/>
                        <a:pt x="13372" y="15821"/>
                      </a:cubicBezTo>
                      <a:cubicBezTo>
                        <a:pt x="22030" y="5378"/>
                        <a:pt x="34026" y="157"/>
                        <a:pt x="49448" y="157"/>
                      </a:cubicBezTo>
                      <a:cubicBezTo>
                        <a:pt x="64464" y="157"/>
                        <a:pt x="76144" y="5153"/>
                        <a:pt x="84441" y="15100"/>
                      </a:cubicBezTo>
                      <a:cubicBezTo>
                        <a:pt x="92829" y="25093"/>
                        <a:pt x="97067" y="39001"/>
                        <a:pt x="97067" y="56870"/>
                      </a:cubicBezTo>
                      <a:lnTo>
                        <a:pt x="97067" y="61191"/>
                      </a:lnTo>
                      <a:lnTo>
                        <a:pt x="13553" y="61191"/>
                      </a:lnTo>
                      <a:lnTo>
                        <a:pt x="13553" y="61912"/>
                      </a:lnTo>
                      <a:cubicBezTo>
                        <a:pt x="13553" y="75505"/>
                        <a:pt x="16799" y="86353"/>
                        <a:pt x="23293" y="94500"/>
                      </a:cubicBezTo>
                      <a:cubicBezTo>
                        <a:pt x="29877" y="102556"/>
                        <a:pt x="38715" y="106562"/>
                        <a:pt x="49809" y="106562"/>
                      </a:cubicBezTo>
                      <a:cubicBezTo>
                        <a:pt x="58557" y="106562"/>
                        <a:pt x="65907" y="104222"/>
                        <a:pt x="71815" y="99541"/>
                      </a:cubicBezTo>
                      <a:cubicBezTo>
                        <a:pt x="77677" y="94770"/>
                        <a:pt x="81284" y="88288"/>
                        <a:pt x="82637" y="80096"/>
                      </a:cubicBezTo>
                      <a:lnTo>
                        <a:pt x="95444" y="80096"/>
                      </a:lnTo>
                      <a:cubicBezTo>
                        <a:pt x="94001" y="91394"/>
                        <a:pt x="89041" y="100441"/>
                        <a:pt x="80653" y="107283"/>
                      </a:cubicBezTo>
                      <a:cubicBezTo>
                        <a:pt x="72356" y="114124"/>
                        <a:pt x="61804" y="117545"/>
                        <a:pt x="49087" y="117545"/>
                      </a:cubicBezTo>
                      <a:close/>
                      <a:moveTo>
                        <a:pt x="83720" y="50929"/>
                      </a:moveTo>
                      <a:cubicBezTo>
                        <a:pt x="83088" y="38596"/>
                        <a:pt x="79751" y="28919"/>
                        <a:pt x="73618" y="21942"/>
                      </a:cubicBezTo>
                      <a:cubicBezTo>
                        <a:pt x="67486" y="14875"/>
                        <a:pt x="59369" y="11319"/>
                        <a:pt x="49267" y="11319"/>
                      </a:cubicBezTo>
                      <a:cubicBezTo>
                        <a:pt x="39031" y="11319"/>
                        <a:pt x="30689" y="14920"/>
                        <a:pt x="24195" y="22122"/>
                      </a:cubicBezTo>
                      <a:cubicBezTo>
                        <a:pt x="17792" y="29324"/>
                        <a:pt x="14319" y="38956"/>
                        <a:pt x="13733" y="50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  <p:sp>
              <p:nvSpPr>
                <p:cNvPr id="51" name="Gráfico 12">
                  <a:extLst>
                    <a:ext uri="{FF2B5EF4-FFF2-40B4-BE49-F238E27FC236}">
                      <a16:creationId xmlns:a16="http://schemas.microsoft.com/office/drawing/2014/main" id="{C3D79690-ACC4-4EF3-924B-57E490A70140}"/>
                    </a:ext>
                  </a:extLst>
                </p:cNvPr>
                <p:cNvSpPr/>
                <p:nvPr/>
              </p:nvSpPr>
              <p:spPr>
                <a:xfrm>
                  <a:off x="4802132" y="2726131"/>
                  <a:ext cx="86040" cy="117388"/>
                </a:xfrm>
                <a:custGeom>
                  <a:avLst/>
                  <a:gdLst>
                    <a:gd name="connsiteX0" fmla="*/ 43866 w 86040"/>
                    <a:gd name="connsiteY0" fmla="*/ 117545 h 117388"/>
                    <a:gd name="connsiteX1" fmla="*/ 12481 w 86040"/>
                    <a:gd name="connsiteY1" fmla="*/ 107283 h 117388"/>
                    <a:gd name="connsiteX2" fmla="*/ 395 w 86040"/>
                    <a:gd name="connsiteY2" fmla="*/ 79736 h 117388"/>
                    <a:gd name="connsiteX3" fmla="*/ 13202 w 86040"/>
                    <a:gd name="connsiteY3" fmla="*/ 79736 h 117388"/>
                    <a:gd name="connsiteX4" fmla="*/ 22041 w 86040"/>
                    <a:gd name="connsiteY4" fmla="*/ 98460 h 117388"/>
                    <a:gd name="connsiteX5" fmla="*/ 43145 w 86040"/>
                    <a:gd name="connsiteY5" fmla="*/ 105662 h 117388"/>
                    <a:gd name="connsiteX6" fmla="*/ 65151 w 86040"/>
                    <a:gd name="connsiteY6" fmla="*/ 100261 h 117388"/>
                    <a:gd name="connsiteX7" fmla="*/ 73268 w 86040"/>
                    <a:gd name="connsiteY7" fmla="*/ 85317 h 117388"/>
                    <a:gd name="connsiteX8" fmla="*/ 45129 w 86040"/>
                    <a:gd name="connsiteY8" fmla="*/ 65152 h 117388"/>
                    <a:gd name="connsiteX9" fmla="*/ 40620 w 86040"/>
                    <a:gd name="connsiteY9" fmla="*/ 64072 h 117388"/>
                    <a:gd name="connsiteX10" fmla="*/ 17531 w 86040"/>
                    <a:gd name="connsiteY10" fmla="*/ 56330 h 117388"/>
                    <a:gd name="connsiteX11" fmla="*/ 5987 w 86040"/>
                    <a:gd name="connsiteY11" fmla="*/ 46608 h 117388"/>
                    <a:gd name="connsiteX12" fmla="*/ 2740 w 86040"/>
                    <a:gd name="connsiteY12" fmla="*/ 32385 h 117388"/>
                    <a:gd name="connsiteX13" fmla="*/ 13383 w 86040"/>
                    <a:gd name="connsiteY13" fmla="*/ 9159 h 117388"/>
                    <a:gd name="connsiteX14" fmla="*/ 41161 w 86040"/>
                    <a:gd name="connsiteY14" fmla="*/ 157 h 117388"/>
                    <a:gd name="connsiteX15" fmla="*/ 71103 w 86040"/>
                    <a:gd name="connsiteY15" fmla="*/ 9519 h 117388"/>
                    <a:gd name="connsiteX16" fmla="*/ 83369 w 86040"/>
                    <a:gd name="connsiteY16" fmla="*/ 35625 h 117388"/>
                    <a:gd name="connsiteX17" fmla="*/ 70201 w 86040"/>
                    <a:gd name="connsiteY17" fmla="*/ 35625 h 117388"/>
                    <a:gd name="connsiteX18" fmla="*/ 61724 w 86040"/>
                    <a:gd name="connsiteY18" fmla="*/ 17981 h 117388"/>
                    <a:gd name="connsiteX19" fmla="*/ 40980 w 86040"/>
                    <a:gd name="connsiteY19" fmla="*/ 11680 h 117388"/>
                    <a:gd name="connsiteX20" fmla="*/ 22762 w 86040"/>
                    <a:gd name="connsiteY20" fmla="*/ 16901 h 117388"/>
                    <a:gd name="connsiteX21" fmla="*/ 15908 w 86040"/>
                    <a:gd name="connsiteY21" fmla="*/ 30764 h 117388"/>
                    <a:gd name="connsiteX22" fmla="*/ 23303 w 86040"/>
                    <a:gd name="connsiteY22" fmla="*/ 43187 h 117388"/>
                    <a:gd name="connsiteX23" fmla="*/ 46392 w 86040"/>
                    <a:gd name="connsiteY23" fmla="*/ 52549 h 117388"/>
                    <a:gd name="connsiteX24" fmla="*/ 52344 w 86040"/>
                    <a:gd name="connsiteY24" fmla="*/ 54170 h 117388"/>
                    <a:gd name="connsiteX25" fmla="*/ 72727 w 86040"/>
                    <a:gd name="connsiteY25" fmla="*/ 61552 h 117388"/>
                    <a:gd name="connsiteX26" fmla="*/ 83189 w 86040"/>
                    <a:gd name="connsiteY26" fmla="*/ 71274 h 117388"/>
                    <a:gd name="connsiteX27" fmla="*/ 86435 w 86040"/>
                    <a:gd name="connsiteY27" fmla="*/ 85497 h 117388"/>
                    <a:gd name="connsiteX28" fmla="*/ 81024 w 86040"/>
                    <a:gd name="connsiteY28" fmla="*/ 102061 h 117388"/>
                    <a:gd name="connsiteX29" fmla="*/ 66053 w 86040"/>
                    <a:gd name="connsiteY29" fmla="*/ 113404 h 117388"/>
                    <a:gd name="connsiteX30" fmla="*/ 43866 w 86040"/>
                    <a:gd name="connsiteY30" fmla="*/ 117545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86040" h="117388">
                      <a:moveTo>
                        <a:pt x="43866" y="117545"/>
                      </a:moveTo>
                      <a:cubicBezTo>
                        <a:pt x="30879" y="117545"/>
                        <a:pt x="20417" y="114124"/>
                        <a:pt x="12481" y="107283"/>
                      </a:cubicBezTo>
                      <a:cubicBezTo>
                        <a:pt x="4634" y="100351"/>
                        <a:pt x="621" y="91169"/>
                        <a:pt x="395" y="79736"/>
                      </a:cubicBezTo>
                      <a:lnTo>
                        <a:pt x="13202" y="79736"/>
                      </a:lnTo>
                      <a:cubicBezTo>
                        <a:pt x="13563" y="87433"/>
                        <a:pt x="16494" y="93689"/>
                        <a:pt x="22041" y="98460"/>
                      </a:cubicBezTo>
                      <a:cubicBezTo>
                        <a:pt x="27542" y="103277"/>
                        <a:pt x="34577" y="105662"/>
                        <a:pt x="43145" y="105662"/>
                      </a:cubicBezTo>
                      <a:cubicBezTo>
                        <a:pt x="52524" y="105662"/>
                        <a:pt x="59830" y="103862"/>
                        <a:pt x="65151" y="100261"/>
                      </a:cubicBezTo>
                      <a:cubicBezTo>
                        <a:pt x="70562" y="96570"/>
                        <a:pt x="73268" y="91574"/>
                        <a:pt x="73268" y="85317"/>
                      </a:cubicBezTo>
                      <a:cubicBezTo>
                        <a:pt x="73268" y="76450"/>
                        <a:pt x="63888" y="69744"/>
                        <a:pt x="45129" y="65152"/>
                      </a:cubicBezTo>
                      <a:lnTo>
                        <a:pt x="40620" y="64072"/>
                      </a:lnTo>
                      <a:cubicBezTo>
                        <a:pt x="30609" y="61552"/>
                        <a:pt x="22943" y="58986"/>
                        <a:pt x="17531" y="56330"/>
                      </a:cubicBezTo>
                      <a:cubicBezTo>
                        <a:pt x="12120" y="53585"/>
                        <a:pt x="8242" y="50344"/>
                        <a:pt x="5987" y="46608"/>
                      </a:cubicBezTo>
                      <a:cubicBezTo>
                        <a:pt x="3823" y="42917"/>
                        <a:pt x="2740" y="38146"/>
                        <a:pt x="2740" y="32385"/>
                      </a:cubicBezTo>
                      <a:cubicBezTo>
                        <a:pt x="2740" y="22797"/>
                        <a:pt x="6258" y="15055"/>
                        <a:pt x="13383" y="9159"/>
                      </a:cubicBezTo>
                      <a:cubicBezTo>
                        <a:pt x="20462" y="3173"/>
                        <a:pt x="29707" y="157"/>
                        <a:pt x="41161" y="157"/>
                      </a:cubicBezTo>
                      <a:cubicBezTo>
                        <a:pt x="53652" y="157"/>
                        <a:pt x="63618" y="3308"/>
                        <a:pt x="71103" y="9519"/>
                      </a:cubicBezTo>
                      <a:cubicBezTo>
                        <a:pt x="78544" y="15776"/>
                        <a:pt x="82648" y="24463"/>
                        <a:pt x="83369" y="35625"/>
                      </a:cubicBezTo>
                      <a:lnTo>
                        <a:pt x="70201" y="35625"/>
                      </a:lnTo>
                      <a:cubicBezTo>
                        <a:pt x="69705" y="28064"/>
                        <a:pt x="66864" y="22212"/>
                        <a:pt x="61724" y="17981"/>
                      </a:cubicBezTo>
                      <a:cubicBezTo>
                        <a:pt x="56673" y="13795"/>
                        <a:pt x="49729" y="11680"/>
                        <a:pt x="40980" y="11680"/>
                      </a:cubicBezTo>
                      <a:cubicBezTo>
                        <a:pt x="33404" y="11680"/>
                        <a:pt x="27317" y="13435"/>
                        <a:pt x="22762" y="16901"/>
                      </a:cubicBezTo>
                      <a:cubicBezTo>
                        <a:pt x="18163" y="20412"/>
                        <a:pt x="15908" y="25003"/>
                        <a:pt x="15908" y="30764"/>
                      </a:cubicBezTo>
                      <a:cubicBezTo>
                        <a:pt x="15908" y="35580"/>
                        <a:pt x="18343" y="39721"/>
                        <a:pt x="23303" y="43187"/>
                      </a:cubicBezTo>
                      <a:cubicBezTo>
                        <a:pt x="28219" y="46698"/>
                        <a:pt x="35930" y="49804"/>
                        <a:pt x="46392" y="52549"/>
                      </a:cubicBezTo>
                      <a:lnTo>
                        <a:pt x="52344" y="54170"/>
                      </a:lnTo>
                      <a:cubicBezTo>
                        <a:pt x="61092" y="56330"/>
                        <a:pt x="67902" y="58806"/>
                        <a:pt x="72727" y="61552"/>
                      </a:cubicBezTo>
                      <a:cubicBezTo>
                        <a:pt x="77642" y="64207"/>
                        <a:pt x="81114" y="67448"/>
                        <a:pt x="83189" y="71274"/>
                      </a:cubicBezTo>
                      <a:cubicBezTo>
                        <a:pt x="85353" y="75010"/>
                        <a:pt x="86435" y="79736"/>
                        <a:pt x="86435" y="85497"/>
                      </a:cubicBezTo>
                      <a:cubicBezTo>
                        <a:pt x="86435" y="91754"/>
                        <a:pt x="84632" y="97290"/>
                        <a:pt x="81024" y="102061"/>
                      </a:cubicBezTo>
                      <a:cubicBezTo>
                        <a:pt x="77507" y="106878"/>
                        <a:pt x="72546" y="110658"/>
                        <a:pt x="66053" y="113404"/>
                      </a:cubicBezTo>
                      <a:cubicBezTo>
                        <a:pt x="59649" y="116150"/>
                        <a:pt x="52254" y="117545"/>
                        <a:pt x="43866" y="11754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/>
                </a:p>
              </p:txBody>
            </p:sp>
          </p:grpSp>
        </p:grpSp>
      </p:grpSp>
      <p:pic>
        <p:nvPicPr>
          <p:cNvPr id="76" name="Imagen 75">
            <a:extLst>
              <a:ext uri="{FF2B5EF4-FFF2-40B4-BE49-F238E27FC236}">
                <a16:creationId xmlns:a16="http://schemas.microsoft.com/office/drawing/2014/main" id="{69FF0C18-31AA-4ACB-BA64-354354F1FE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580" t="31480" b="37837"/>
          <a:stretch/>
        </p:blipFill>
        <p:spPr>
          <a:xfrm>
            <a:off x="6843151" y="431419"/>
            <a:ext cx="1624804" cy="2985889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9DF758DD-FD65-4449-BCFF-7045054779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309" t="63091" r="-1" b="1"/>
          <a:stretch/>
        </p:blipFill>
        <p:spPr>
          <a:xfrm>
            <a:off x="6843151" y="3526944"/>
            <a:ext cx="1624804" cy="2985889"/>
          </a:xfrm>
          <a:prstGeom prst="rect">
            <a:avLst/>
          </a:prstGeom>
        </p:spPr>
      </p:pic>
      <p:sp>
        <p:nvSpPr>
          <p:cNvPr id="81" name="Rectángulo 80">
            <a:extLst>
              <a:ext uri="{FF2B5EF4-FFF2-40B4-BE49-F238E27FC236}">
                <a16:creationId xmlns:a16="http://schemas.microsoft.com/office/drawing/2014/main" id="{F2908C09-7BA5-402A-91ED-95ED51CE5513}"/>
              </a:ext>
            </a:extLst>
          </p:cNvPr>
          <p:cNvSpPr/>
          <p:nvPr/>
        </p:nvSpPr>
        <p:spPr>
          <a:xfrm>
            <a:off x="1520235" y="4604273"/>
            <a:ext cx="3958886" cy="190443"/>
          </a:xfrm>
          <a:prstGeom prst="rect">
            <a:avLst/>
          </a:prstGeom>
          <a:solidFill>
            <a:srgbClr val="042E40"/>
          </a:solidFill>
          <a:ln>
            <a:solidFill>
              <a:srgbClr val="042E4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004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BE9DE3C-3F55-428B-8512-4389B795BC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480"/>
          <a:stretch/>
        </p:blipFill>
        <p:spPr>
          <a:xfrm>
            <a:off x="603645" y="1226344"/>
            <a:ext cx="3086101" cy="4029074"/>
          </a:xfrm>
          <a:prstGeom prst="rect">
            <a:avLst/>
          </a:prstGeom>
        </p:spPr>
      </p:pic>
      <p:sp>
        <p:nvSpPr>
          <p:cNvPr id="19" name="Título 18">
            <a:extLst>
              <a:ext uri="{FF2B5EF4-FFF2-40B4-BE49-F238E27FC236}">
                <a16:creationId xmlns:a16="http://schemas.microsoft.com/office/drawing/2014/main" id="{E8D036FB-049F-42B9-8221-9EAE47689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93" y="530500"/>
            <a:ext cx="4606006" cy="797777"/>
          </a:xfrm>
        </p:spPr>
        <p:txBody>
          <a:bodyPr rtlCol="0"/>
          <a:lstStyle>
            <a:defPPr>
              <a:defRPr lang="es-ES"/>
            </a:defPPr>
          </a:lstStyle>
          <a:p>
            <a:pPr algn="r" rtl="0"/>
            <a:r>
              <a:rPr lang="es-ES" sz="4400" dirty="0">
                <a:solidFill>
                  <a:srgbClr val="042E40"/>
                </a:solidFill>
              </a:rPr>
              <a:t>Introducción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CB5CC355-F6A6-4B5D-BE90-7C2313A8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90638" y="857251"/>
            <a:ext cx="1762125" cy="74533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35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8B9BC7E-630A-4F66-9B9B-C209EEB33025}"/>
              </a:ext>
            </a:extLst>
          </p:cNvPr>
          <p:cNvSpPr txBox="1">
            <a:spLocks/>
          </p:cNvSpPr>
          <p:nvPr/>
        </p:nvSpPr>
        <p:spPr>
          <a:xfrm>
            <a:off x="4020336" y="1600201"/>
            <a:ext cx="4666463" cy="365521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lang="es-ES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s-E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solidFill>
                  <a:srgbClr val="042E40"/>
                </a:solidFill>
              </a:rPr>
              <a:t>Bienvenidos a una gran aventura junto a Dios.</a:t>
            </a:r>
          </a:p>
          <a:p>
            <a:endParaRPr lang="es-ES" sz="3200" dirty="0">
              <a:solidFill>
                <a:srgbClr val="042E40"/>
              </a:solidFill>
            </a:endParaRPr>
          </a:p>
          <a:p>
            <a:r>
              <a:rPr lang="es-ES" sz="3200" dirty="0">
                <a:solidFill>
                  <a:srgbClr val="042E40"/>
                </a:solidFill>
              </a:rPr>
              <a:t>El Aterrizaje es un viaje transformador de 52 semanas basado en las bienaventuranzas</a:t>
            </a:r>
            <a:r>
              <a:rPr lang="es-ES" dirty="0">
                <a:solidFill>
                  <a:srgbClr val="042E40"/>
                </a:solidFill>
              </a:rPr>
              <a:t>.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175CBFF-E9BC-407F-95BA-9D0A71E19551}"/>
              </a:ext>
            </a:extLst>
          </p:cNvPr>
          <p:cNvGrpSpPr/>
          <p:nvPr/>
        </p:nvGrpSpPr>
        <p:grpSpPr>
          <a:xfrm>
            <a:off x="6087680" y="5592200"/>
            <a:ext cx="2599119" cy="860178"/>
            <a:chOff x="321136" y="1277805"/>
            <a:chExt cx="4589913" cy="1339761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D7F40DB3-9F8B-480E-BE93-73AA3456B4D7}"/>
                </a:ext>
              </a:extLst>
            </p:cNvPr>
            <p:cNvGrpSpPr/>
            <p:nvPr/>
          </p:nvGrpSpPr>
          <p:grpSpPr>
            <a:xfrm>
              <a:off x="378489" y="1277805"/>
              <a:ext cx="4499134" cy="944642"/>
              <a:chOff x="408717" y="1141778"/>
              <a:chExt cx="4499134" cy="944642"/>
            </a:xfrm>
            <a:solidFill>
              <a:srgbClr val="042E40"/>
            </a:solidFill>
          </p:grpSpPr>
          <p:grpSp>
            <p:nvGrpSpPr>
              <p:cNvPr id="63" name="Gráfico 12">
                <a:extLst>
                  <a:ext uri="{FF2B5EF4-FFF2-40B4-BE49-F238E27FC236}">
                    <a16:creationId xmlns:a16="http://schemas.microsoft.com/office/drawing/2014/main" id="{EB0E45BC-47BE-4DF7-956A-12674CCEE7A2}"/>
                  </a:ext>
                </a:extLst>
              </p:cNvPr>
              <p:cNvGrpSpPr/>
              <p:nvPr/>
            </p:nvGrpSpPr>
            <p:grpSpPr>
              <a:xfrm>
                <a:off x="834096" y="1141778"/>
                <a:ext cx="4073755" cy="944642"/>
                <a:chOff x="834126" y="1552855"/>
                <a:chExt cx="4073755" cy="944642"/>
              </a:xfrm>
              <a:grpFill/>
            </p:grpSpPr>
            <p:sp>
              <p:nvSpPr>
                <p:cNvPr id="67" name="Gráfico 12">
                  <a:extLst>
                    <a:ext uri="{FF2B5EF4-FFF2-40B4-BE49-F238E27FC236}">
                      <a16:creationId xmlns:a16="http://schemas.microsoft.com/office/drawing/2014/main" id="{4115D1A4-94EB-460B-B3E1-082ED9AAD7E2}"/>
                    </a:ext>
                  </a:extLst>
                </p:cNvPr>
                <p:cNvSpPr/>
                <p:nvPr/>
              </p:nvSpPr>
              <p:spPr>
                <a:xfrm>
                  <a:off x="834126" y="1552855"/>
                  <a:ext cx="776479" cy="744164"/>
                </a:xfrm>
                <a:custGeom>
                  <a:avLst/>
                  <a:gdLst>
                    <a:gd name="connsiteX0" fmla="*/ 306964 w 776479"/>
                    <a:gd name="connsiteY0" fmla="*/ 176867 h 744164"/>
                    <a:gd name="connsiteX1" fmla="*/ 74232 w 776479"/>
                    <a:gd name="connsiteY1" fmla="*/ 672346 h 744164"/>
                    <a:gd name="connsiteX2" fmla="*/ 52 w 776479"/>
                    <a:gd name="connsiteY2" fmla="*/ 732976 h 744164"/>
                    <a:gd name="connsiteX3" fmla="*/ 10378 w 776479"/>
                    <a:gd name="connsiteY3" fmla="*/ 744274 h 744164"/>
                    <a:gd name="connsiteX4" fmla="*/ 91728 w 776479"/>
                    <a:gd name="connsiteY4" fmla="*/ 740178 h 744164"/>
                    <a:gd name="connsiteX5" fmla="*/ 189538 w 776479"/>
                    <a:gd name="connsiteY5" fmla="*/ 744274 h 744164"/>
                    <a:gd name="connsiteX6" fmla="*/ 206043 w 776479"/>
                    <a:gd name="connsiteY6" fmla="*/ 728880 h 744164"/>
                    <a:gd name="connsiteX7" fmla="*/ 132900 w 776479"/>
                    <a:gd name="connsiteY7" fmla="*/ 661049 h 744164"/>
                    <a:gd name="connsiteX8" fmla="*/ 141152 w 776479"/>
                    <a:gd name="connsiteY8" fmla="*/ 623015 h 744164"/>
                    <a:gd name="connsiteX9" fmla="*/ 206043 w 776479"/>
                    <a:gd name="connsiteY9" fmla="*/ 481140 h 744164"/>
                    <a:gd name="connsiteX10" fmla="*/ 248251 w 776479"/>
                    <a:gd name="connsiteY10" fmla="*/ 459580 h 744164"/>
                    <a:gd name="connsiteX11" fmla="*/ 483057 w 776479"/>
                    <a:gd name="connsiteY11" fmla="*/ 459580 h 744164"/>
                    <a:gd name="connsiteX12" fmla="*/ 526303 w 776479"/>
                    <a:gd name="connsiteY12" fmla="*/ 498604 h 744164"/>
                    <a:gd name="connsiteX13" fmla="*/ 559267 w 776479"/>
                    <a:gd name="connsiteY13" fmla="*/ 582910 h 744164"/>
                    <a:gd name="connsiteX14" fmla="*/ 591194 w 776479"/>
                    <a:gd name="connsiteY14" fmla="*/ 680538 h 744164"/>
                    <a:gd name="connsiteX15" fmla="*/ 529369 w 776479"/>
                    <a:gd name="connsiteY15" fmla="*/ 734011 h 744164"/>
                    <a:gd name="connsiteX16" fmla="*/ 552052 w 776479"/>
                    <a:gd name="connsiteY16" fmla="*/ 744274 h 744164"/>
                    <a:gd name="connsiteX17" fmla="*/ 636468 w 776479"/>
                    <a:gd name="connsiteY17" fmla="*/ 740178 h 744164"/>
                    <a:gd name="connsiteX18" fmla="*/ 761109 w 776479"/>
                    <a:gd name="connsiteY18" fmla="*/ 744274 h 744164"/>
                    <a:gd name="connsiteX19" fmla="*/ 776532 w 776479"/>
                    <a:gd name="connsiteY19" fmla="*/ 735047 h 744164"/>
                    <a:gd name="connsiteX20" fmla="*/ 709611 w 776479"/>
                    <a:gd name="connsiteY20" fmla="*/ 707275 h 744164"/>
                    <a:gd name="connsiteX21" fmla="*/ 634439 w 776479"/>
                    <a:gd name="connsiteY21" fmla="*/ 567471 h 744164"/>
                    <a:gd name="connsiteX22" fmla="*/ 428448 w 776479"/>
                    <a:gd name="connsiteY22" fmla="*/ 58668 h 744164"/>
                    <a:gd name="connsiteX23" fmla="*/ 398596 w 776479"/>
                    <a:gd name="connsiteY23" fmla="*/ 109 h 744164"/>
                    <a:gd name="connsiteX24" fmla="*/ 306964 w 776479"/>
                    <a:gd name="connsiteY24" fmla="*/ 176867 h 744164"/>
                    <a:gd name="connsiteX25" fmla="*/ 364640 w 776479"/>
                    <a:gd name="connsiteY25" fmla="*/ 146034 h 744164"/>
                    <a:gd name="connsiteX26" fmla="*/ 372847 w 776479"/>
                    <a:gd name="connsiteY26" fmla="*/ 136807 h 744164"/>
                    <a:gd name="connsiteX27" fmla="*/ 383173 w 776479"/>
                    <a:gd name="connsiteY27" fmla="*/ 151211 h 744164"/>
                    <a:gd name="connsiteX28" fmla="*/ 482020 w 776479"/>
                    <a:gd name="connsiteY28" fmla="*/ 393774 h 744164"/>
                    <a:gd name="connsiteX29" fmla="*/ 485087 w 776479"/>
                    <a:gd name="connsiteY29" fmla="*/ 405072 h 744164"/>
                    <a:gd name="connsiteX30" fmla="*/ 467590 w 776479"/>
                    <a:gd name="connsiteY30" fmla="*/ 414344 h 744164"/>
                    <a:gd name="connsiteX31" fmla="*/ 259570 w 776479"/>
                    <a:gd name="connsiteY31" fmla="*/ 414344 h 744164"/>
                    <a:gd name="connsiteX32" fmla="*/ 245185 w 776479"/>
                    <a:gd name="connsiteY32" fmla="*/ 405072 h 744164"/>
                    <a:gd name="connsiteX33" fmla="*/ 249288 w 776479"/>
                    <a:gd name="connsiteY33" fmla="*/ 393774 h 744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776479" h="744164">
                      <a:moveTo>
                        <a:pt x="306964" y="176867"/>
                      </a:moveTo>
                      <a:lnTo>
                        <a:pt x="74232" y="672346"/>
                      </a:lnTo>
                      <a:cubicBezTo>
                        <a:pt x="47446" y="728880"/>
                        <a:pt x="52" y="711416"/>
                        <a:pt x="52" y="732976"/>
                      </a:cubicBezTo>
                      <a:cubicBezTo>
                        <a:pt x="52" y="740178"/>
                        <a:pt x="4200" y="744274"/>
                        <a:pt x="10378" y="744274"/>
                      </a:cubicBezTo>
                      <a:cubicBezTo>
                        <a:pt x="34053" y="744274"/>
                        <a:pt x="64942" y="740178"/>
                        <a:pt x="91728" y="740178"/>
                      </a:cubicBezTo>
                      <a:cubicBezTo>
                        <a:pt x="124692" y="740178"/>
                        <a:pt x="144263" y="744274"/>
                        <a:pt x="189538" y="744274"/>
                      </a:cubicBezTo>
                      <a:cubicBezTo>
                        <a:pt x="198828" y="744274"/>
                        <a:pt x="206043" y="741213"/>
                        <a:pt x="206043" y="728880"/>
                      </a:cubicBezTo>
                      <a:cubicBezTo>
                        <a:pt x="206043" y="703179"/>
                        <a:pt x="132900" y="731941"/>
                        <a:pt x="132900" y="661049"/>
                      </a:cubicBezTo>
                      <a:cubicBezTo>
                        <a:pt x="132900" y="651776"/>
                        <a:pt x="134974" y="635347"/>
                        <a:pt x="141152" y="623015"/>
                      </a:cubicBezTo>
                      <a:lnTo>
                        <a:pt x="206043" y="481140"/>
                      </a:lnTo>
                      <a:cubicBezTo>
                        <a:pt x="214250" y="463676"/>
                        <a:pt x="229717" y="459580"/>
                        <a:pt x="248251" y="459580"/>
                      </a:cubicBezTo>
                      <a:lnTo>
                        <a:pt x="483057" y="459580"/>
                      </a:lnTo>
                      <a:cubicBezTo>
                        <a:pt x="506732" y="459580"/>
                        <a:pt x="516021" y="472903"/>
                        <a:pt x="526303" y="498604"/>
                      </a:cubicBezTo>
                      <a:lnTo>
                        <a:pt x="559267" y="582910"/>
                      </a:lnTo>
                      <a:cubicBezTo>
                        <a:pt x="577801" y="630171"/>
                        <a:pt x="591194" y="662039"/>
                        <a:pt x="591194" y="680538"/>
                      </a:cubicBezTo>
                      <a:cubicBezTo>
                        <a:pt x="591194" y="719608"/>
                        <a:pt x="529369" y="709345"/>
                        <a:pt x="529369" y="734011"/>
                      </a:cubicBezTo>
                      <a:cubicBezTo>
                        <a:pt x="529369" y="744274"/>
                        <a:pt x="545874" y="744274"/>
                        <a:pt x="552052" y="744274"/>
                      </a:cubicBezTo>
                      <a:cubicBezTo>
                        <a:pt x="579830" y="744274"/>
                        <a:pt x="606616" y="740178"/>
                        <a:pt x="636468" y="740178"/>
                      </a:cubicBezTo>
                      <a:cubicBezTo>
                        <a:pt x="675610" y="740178"/>
                        <a:pt x="721967" y="744274"/>
                        <a:pt x="761109" y="744274"/>
                      </a:cubicBezTo>
                      <a:cubicBezTo>
                        <a:pt x="769316" y="744274"/>
                        <a:pt x="776532" y="744274"/>
                        <a:pt x="776532" y="735047"/>
                      </a:cubicBezTo>
                      <a:cubicBezTo>
                        <a:pt x="776532" y="715512"/>
                        <a:pt x="742575" y="723749"/>
                        <a:pt x="709611" y="707275"/>
                      </a:cubicBezTo>
                      <a:cubicBezTo>
                        <a:pt x="674573" y="689811"/>
                        <a:pt x="649861" y="604515"/>
                        <a:pt x="634439" y="567471"/>
                      </a:cubicBezTo>
                      <a:lnTo>
                        <a:pt x="428448" y="58668"/>
                      </a:lnTo>
                      <a:cubicBezTo>
                        <a:pt x="413026" y="21669"/>
                        <a:pt x="409914" y="109"/>
                        <a:pt x="398596" y="109"/>
                      </a:cubicBezTo>
                      <a:cubicBezTo>
                        <a:pt x="385203" y="109"/>
                        <a:pt x="384165" y="12442"/>
                        <a:pt x="306964" y="176867"/>
                      </a:cubicBezTo>
                      <a:close/>
                      <a:moveTo>
                        <a:pt x="364640" y="146034"/>
                      </a:moveTo>
                      <a:cubicBezTo>
                        <a:pt x="365632" y="142974"/>
                        <a:pt x="369780" y="136807"/>
                        <a:pt x="372847" y="136807"/>
                      </a:cubicBezTo>
                      <a:cubicBezTo>
                        <a:pt x="377988" y="136807"/>
                        <a:pt x="381099" y="145044"/>
                        <a:pt x="383173" y="151211"/>
                      </a:cubicBezTo>
                      <a:lnTo>
                        <a:pt x="482020" y="393774"/>
                      </a:lnTo>
                      <a:cubicBezTo>
                        <a:pt x="483057" y="397870"/>
                        <a:pt x="485087" y="402011"/>
                        <a:pt x="485087" y="405072"/>
                      </a:cubicBezTo>
                      <a:cubicBezTo>
                        <a:pt x="485087" y="411238"/>
                        <a:pt x="479946" y="414344"/>
                        <a:pt x="467590" y="414344"/>
                      </a:cubicBezTo>
                      <a:lnTo>
                        <a:pt x="259570" y="414344"/>
                      </a:lnTo>
                      <a:cubicBezTo>
                        <a:pt x="251363" y="414344"/>
                        <a:pt x="245185" y="411238"/>
                        <a:pt x="245185" y="405072"/>
                      </a:cubicBezTo>
                      <a:cubicBezTo>
                        <a:pt x="245185" y="400976"/>
                        <a:pt x="247214" y="397870"/>
                        <a:pt x="249288" y="393774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8" name="Gráfico 12">
                  <a:extLst>
                    <a:ext uri="{FF2B5EF4-FFF2-40B4-BE49-F238E27FC236}">
                      <a16:creationId xmlns:a16="http://schemas.microsoft.com/office/drawing/2014/main" id="{09F32843-2D65-4C26-AE2A-ED40D5E9EF7B}"/>
                    </a:ext>
                  </a:extLst>
                </p:cNvPr>
                <p:cNvSpPr/>
                <p:nvPr/>
              </p:nvSpPr>
              <p:spPr>
                <a:xfrm>
                  <a:off x="1657957" y="1769717"/>
                  <a:ext cx="298614" cy="534503"/>
                </a:xfrm>
                <a:custGeom>
                  <a:avLst/>
                  <a:gdLst>
                    <a:gd name="connsiteX0" fmla="*/ 121 w 298614"/>
                    <a:gd name="connsiteY0" fmla="*/ 130641 h 534503"/>
                    <a:gd name="connsiteX1" fmla="*/ 55722 w 298614"/>
                    <a:gd name="connsiteY1" fmla="*/ 137842 h 534503"/>
                    <a:gd name="connsiteX2" fmla="*/ 55722 w 298614"/>
                    <a:gd name="connsiteY2" fmla="*/ 417450 h 534503"/>
                    <a:gd name="connsiteX3" fmla="*/ 171074 w 298614"/>
                    <a:gd name="connsiteY3" fmla="*/ 534613 h 534503"/>
                    <a:gd name="connsiteX4" fmla="*/ 298736 w 298614"/>
                    <a:gd name="connsiteY4" fmla="*/ 484246 h 534503"/>
                    <a:gd name="connsiteX5" fmla="*/ 290529 w 298614"/>
                    <a:gd name="connsiteY5" fmla="*/ 475019 h 534503"/>
                    <a:gd name="connsiteX6" fmla="*/ 203001 w 298614"/>
                    <a:gd name="connsiteY6" fmla="*/ 498650 h 534503"/>
                    <a:gd name="connsiteX7" fmla="*/ 130895 w 298614"/>
                    <a:gd name="connsiteY7" fmla="*/ 436985 h 534503"/>
                    <a:gd name="connsiteX8" fmla="*/ 130895 w 298614"/>
                    <a:gd name="connsiteY8" fmla="*/ 137842 h 534503"/>
                    <a:gd name="connsiteX9" fmla="*/ 264780 w 298614"/>
                    <a:gd name="connsiteY9" fmla="*/ 137842 h 534503"/>
                    <a:gd name="connsiteX10" fmla="*/ 291566 w 298614"/>
                    <a:gd name="connsiteY10" fmla="*/ 86440 h 534503"/>
                    <a:gd name="connsiteX11" fmla="*/ 284351 w 298614"/>
                    <a:gd name="connsiteY11" fmla="*/ 78248 h 534503"/>
                    <a:gd name="connsiteX12" fmla="*/ 246246 w 298614"/>
                    <a:gd name="connsiteY12" fmla="*/ 95712 h 534503"/>
                    <a:gd name="connsiteX13" fmla="*/ 130895 w 298614"/>
                    <a:gd name="connsiteY13" fmla="*/ 95712 h 534503"/>
                    <a:gd name="connsiteX14" fmla="*/ 118539 w 298614"/>
                    <a:gd name="connsiteY14" fmla="*/ 109 h 534503"/>
                    <a:gd name="connsiteX15" fmla="*/ 68078 w 298614"/>
                    <a:gd name="connsiteY15" fmla="*/ 58713 h 534503"/>
                    <a:gd name="connsiteX16" fmla="*/ 121 w 298614"/>
                    <a:gd name="connsiteY16" fmla="*/ 130641 h 5345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98614" h="534503">
                      <a:moveTo>
                        <a:pt x="121" y="130641"/>
                      </a:moveTo>
                      <a:cubicBezTo>
                        <a:pt x="121" y="137842"/>
                        <a:pt x="7336" y="137842"/>
                        <a:pt x="55722" y="137842"/>
                      </a:cubicBezTo>
                      <a:lnTo>
                        <a:pt x="55722" y="417450"/>
                      </a:lnTo>
                      <a:cubicBezTo>
                        <a:pt x="55722" y="494554"/>
                        <a:pt x="93827" y="534613"/>
                        <a:pt x="171074" y="534613"/>
                      </a:cubicBezTo>
                      <a:cubicBezTo>
                        <a:pt x="244172" y="534613"/>
                        <a:pt x="298736" y="499685"/>
                        <a:pt x="298736" y="484246"/>
                      </a:cubicBezTo>
                      <a:cubicBezTo>
                        <a:pt x="298736" y="477044"/>
                        <a:pt x="295670" y="475019"/>
                        <a:pt x="290529" y="475019"/>
                      </a:cubicBezTo>
                      <a:cubicBezTo>
                        <a:pt x="273032" y="475019"/>
                        <a:pt x="257565" y="498650"/>
                        <a:pt x="203001" y="498650"/>
                      </a:cubicBezTo>
                      <a:cubicBezTo>
                        <a:pt x="144288" y="498650"/>
                        <a:pt x="130895" y="459580"/>
                        <a:pt x="130895" y="436985"/>
                      </a:cubicBezTo>
                      <a:lnTo>
                        <a:pt x="130895" y="137842"/>
                      </a:lnTo>
                      <a:lnTo>
                        <a:pt x="264780" y="137842"/>
                      </a:lnTo>
                      <a:cubicBezTo>
                        <a:pt x="289492" y="93642"/>
                        <a:pt x="291566" y="91616"/>
                        <a:pt x="291566" y="86440"/>
                      </a:cubicBezTo>
                      <a:cubicBezTo>
                        <a:pt x="291566" y="82344"/>
                        <a:pt x="288454" y="78248"/>
                        <a:pt x="284351" y="78248"/>
                      </a:cubicBezTo>
                      <a:cubicBezTo>
                        <a:pt x="282276" y="78248"/>
                        <a:pt x="268883" y="95712"/>
                        <a:pt x="246246" y="95712"/>
                      </a:cubicBezTo>
                      <a:lnTo>
                        <a:pt x="130895" y="95712"/>
                      </a:lnTo>
                      <a:cubicBezTo>
                        <a:pt x="130895" y="22705"/>
                        <a:pt x="130895" y="109"/>
                        <a:pt x="118539" y="109"/>
                      </a:cubicBezTo>
                      <a:cubicBezTo>
                        <a:pt x="107220" y="109"/>
                        <a:pt x="98968" y="25810"/>
                        <a:pt x="68078" y="58713"/>
                      </a:cubicBezTo>
                      <a:cubicBezTo>
                        <a:pt x="33085" y="96748"/>
                        <a:pt x="121" y="122449"/>
                        <a:pt x="121" y="130641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9" name="Gráfico 12">
                  <a:extLst>
                    <a:ext uri="{FF2B5EF4-FFF2-40B4-BE49-F238E27FC236}">
                      <a16:creationId xmlns:a16="http://schemas.microsoft.com/office/drawing/2014/main" id="{456D1FA6-5212-4EAD-8931-70B6A54F7CEF}"/>
                    </a:ext>
                  </a:extLst>
                </p:cNvPr>
                <p:cNvSpPr/>
                <p:nvPr/>
              </p:nvSpPr>
              <p:spPr>
                <a:xfrm>
                  <a:off x="2001902" y="1851952"/>
                  <a:ext cx="390291" cy="452269"/>
                </a:xfrm>
                <a:custGeom>
                  <a:avLst/>
                  <a:gdLst>
                    <a:gd name="connsiteX0" fmla="*/ 151 w 390291"/>
                    <a:gd name="connsiteY0" fmla="*/ 240647 h 452269"/>
                    <a:gd name="connsiteX1" fmla="*/ 208171 w 390291"/>
                    <a:gd name="connsiteY1" fmla="*/ 452378 h 452269"/>
                    <a:gd name="connsiteX2" fmla="*/ 390442 w 390291"/>
                    <a:gd name="connsiteY2" fmla="*/ 353715 h 452269"/>
                    <a:gd name="connsiteX3" fmla="*/ 386294 w 390291"/>
                    <a:gd name="connsiteY3" fmla="*/ 347548 h 452269"/>
                    <a:gd name="connsiteX4" fmla="*/ 241090 w 390291"/>
                    <a:gd name="connsiteY4" fmla="*/ 400976 h 452269"/>
                    <a:gd name="connsiteX5" fmla="*/ 75323 w 390291"/>
                    <a:gd name="connsiteY5" fmla="*/ 181008 h 452269"/>
                    <a:gd name="connsiteX6" fmla="*/ 361582 w 390291"/>
                    <a:gd name="connsiteY6" fmla="*/ 181008 h 452269"/>
                    <a:gd name="connsiteX7" fmla="*/ 384265 w 390291"/>
                    <a:gd name="connsiteY7" fmla="*/ 163544 h 452269"/>
                    <a:gd name="connsiteX8" fmla="*/ 201993 w 390291"/>
                    <a:gd name="connsiteY8" fmla="*/ 109 h 452269"/>
                    <a:gd name="connsiteX9" fmla="*/ 151 w 390291"/>
                    <a:gd name="connsiteY9" fmla="*/ 240647 h 452269"/>
                    <a:gd name="connsiteX10" fmla="*/ 75323 w 390291"/>
                    <a:gd name="connsiteY10" fmla="*/ 153281 h 452269"/>
                    <a:gd name="connsiteX11" fmla="*/ 184451 w 390291"/>
                    <a:gd name="connsiteY11" fmla="*/ 23740 h 452269"/>
                    <a:gd name="connsiteX12" fmla="*/ 298766 w 390291"/>
                    <a:gd name="connsiteY12" fmla="*/ 132711 h 452269"/>
                    <a:gd name="connsiteX13" fmla="*/ 280232 w 390291"/>
                    <a:gd name="connsiteY13" fmla="*/ 153281 h 452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90291" h="452269">
                      <a:moveTo>
                        <a:pt x="151" y="240647"/>
                      </a:moveTo>
                      <a:cubicBezTo>
                        <a:pt x="151" y="309514"/>
                        <a:pt x="53678" y="452378"/>
                        <a:pt x="208171" y="452378"/>
                      </a:cubicBezTo>
                      <a:cubicBezTo>
                        <a:pt x="300840" y="452378"/>
                        <a:pt x="390442" y="379416"/>
                        <a:pt x="390442" y="353715"/>
                      </a:cubicBezTo>
                      <a:cubicBezTo>
                        <a:pt x="390442" y="349619"/>
                        <a:pt x="389405" y="347548"/>
                        <a:pt x="386294" y="347548"/>
                      </a:cubicBezTo>
                      <a:cubicBezTo>
                        <a:pt x="362619" y="347548"/>
                        <a:pt x="331730" y="400976"/>
                        <a:pt x="241090" y="400976"/>
                      </a:cubicBezTo>
                      <a:cubicBezTo>
                        <a:pt x="175207" y="400976"/>
                        <a:pt x="75323" y="346513"/>
                        <a:pt x="75323" y="181008"/>
                      </a:cubicBezTo>
                      <a:lnTo>
                        <a:pt x="361582" y="181008"/>
                      </a:lnTo>
                      <a:cubicBezTo>
                        <a:pt x="380116" y="181008"/>
                        <a:pt x="384265" y="175877"/>
                        <a:pt x="384265" y="163544"/>
                      </a:cubicBezTo>
                      <a:cubicBezTo>
                        <a:pt x="384265" y="121414"/>
                        <a:pt x="327626" y="109"/>
                        <a:pt x="201993" y="109"/>
                      </a:cubicBezTo>
                      <a:cubicBezTo>
                        <a:pt x="72212" y="109"/>
                        <a:pt x="151" y="112141"/>
                        <a:pt x="151" y="240647"/>
                      </a:cubicBezTo>
                      <a:close/>
                      <a:moveTo>
                        <a:pt x="75323" y="153281"/>
                      </a:moveTo>
                      <a:cubicBezTo>
                        <a:pt x="75323" y="94677"/>
                        <a:pt x="122672" y="23740"/>
                        <a:pt x="184451" y="23740"/>
                      </a:cubicBezTo>
                      <a:cubicBezTo>
                        <a:pt x="242127" y="23740"/>
                        <a:pt x="298766" y="76178"/>
                        <a:pt x="298766" y="132711"/>
                      </a:cubicBezTo>
                      <a:cubicBezTo>
                        <a:pt x="298766" y="146079"/>
                        <a:pt x="293625" y="153281"/>
                        <a:pt x="280232" y="153281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0" name="Gráfico 12">
                  <a:extLst>
                    <a:ext uri="{FF2B5EF4-FFF2-40B4-BE49-F238E27FC236}">
                      <a16:creationId xmlns:a16="http://schemas.microsoft.com/office/drawing/2014/main" id="{AE61DFA1-8C04-46A7-8A12-E105575793E8}"/>
                    </a:ext>
                  </a:extLst>
                </p:cNvPr>
                <p:cNvSpPr/>
                <p:nvPr/>
              </p:nvSpPr>
              <p:spPr>
                <a:xfrm>
                  <a:off x="2442608" y="1843715"/>
                  <a:ext cx="321297" cy="453304"/>
                </a:xfrm>
                <a:custGeom>
                  <a:avLst/>
                  <a:gdLst>
                    <a:gd name="connsiteX0" fmla="*/ 190 w 321297"/>
                    <a:gd name="connsiteY0" fmla="*/ 62809 h 453304"/>
                    <a:gd name="connsiteX1" fmla="*/ 74325 w 321297"/>
                    <a:gd name="connsiteY1" fmla="*/ 118353 h 453304"/>
                    <a:gd name="connsiteX2" fmla="*/ 74325 w 321297"/>
                    <a:gd name="connsiteY2" fmla="*/ 385582 h 453304"/>
                    <a:gd name="connsiteX3" fmla="*/ 21836 w 321297"/>
                    <a:gd name="connsiteY3" fmla="*/ 444186 h 453304"/>
                    <a:gd name="connsiteX4" fmla="*/ 33154 w 321297"/>
                    <a:gd name="connsiteY4" fmla="*/ 453414 h 453304"/>
                    <a:gd name="connsiteX5" fmla="*/ 126860 w 321297"/>
                    <a:gd name="connsiteY5" fmla="*/ 449318 h 453304"/>
                    <a:gd name="connsiteX6" fmla="*/ 224715 w 321297"/>
                    <a:gd name="connsiteY6" fmla="*/ 453414 h 453304"/>
                    <a:gd name="connsiteX7" fmla="*/ 241175 w 321297"/>
                    <a:gd name="connsiteY7" fmla="*/ 442116 h 453304"/>
                    <a:gd name="connsiteX8" fmla="*/ 149543 w 321297"/>
                    <a:gd name="connsiteY8" fmla="*/ 364022 h 453304"/>
                    <a:gd name="connsiteX9" fmla="*/ 149543 w 321297"/>
                    <a:gd name="connsiteY9" fmla="*/ 136852 h 453304"/>
                    <a:gd name="connsiteX10" fmla="*/ 216463 w 321297"/>
                    <a:gd name="connsiteY10" fmla="*/ 77213 h 453304"/>
                    <a:gd name="connsiteX11" fmla="*/ 284420 w 321297"/>
                    <a:gd name="connsiteY11" fmla="*/ 100844 h 453304"/>
                    <a:gd name="connsiteX12" fmla="*/ 321488 w 321297"/>
                    <a:gd name="connsiteY12" fmla="*/ 54617 h 453304"/>
                    <a:gd name="connsiteX13" fmla="*/ 253530 w 321297"/>
                    <a:gd name="connsiteY13" fmla="*/ 8346 h 453304"/>
                    <a:gd name="connsiteX14" fmla="*/ 151572 w 321297"/>
                    <a:gd name="connsiteY14" fmla="*/ 93642 h 453304"/>
                    <a:gd name="connsiteX15" fmla="*/ 149543 w 321297"/>
                    <a:gd name="connsiteY15" fmla="*/ 93642 h 453304"/>
                    <a:gd name="connsiteX16" fmla="*/ 149543 w 321297"/>
                    <a:gd name="connsiteY16" fmla="*/ 15548 h 453304"/>
                    <a:gd name="connsiteX17" fmla="*/ 137187 w 321297"/>
                    <a:gd name="connsiteY17" fmla="*/ 109 h 453304"/>
                    <a:gd name="connsiteX18" fmla="*/ 65081 w 321297"/>
                    <a:gd name="connsiteY18" fmla="*/ 35083 h 453304"/>
                    <a:gd name="connsiteX19" fmla="*/ 18724 w 321297"/>
                    <a:gd name="connsiteY19" fmla="*/ 50476 h 453304"/>
                    <a:gd name="connsiteX20" fmla="*/ 190 w 321297"/>
                    <a:gd name="connsiteY20" fmla="*/ 62809 h 453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21297" h="453304">
                      <a:moveTo>
                        <a:pt x="190" y="62809"/>
                      </a:moveTo>
                      <a:cubicBezTo>
                        <a:pt x="190" y="84415"/>
                        <a:pt x="74325" y="58713"/>
                        <a:pt x="74325" y="118353"/>
                      </a:cubicBezTo>
                      <a:lnTo>
                        <a:pt x="74325" y="385582"/>
                      </a:lnTo>
                      <a:cubicBezTo>
                        <a:pt x="74325" y="426722"/>
                        <a:pt x="21836" y="422581"/>
                        <a:pt x="21836" y="444186"/>
                      </a:cubicBezTo>
                      <a:cubicBezTo>
                        <a:pt x="21836" y="450353"/>
                        <a:pt x="24902" y="453414"/>
                        <a:pt x="33154" y="453414"/>
                      </a:cubicBezTo>
                      <a:cubicBezTo>
                        <a:pt x="42444" y="453414"/>
                        <a:pt x="57866" y="449318"/>
                        <a:pt x="126860" y="449318"/>
                      </a:cubicBezTo>
                      <a:cubicBezTo>
                        <a:pt x="187648" y="449318"/>
                        <a:pt x="208211" y="453414"/>
                        <a:pt x="224715" y="453414"/>
                      </a:cubicBezTo>
                      <a:cubicBezTo>
                        <a:pt x="236034" y="453414"/>
                        <a:pt x="241175" y="451388"/>
                        <a:pt x="241175" y="442116"/>
                      </a:cubicBezTo>
                      <a:cubicBezTo>
                        <a:pt x="241175" y="409213"/>
                        <a:pt x="149543" y="457555"/>
                        <a:pt x="149543" y="364022"/>
                      </a:cubicBezTo>
                      <a:lnTo>
                        <a:pt x="149543" y="136852"/>
                      </a:lnTo>
                      <a:cubicBezTo>
                        <a:pt x="149543" y="124519"/>
                        <a:pt x="175247" y="77213"/>
                        <a:pt x="216463" y="77213"/>
                      </a:cubicBezTo>
                      <a:cubicBezTo>
                        <a:pt x="253530" y="77213"/>
                        <a:pt x="263812" y="100844"/>
                        <a:pt x="284420" y="100844"/>
                      </a:cubicBezTo>
                      <a:cubicBezTo>
                        <a:pt x="296776" y="100844"/>
                        <a:pt x="321488" y="70011"/>
                        <a:pt x="321488" y="54617"/>
                      </a:cubicBezTo>
                      <a:cubicBezTo>
                        <a:pt x="321488" y="35083"/>
                        <a:pt x="275176" y="8346"/>
                        <a:pt x="253530" y="8346"/>
                      </a:cubicBezTo>
                      <a:cubicBezTo>
                        <a:pt x="209248" y="8346"/>
                        <a:pt x="171143" y="66950"/>
                        <a:pt x="151572" y="93642"/>
                      </a:cubicBezTo>
                      <a:lnTo>
                        <a:pt x="149543" y="93642"/>
                      </a:lnTo>
                      <a:lnTo>
                        <a:pt x="149543" y="15548"/>
                      </a:lnTo>
                      <a:cubicBezTo>
                        <a:pt x="149543" y="9381"/>
                        <a:pt x="144357" y="109"/>
                        <a:pt x="137187" y="109"/>
                      </a:cubicBezTo>
                      <a:cubicBezTo>
                        <a:pt x="120682" y="109"/>
                        <a:pt x="99082" y="19644"/>
                        <a:pt x="65081" y="35083"/>
                      </a:cubicBezTo>
                      <a:cubicBezTo>
                        <a:pt x="47585" y="42284"/>
                        <a:pt x="31080" y="47416"/>
                        <a:pt x="18724" y="50476"/>
                      </a:cubicBezTo>
                      <a:cubicBezTo>
                        <a:pt x="9480" y="52547"/>
                        <a:pt x="190" y="54617"/>
                        <a:pt x="190" y="6280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1" name="Gráfico 12">
                  <a:extLst>
                    <a:ext uri="{FF2B5EF4-FFF2-40B4-BE49-F238E27FC236}">
                      <a16:creationId xmlns:a16="http://schemas.microsoft.com/office/drawing/2014/main" id="{7C267EA3-D614-4A6C-8376-D2B90D09FB72}"/>
                    </a:ext>
                  </a:extLst>
                </p:cNvPr>
                <p:cNvSpPr/>
                <p:nvPr/>
              </p:nvSpPr>
              <p:spPr>
                <a:xfrm>
                  <a:off x="2785516" y="1843715"/>
                  <a:ext cx="321297" cy="453304"/>
                </a:xfrm>
                <a:custGeom>
                  <a:avLst/>
                  <a:gdLst>
                    <a:gd name="connsiteX0" fmla="*/ 220 w 321297"/>
                    <a:gd name="connsiteY0" fmla="*/ 62809 h 453304"/>
                    <a:gd name="connsiteX1" fmla="*/ 74355 w 321297"/>
                    <a:gd name="connsiteY1" fmla="*/ 118353 h 453304"/>
                    <a:gd name="connsiteX2" fmla="*/ 74355 w 321297"/>
                    <a:gd name="connsiteY2" fmla="*/ 385582 h 453304"/>
                    <a:gd name="connsiteX3" fmla="*/ 21865 w 321297"/>
                    <a:gd name="connsiteY3" fmla="*/ 444186 h 453304"/>
                    <a:gd name="connsiteX4" fmla="*/ 33184 w 321297"/>
                    <a:gd name="connsiteY4" fmla="*/ 453414 h 453304"/>
                    <a:gd name="connsiteX5" fmla="*/ 126890 w 321297"/>
                    <a:gd name="connsiteY5" fmla="*/ 449318 h 453304"/>
                    <a:gd name="connsiteX6" fmla="*/ 224745 w 321297"/>
                    <a:gd name="connsiteY6" fmla="*/ 453414 h 453304"/>
                    <a:gd name="connsiteX7" fmla="*/ 241204 w 321297"/>
                    <a:gd name="connsiteY7" fmla="*/ 442116 h 453304"/>
                    <a:gd name="connsiteX8" fmla="*/ 149573 w 321297"/>
                    <a:gd name="connsiteY8" fmla="*/ 364022 h 453304"/>
                    <a:gd name="connsiteX9" fmla="*/ 149573 w 321297"/>
                    <a:gd name="connsiteY9" fmla="*/ 136852 h 453304"/>
                    <a:gd name="connsiteX10" fmla="*/ 216493 w 321297"/>
                    <a:gd name="connsiteY10" fmla="*/ 77213 h 453304"/>
                    <a:gd name="connsiteX11" fmla="*/ 284450 w 321297"/>
                    <a:gd name="connsiteY11" fmla="*/ 100844 h 453304"/>
                    <a:gd name="connsiteX12" fmla="*/ 321517 w 321297"/>
                    <a:gd name="connsiteY12" fmla="*/ 54617 h 453304"/>
                    <a:gd name="connsiteX13" fmla="*/ 253560 w 321297"/>
                    <a:gd name="connsiteY13" fmla="*/ 8346 h 453304"/>
                    <a:gd name="connsiteX14" fmla="*/ 151602 w 321297"/>
                    <a:gd name="connsiteY14" fmla="*/ 93642 h 453304"/>
                    <a:gd name="connsiteX15" fmla="*/ 149573 w 321297"/>
                    <a:gd name="connsiteY15" fmla="*/ 93642 h 453304"/>
                    <a:gd name="connsiteX16" fmla="*/ 149573 w 321297"/>
                    <a:gd name="connsiteY16" fmla="*/ 15548 h 453304"/>
                    <a:gd name="connsiteX17" fmla="*/ 137217 w 321297"/>
                    <a:gd name="connsiteY17" fmla="*/ 109 h 453304"/>
                    <a:gd name="connsiteX18" fmla="*/ 65111 w 321297"/>
                    <a:gd name="connsiteY18" fmla="*/ 35083 h 453304"/>
                    <a:gd name="connsiteX19" fmla="*/ 18754 w 321297"/>
                    <a:gd name="connsiteY19" fmla="*/ 50476 h 453304"/>
                    <a:gd name="connsiteX20" fmla="*/ 220 w 321297"/>
                    <a:gd name="connsiteY20" fmla="*/ 62809 h 453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21297" h="453304">
                      <a:moveTo>
                        <a:pt x="220" y="62809"/>
                      </a:moveTo>
                      <a:cubicBezTo>
                        <a:pt x="220" y="84415"/>
                        <a:pt x="74355" y="58713"/>
                        <a:pt x="74355" y="118353"/>
                      </a:cubicBezTo>
                      <a:lnTo>
                        <a:pt x="74355" y="385582"/>
                      </a:lnTo>
                      <a:cubicBezTo>
                        <a:pt x="74355" y="426722"/>
                        <a:pt x="21865" y="422581"/>
                        <a:pt x="21865" y="444186"/>
                      </a:cubicBezTo>
                      <a:cubicBezTo>
                        <a:pt x="21865" y="450353"/>
                        <a:pt x="24932" y="453414"/>
                        <a:pt x="33184" y="453414"/>
                      </a:cubicBezTo>
                      <a:cubicBezTo>
                        <a:pt x="42473" y="453414"/>
                        <a:pt x="57896" y="449318"/>
                        <a:pt x="126890" y="449318"/>
                      </a:cubicBezTo>
                      <a:cubicBezTo>
                        <a:pt x="187677" y="449318"/>
                        <a:pt x="208240" y="453414"/>
                        <a:pt x="224745" y="453414"/>
                      </a:cubicBezTo>
                      <a:cubicBezTo>
                        <a:pt x="236064" y="453414"/>
                        <a:pt x="241204" y="451388"/>
                        <a:pt x="241204" y="442116"/>
                      </a:cubicBezTo>
                      <a:cubicBezTo>
                        <a:pt x="241204" y="409213"/>
                        <a:pt x="149573" y="457555"/>
                        <a:pt x="149573" y="364022"/>
                      </a:cubicBezTo>
                      <a:lnTo>
                        <a:pt x="149573" y="136852"/>
                      </a:lnTo>
                      <a:cubicBezTo>
                        <a:pt x="149573" y="124519"/>
                        <a:pt x="175276" y="77213"/>
                        <a:pt x="216493" y="77213"/>
                      </a:cubicBezTo>
                      <a:cubicBezTo>
                        <a:pt x="253560" y="77213"/>
                        <a:pt x="263842" y="100844"/>
                        <a:pt x="284450" y="100844"/>
                      </a:cubicBezTo>
                      <a:cubicBezTo>
                        <a:pt x="296806" y="100844"/>
                        <a:pt x="321517" y="70011"/>
                        <a:pt x="321517" y="54617"/>
                      </a:cubicBezTo>
                      <a:cubicBezTo>
                        <a:pt x="321517" y="35083"/>
                        <a:pt x="275205" y="8346"/>
                        <a:pt x="253560" y="8346"/>
                      </a:cubicBezTo>
                      <a:cubicBezTo>
                        <a:pt x="209278" y="8346"/>
                        <a:pt x="171173" y="66950"/>
                        <a:pt x="151602" y="93642"/>
                      </a:cubicBezTo>
                      <a:lnTo>
                        <a:pt x="149573" y="93642"/>
                      </a:lnTo>
                      <a:lnTo>
                        <a:pt x="149573" y="15548"/>
                      </a:lnTo>
                      <a:cubicBezTo>
                        <a:pt x="149573" y="9381"/>
                        <a:pt x="144387" y="109"/>
                        <a:pt x="137217" y="109"/>
                      </a:cubicBezTo>
                      <a:cubicBezTo>
                        <a:pt x="120712" y="109"/>
                        <a:pt x="99112" y="19644"/>
                        <a:pt x="65111" y="35083"/>
                      </a:cubicBezTo>
                      <a:cubicBezTo>
                        <a:pt x="47614" y="42284"/>
                        <a:pt x="31110" y="47416"/>
                        <a:pt x="18754" y="50476"/>
                      </a:cubicBezTo>
                      <a:cubicBezTo>
                        <a:pt x="9509" y="52547"/>
                        <a:pt x="220" y="54617"/>
                        <a:pt x="220" y="6280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2" name="Gráfico 12">
                  <a:extLst>
                    <a:ext uri="{FF2B5EF4-FFF2-40B4-BE49-F238E27FC236}">
                      <a16:creationId xmlns:a16="http://schemas.microsoft.com/office/drawing/2014/main" id="{AF9136A7-B75F-41A3-B324-9623E0970B41}"/>
                    </a:ext>
                  </a:extLst>
                </p:cNvPr>
                <p:cNvSpPr/>
                <p:nvPr/>
              </p:nvSpPr>
              <p:spPr>
                <a:xfrm>
                  <a:off x="3163462" y="1640221"/>
                  <a:ext cx="213161" cy="656798"/>
                </a:xfrm>
                <a:custGeom>
                  <a:avLst/>
                  <a:gdLst>
                    <a:gd name="connsiteX0" fmla="*/ 50710 w 213161"/>
                    <a:gd name="connsiteY0" fmla="*/ 54572 h 656798"/>
                    <a:gd name="connsiteX1" fmla="*/ 93956 w 213161"/>
                    <a:gd name="connsiteY1" fmla="*/ 108045 h 656798"/>
                    <a:gd name="connsiteX2" fmla="*/ 137201 w 213161"/>
                    <a:gd name="connsiteY2" fmla="*/ 54572 h 656798"/>
                    <a:gd name="connsiteX3" fmla="*/ 93956 w 213161"/>
                    <a:gd name="connsiteY3" fmla="*/ 109 h 656798"/>
                    <a:gd name="connsiteX4" fmla="*/ 50710 w 213161"/>
                    <a:gd name="connsiteY4" fmla="*/ 54572 h 656798"/>
                    <a:gd name="connsiteX5" fmla="*/ 250 w 213161"/>
                    <a:gd name="connsiteY5" fmla="*/ 266303 h 656798"/>
                    <a:gd name="connsiteX6" fmla="*/ 56888 w 213161"/>
                    <a:gd name="connsiteY6" fmla="*/ 320812 h 656798"/>
                    <a:gd name="connsiteX7" fmla="*/ 56888 w 213161"/>
                    <a:gd name="connsiteY7" fmla="*/ 569542 h 656798"/>
                    <a:gd name="connsiteX8" fmla="*/ 30102 w 213161"/>
                    <a:gd name="connsiteY8" fmla="*/ 632242 h 656798"/>
                    <a:gd name="connsiteX9" fmla="*/ 11568 w 213161"/>
                    <a:gd name="connsiteY9" fmla="*/ 645610 h 656798"/>
                    <a:gd name="connsiteX10" fmla="*/ 26991 w 213161"/>
                    <a:gd name="connsiteY10" fmla="*/ 656908 h 656798"/>
                    <a:gd name="connsiteX11" fmla="*/ 99097 w 213161"/>
                    <a:gd name="connsiteY11" fmla="*/ 652812 h 656798"/>
                    <a:gd name="connsiteX12" fmla="*/ 193840 w 213161"/>
                    <a:gd name="connsiteY12" fmla="*/ 656908 h 656798"/>
                    <a:gd name="connsiteX13" fmla="*/ 213411 w 213161"/>
                    <a:gd name="connsiteY13" fmla="*/ 645610 h 656798"/>
                    <a:gd name="connsiteX14" fmla="*/ 132061 w 213161"/>
                    <a:gd name="connsiteY14" fmla="*/ 590112 h 656798"/>
                    <a:gd name="connsiteX15" fmla="*/ 132061 w 213161"/>
                    <a:gd name="connsiteY15" fmla="*/ 219042 h 656798"/>
                    <a:gd name="connsiteX16" fmla="*/ 119705 w 213161"/>
                    <a:gd name="connsiteY16" fmla="*/ 203603 h 656798"/>
                    <a:gd name="connsiteX17" fmla="*/ 85704 w 213161"/>
                    <a:gd name="connsiteY17" fmla="*/ 219042 h 656798"/>
                    <a:gd name="connsiteX18" fmla="*/ 15672 w 213161"/>
                    <a:gd name="connsiteY18" fmla="*/ 252935 h 656798"/>
                    <a:gd name="connsiteX19" fmla="*/ 250 w 213161"/>
                    <a:gd name="connsiteY19" fmla="*/ 266303 h 656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13161" h="656798">
                      <a:moveTo>
                        <a:pt x="50710" y="54572"/>
                      </a:moveTo>
                      <a:cubicBezTo>
                        <a:pt x="50710" y="65870"/>
                        <a:pt x="81600" y="108045"/>
                        <a:pt x="93956" y="108045"/>
                      </a:cubicBezTo>
                      <a:cubicBezTo>
                        <a:pt x="107349" y="108045"/>
                        <a:pt x="137201" y="66905"/>
                        <a:pt x="137201" y="54572"/>
                      </a:cubicBezTo>
                      <a:cubicBezTo>
                        <a:pt x="137201" y="42239"/>
                        <a:pt x="107349" y="109"/>
                        <a:pt x="93956" y="109"/>
                      </a:cubicBezTo>
                      <a:cubicBezTo>
                        <a:pt x="81600" y="109"/>
                        <a:pt x="50710" y="43275"/>
                        <a:pt x="50710" y="54572"/>
                      </a:cubicBezTo>
                      <a:close/>
                      <a:moveTo>
                        <a:pt x="250" y="266303"/>
                      </a:moveTo>
                      <a:cubicBezTo>
                        <a:pt x="250" y="285838"/>
                        <a:pt x="56888" y="264278"/>
                        <a:pt x="56888" y="320812"/>
                      </a:cubicBezTo>
                      <a:lnTo>
                        <a:pt x="56888" y="569542"/>
                      </a:lnTo>
                      <a:cubicBezTo>
                        <a:pt x="56888" y="617883"/>
                        <a:pt x="42458" y="628146"/>
                        <a:pt x="30102" y="632242"/>
                      </a:cubicBezTo>
                      <a:cubicBezTo>
                        <a:pt x="19821" y="635347"/>
                        <a:pt x="11568" y="635347"/>
                        <a:pt x="11568" y="645610"/>
                      </a:cubicBezTo>
                      <a:cubicBezTo>
                        <a:pt x="11568" y="653847"/>
                        <a:pt x="16709" y="656908"/>
                        <a:pt x="26991" y="656908"/>
                      </a:cubicBezTo>
                      <a:cubicBezTo>
                        <a:pt x="40384" y="656908"/>
                        <a:pt x="64103" y="652812"/>
                        <a:pt x="99097" y="652812"/>
                      </a:cubicBezTo>
                      <a:cubicBezTo>
                        <a:pt x="140268" y="652812"/>
                        <a:pt x="172195" y="656908"/>
                        <a:pt x="193840" y="656908"/>
                      </a:cubicBezTo>
                      <a:cubicBezTo>
                        <a:pt x="204121" y="656908"/>
                        <a:pt x="213411" y="654882"/>
                        <a:pt x="213411" y="645610"/>
                      </a:cubicBezTo>
                      <a:cubicBezTo>
                        <a:pt x="213411" y="618874"/>
                        <a:pt x="132061" y="640479"/>
                        <a:pt x="132061" y="590112"/>
                      </a:cubicBezTo>
                      <a:lnTo>
                        <a:pt x="132061" y="219042"/>
                      </a:lnTo>
                      <a:cubicBezTo>
                        <a:pt x="132061" y="212876"/>
                        <a:pt x="127912" y="203603"/>
                        <a:pt x="119705" y="203603"/>
                      </a:cubicBezTo>
                      <a:cubicBezTo>
                        <a:pt x="112490" y="203603"/>
                        <a:pt x="100134" y="208780"/>
                        <a:pt x="85704" y="219042"/>
                      </a:cubicBezTo>
                      <a:cubicBezTo>
                        <a:pt x="64103" y="234436"/>
                        <a:pt x="40384" y="245779"/>
                        <a:pt x="15672" y="252935"/>
                      </a:cubicBezTo>
                      <a:cubicBezTo>
                        <a:pt x="6428" y="256041"/>
                        <a:pt x="250" y="257076"/>
                        <a:pt x="250" y="26630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3" name="Gráfico 12">
                  <a:extLst>
                    <a:ext uri="{FF2B5EF4-FFF2-40B4-BE49-F238E27FC236}">
                      <a16:creationId xmlns:a16="http://schemas.microsoft.com/office/drawing/2014/main" id="{21B42984-81DB-432C-9F96-57E2E5B42279}"/>
                    </a:ext>
                  </a:extLst>
                </p:cNvPr>
                <p:cNvSpPr/>
                <p:nvPr/>
              </p:nvSpPr>
              <p:spPr>
                <a:xfrm>
                  <a:off x="3427051" y="1867390"/>
                  <a:ext cx="290407" cy="425532"/>
                </a:xfrm>
                <a:custGeom>
                  <a:avLst/>
                  <a:gdLst>
                    <a:gd name="connsiteX0" fmla="*/ 35313 w 290407"/>
                    <a:gd name="connsiteY0" fmla="*/ 109 h 425532"/>
                    <a:gd name="connsiteX1" fmla="*/ 1312 w 290407"/>
                    <a:gd name="connsiteY1" fmla="*/ 108000 h 425532"/>
                    <a:gd name="connsiteX2" fmla="*/ 10601 w 290407"/>
                    <a:gd name="connsiteY2" fmla="*/ 119343 h 425532"/>
                    <a:gd name="connsiteX3" fmla="*/ 75447 w 290407"/>
                    <a:gd name="connsiteY3" fmla="*/ 62809 h 425532"/>
                    <a:gd name="connsiteX4" fmla="*/ 218621 w 290407"/>
                    <a:gd name="connsiteY4" fmla="*/ 62809 h 425532"/>
                    <a:gd name="connsiteX5" fmla="*/ 9564 w 290407"/>
                    <a:gd name="connsiteY5" fmla="*/ 390713 h 425532"/>
                    <a:gd name="connsiteX6" fmla="*/ 275 w 290407"/>
                    <a:gd name="connsiteY6" fmla="*/ 412274 h 425532"/>
                    <a:gd name="connsiteX7" fmla="*/ 13668 w 290407"/>
                    <a:gd name="connsiteY7" fmla="*/ 425642 h 425532"/>
                    <a:gd name="connsiteX8" fmla="*/ 238192 w 290407"/>
                    <a:gd name="connsiteY8" fmla="*/ 425642 h 425532"/>
                    <a:gd name="connsiteX9" fmla="*/ 262904 w 290407"/>
                    <a:gd name="connsiteY9" fmla="*/ 400976 h 425532"/>
                    <a:gd name="connsiteX10" fmla="*/ 290682 w 290407"/>
                    <a:gd name="connsiteY10" fmla="*/ 301277 h 425532"/>
                    <a:gd name="connsiteX11" fmla="*/ 280401 w 290407"/>
                    <a:gd name="connsiteY11" fmla="*/ 292005 h 425532"/>
                    <a:gd name="connsiteX12" fmla="*/ 207258 w 290407"/>
                    <a:gd name="connsiteY12" fmla="*/ 365012 h 425532"/>
                    <a:gd name="connsiteX13" fmla="*/ 60025 w 290407"/>
                    <a:gd name="connsiteY13" fmla="*/ 365012 h 425532"/>
                    <a:gd name="connsiteX14" fmla="*/ 229940 w 290407"/>
                    <a:gd name="connsiteY14" fmla="*/ 99808 h 425532"/>
                    <a:gd name="connsiteX15" fmla="*/ 280401 w 290407"/>
                    <a:gd name="connsiteY15" fmla="*/ 16538 h 425532"/>
                    <a:gd name="connsiteX16" fmla="*/ 262904 w 290407"/>
                    <a:gd name="connsiteY16" fmla="*/ 109 h 425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90407" h="425532">
                      <a:moveTo>
                        <a:pt x="35313" y="109"/>
                      </a:moveTo>
                      <a:cubicBezTo>
                        <a:pt x="19845" y="109"/>
                        <a:pt x="1312" y="93642"/>
                        <a:pt x="1312" y="108000"/>
                      </a:cubicBezTo>
                      <a:cubicBezTo>
                        <a:pt x="1312" y="115202"/>
                        <a:pt x="4423" y="119343"/>
                        <a:pt x="10601" y="119343"/>
                      </a:cubicBezTo>
                      <a:cubicBezTo>
                        <a:pt x="39416" y="119343"/>
                        <a:pt x="18808" y="62809"/>
                        <a:pt x="75447" y="62809"/>
                      </a:cubicBezTo>
                      <a:lnTo>
                        <a:pt x="218621" y="62809"/>
                      </a:lnTo>
                      <a:lnTo>
                        <a:pt x="9564" y="390713"/>
                      </a:lnTo>
                      <a:cubicBezTo>
                        <a:pt x="2349" y="402011"/>
                        <a:pt x="275" y="407142"/>
                        <a:pt x="275" y="412274"/>
                      </a:cubicBezTo>
                      <a:cubicBezTo>
                        <a:pt x="275" y="421546"/>
                        <a:pt x="4423" y="425642"/>
                        <a:pt x="13668" y="425642"/>
                      </a:cubicBezTo>
                      <a:lnTo>
                        <a:pt x="238192" y="425642"/>
                      </a:lnTo>
                      <a:cubicBezTo>
                        <a:pt x="253615" y="425642"/>
                        <a:pt x="261867" y="416370"/>
                        <a:pt x="262904" y="400976"/>
                      </a:cubicBezTo>
                      <a:cubicBezTo>
                        <a:pt x="264933" y="380406"/>
                        <a:pt x="290682" y="317706"/>
                        <a:pt x="290682" y="301277"/>
                      </a:cubicBezTo>
                      <a:cubicBezTo>
                        <a:pt x="290682" y="295110"/>
                        <a:pt x="287616" y="292005"/>
                        <a:pt x="280401" y="292005"/>
                      </a:cubicBezTo>
                      <a:cubicBezTo>
                        <a:pt x="256726" y="292005"/>
                        <a:pt x="270119" y="365012"/>
                        <a:pt x="207258" y="365012"/>
                      </a:cubicBezTo>
                      <a:lnTo>
                        <a:pt x="60025" y="365012"/>
                      </a:lnTo>
                      <a:lnTo>
                        <a:pt x="229940" y="99808"/>
                      </a:lnTo>
                      <a:cubicBezTo>
                        <a:pt x="261867" y="49441"/>
                        <a:pt x="280401" y="26801"/>
                        <a:pt x="280401" y="16538"/>
                      </a:cubicBezTo>
                      <a:cubicBezTo>
                        <a:pt x="280401" y="5240"/>
                        <a:pt x="274223" y="109"/>
                        <a:pt x="262904" y="10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4" name="Gráfico 12">
                  <a:extLst>
                    <a:ext uri="{FF2B5EF4-FFF2-40B4-BE49-F238E27FC236}">
                      <a16:creationId xmlns:a16="http://schemas.microsoft.com/office/drawing/2014/main" id="{F672AD71-1A54-4901-88C8-0DBB56CA452E}"/>
                    </a:ext>
                  </a:extLst>
                </p:cNvPr>
                <p:cNvSpPr/>
                <p:nvPr/>
              </p:nvSpPr>
              <p:spPr>
                <a:xfrm>
                  <a:off x="3780286" y="1851952"/>
                  <a:ext cx="410899" cy="452269"/>
                </a:xfrm>
                <a:custGeom>
                  <a:avLst/>
                  <a:gdLst>
                    <a:gd name="connsiteX0" fmla="*/ 304 w 410899"/>
                    <a:gd name="connsiteY0" fmla="*/ 116282 h 452269"/>
                    <a:gd name="connsiteX1" fmla="*/ 48691 w 410899"/>
                    <a:gd name="connsiteY1" fmla="*/ 150175 h 452269"/>
                    <a:gd name="connsiteX2" fmla="*/ 71328 w 410899"/>
                    <a:gd name="connsiteY2" fmla="*/ 130641 h 452269"/>
                    <a:gd name="connsiteX3" fmla="*/ 65150 w 410899"/>
                    <a:gd name="connsiteY3" fmla="*/ 88511 h 452269"/>
                    <a:gd name="connsiteX4" fmla="*/ 153715 w 410899"/>
                    <a:gd name="connsiteY4" fmla="*/ 26846 h 452269"/>
                    <a:gd name="connsiteX5" fmla="*/ 260814 w 410899"/>
                    <a:gd name="connsiteY5" fmla="*/ 114212 h 452269"/>
                    <a:gd name="connsiteX6" fmla="*/ 260814 w 410899"/>
                    <a:gd name="connsiteY6" fmla="*/ 195411 h 452269"/>
                    <a:gd name="connsiteX7" fmla="*/ 2333 w 410899"/>
                    <a:gd name="connsiteY7" fmla="*/ 354750 h 452269"/>
                    <a:gd name="connsiteX8" fmla="*/ 113581 w 410899"/>
                    <a:gd name="connsiteY8" fmla="*/ 452378 h 452269"/>
                    <a:gd name="connsiteX9" fmla="*/ 271141 w 410899"/>
                    <a:gd name="connsiteY9" fmla="*/ 392784 h 452269"/>
                    <a:gd name="connsiteX10" fmla="*/ 351454 w 410899"/>
                    <a:gd name="connsiteY10" fmla="*/ 445177 h 452269"/>
                    <a:gd name="connsiteX11" fmla="*/ 411204 w 410899"/>
                    <a:gd name="connsiteY11" fmla="*/ 419475 h 452269"/>
                    <a:gd name="connsiteX12" fmla="*/ 398803 w 410899"/>
                    <a:gd name="connsiteY12" fmla="*/ 412319 h 452269"/>
                    <a:gd name="connsiteX13" fmla="*/ 379277 w 410899"/>
                    <a:gd name="connsiteY13" fmla="*/ 414344 h 452269"/>
                    <a:gd name="connsiteX14" fmla="*/ 334995 w 410899"/>
                    <a:gd name="connsiteY14" fmla="*/ 347548 h 452269"/>
                    <a:gd name="connsiteX15" fmla="*/ 335987 w 410899"/>
                    <a:gd name="connsiteY15" fmla="*/ 103949 h 452269"/>
                    <a:gd name="connsiteX16" fmla="*/ 165079 w 410899"/>
                    <a:gd name="connsiteY16" fmla="*/ 109 h 452269"/>
                    <a:gd name="connsiteX17" fmla="*/ 304 w 410899"/>
                    <a:gd name="connsiteY17" fmla="*/ 116282 h 452269"/>
                    <a:gd name="connsiteX18" fmla="*/ 260814 w 410899"/>
                    <a:gd name="connsiteY18" fmla="*/ 220077 h 452269"/>
                    <a:gd name="connsiteX19" fmla="*/ 260814 w 410899"/>
                    <a:gd name="connsiteY19" fmla="*/ 341382 h 452269"/>
                    <a:gd name="connsiteX20" fmla="*/ 152678 w 410899"/>
                    <a:gd name="connsiteY20" fmla="*/ 422581 h 452269"/>
                    <a:gd name="connsiteX21" fmla="*/ 69299 w 410899"/>
                    <a:gd name="connsiteY21" fmla="*/ 341382 h 452269"/>
                    <a:gd name="connsiteX22" fmla="*/ 260814 w 410899"/>
                    <a:gd name="connsiteY22" fmla="*/ 220077 h 452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10899" h="452269">
                      <a:moveTo>
                        <a:pt x="304" y="116282"/>
                      </a:moveTo>
                      <a:cubicBezTo>
                        <a:pt x="304" y="134782"/>
                        <a:pt x="31194" y="150175"/>
                        <a:pt x="48691" y="150175"/>
                      </a:cubicBezTo>
                      <a:cubicBezTo>
                        <a:pt x="66187" y="150175"/>
                        <a:pt x="71328" y="144009"/>
                        <a:pt x="71328" y="130641"/>
                      </a:cubicBezTo>
                      <a:cubicBezTo>
                        <a:pt x="71328" y="119343"/>
                        <a:pt x="65150" y="103949"/>
                        <a:pt x="65150" y="88511"/>
                      </a:cubicBezTo>
                      <a:cubicBezTo>
                        <a:pt x="65150" y="33012"/>
                        <a:pt x="104292" y="26846"/>
                        <a:pt x="153715" y="26846"/>
                      </a:cubicBezTo>
                      <a:cubicBezTo>
                        <a:pt x="233036" y="26846"/>
                        <a:pt x="260814" y="76178"/>
                        <a:pt x="260814" y="114212"/>
                      </a:cubicBezTo>
                      <a:lnTo>
                        <a:pt x="260814" y="195411"/>
                      </a:lnTo>
                      <a:cubicBezTo>
                        <a:pt x="16764" y="235516"/>
                        <a:pt x="2333" y="303347"/>
                        <a:pt x="2333" y="354750"/>
                      </a:cubicBezTo>
                      <a:cubicBezTo>
                        <a:pt x="2333" y="421546"/>
                        <a:pt x="39401" y="452378"/>
                        <a:pt x="113581" y="452378"/>
                      </a:cubicBezTo>
                      <a:cubicBezTo>
                        <a:pt x="171257" y="452378"/>
                        <a:pt x="227896" y="429783"/>
                        <a:pt x="271141" y="392784"/>
                      </a:cubicBezTo>
                      <a:cubicBezTo>
                        <a:pt x="285526" y="427712"/>
                        <a:pt x="313349" y="445177"/>
                        <a:pt x="351454" y="445177"/>
                      </a:cubicBezTo>
                      <a:cubicBezTo>
                        <a:pt x="368951" y="445177"/>
                        <a:pt x="411204" y="440045"/>
                        <a:pt x="411204" y="419475"/>
                      </a:cubicBezTo>
                      <a:cubicBezTo>
                        <a:pt x="411204" y="414344"/>
                        <a:pt x="407055" y="412319"/>
                        <a:pt x="398803" y="412319"/>
                      </a:cubicBezTo>
                      <a:cubicBezTo>
                        <a:pt x="392625" y="412319"/>
                        <a:pt x="385455" y="414344"/>
                        <a:pt x="379277" y="414344"/>
                      </a:cubicBezTo>
                      <a:cubicBezTo>
                        <a:pt x="340135" y="414344"/>
                        <a:pt x="334995" y="380451"/>
                        <a:pt x="334995" y="347548"/>
                      </a:cubicBezTo>
                      <a:lnTo>
                        <a:pt x="335987" y="103949"/>
                      </a:lnTo>
                      <a:cubicBezTo>
                        <a:pt x="335987" y="57678"/>
                        <a:pt x="303068" y="109"/>
                        <a:pt x="165079" y="109"/>
                      </a:cubicBezTo>
                      <a:cubicBezTo>
                        <a:pt x="50765" y="109"/>
                        <a:pt x="304" y="76178"/>
                        <a:pt x="304" y="116282"/>
                      </a:cubicBezTo>
                      <a:close/>
                      <a:moveTo>
                        <a:pt x="260814" y="220077"/>
                      </a:moveTo>
                      <a:lnTo>
                        <a:pt x="260814" y="341382"/>
                      </a:lnTo>
                      <a:cubicBezTo>
                        <a:pt x="260814" y="389678"/>
                        <a:pt x="196961" y="422581"/>
                        <a:pt x="152678" y="422581"/>
                      </a:cubicBezTo>
                      <a:cubicBezTo>
                        <a:pt x="97077" y="422581"/>
                        <a:pt x="69299" y="397915"/>
                        <a:pt x="69299" y="341382"/>
                      </a:cubicBezTo>
                      <a:cubicBezTo>
                        <a:pt x="69299" y="251945"/>
                        <a:pt x="190783" y="235516"/>
                        <a:pt x="260814" y="220077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5" name="Gráfico 12">
                  <a:extLst>
                    <a:ext uri="{FF2B5EF4-FFF2-40B4-BE49-F238E27FC236}">
                      <a16:creationId xmlns:a16="http://schemas.microsoft.com/office/drawing/2014/main" id="{CA2DB545-F47D-4B36-935A-43B799F7756D}"/>
                    </a:ext>
                  </a:extLst>
                </p:cNvPr>
                <p:cNvSpPr/>
                <p:nvPr/>
              </p:nvSpPr>
              <p:spPr>
                <a:xfrm>
                  <a:off x="4205570" y="1640221"/>
                  <a:ext cx="181234" cy="857276"/>
                </a:xfrm>
                <a:custGeom>
                  <a:avLst/>
                  <a:gdLst>
                    <a:gd name="connsiteX0" fmla="*/ 95087 w 181234"/>
                    <a:gd name="connsiteY0" fmla="*/ 54572 h 857276"/>
                    <a:gd name="connsiteX1" fmla="*/ 138333 w 181234"/>
                    <a:gd name="connsiteY1" fmla="*/ 108045 h 857276"/>
                    <a:gd name="connsiteX2" fmla="*/ 181578 w 181234"/>
                    <a:gd name="connsiteY2" fmla="*/ 54572 h 857276"/>
                    <a:gd name="connsiteX3" fmla="*/ 138333 w 181234"/>
                    <a:gd name="connsiteY3" fmla="*/ 109 h 857276"/>
                    <a:gd name="connsiteX4" fmla="*/ 95087 w 181234"/>
                    <a:gd name="connsiteY4" fmla="*/ 54572 h 857276"/>
                    <a:gd name="connsiteX5" fmla="*/ 24018 w 181234"/>
                    <a:gd name="connsiteY5" fmla="*/ 266303 h 857276"/>
                    <a:gd name="connsiteX6" fmla="*/ 101265 w 181234"/>
                    <a:gd name="connsiteY6" fmla="*/ 322837 h 857276"/>
                    <a:gd name="connsiteX7" fmla="*/ 101265 w 181234"/>
                    <a:gd name="connsiteY7" fmla="*/ 766914 h 857276"/>
                    <a:gd name="connsiteX8" fmla="*/ 80657 w 181234"/>
                    <a:gd name="connsiteY8" fmla="*/ 816246 h 857276"/>
                    <a:gd name="connsiteX9" fmla="*/ 20907 w 181234"/>
                    <a:gd name="connsiteY9" fmla="*/ 774116 h 857276"/>
                    <a:gd name="connsiteX10" fmla="*/ 344 w 181234"/>
                    <a:gd name="connsiteY10" fmla="*/ 815211 h 857276"/>
                    <a:gd name="connsiteX11" fmla="*/ 41515 w 181234"/>
                    <a:gd name="connsiteY11" fmla="*/ 857386 h 857276"/>
                    <a:gd name="connsiteX12" fmla="*/ 176437 w 181234"/>
                    <a:gd name="connsiteY12" fmla="*/ 650741 h 857276"/>
                    <a:gd name="connsiteX13" fmla="*/ 176437 w 181234"/>
                    <a:gd name="connsiteY13" fmla="*/ 219042 h 857276"/>
                    <a:gd name="connsiteX14" fmla="*/ 164082 w 181234"/>
                    <a:gd name="connsiteY14" fmla="*/ 203603 h 857276"/>
                    <a:gd name="connsiteX15" fmla="*/ 48730 w 181234"/>
                    <a:gd name="connsiteY15" fmla="*/ 252935 h 857276"/>
                    <a:gd name="connsiteX16" fmla="*/ 24018 w 181234"/>
                    <a:gd name="connsiteY16" fmla="*/ 266303 h 857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81234" h="857276">
                      <a:moveTo>
                        <a:pt x="95087" y="54572"/>
                      </a:moveTo>
                      <a:cubicBezTo>
                        <a:pt x="95087" y="65870"/>
                        <a:pt x="125977" y="108045"/>
                        <a:pt x="138333" y="108045"/>
                      </a:cubicBezTo>
                      <a:cubicBezTo>
                        <a:pt x="151726" y="108045"/>
                        <a:pt x="181578" y="66905"/>
                        <a:pt x="181578" y="54572"/>
                      </a:cubicBezTo>
                      <a:cubicBezTo>
                        <a:pt x="181578" y="42239"/>
                        <a:pt x="151726" y="109"/>
                        <a:pt x="138333" y="109"/>
                      </a:cubicBezTo>
                      <a:cubicBezTo>
                        <a:pt x="125977" y="109"/>
                        <a:pt x="95087" y="43275"/>
                        <a:pt x="95087" y="54572"/>
                      </a:cubicBezTo>
                      <a:close/>
                      <a:moveTo>
                        <a:pt x="24018" y="266303"/>
                      </a:moveTo>
                      <a:cubicBezTo>
                        <a:pt x="24018" y="287909"/>
                        <a:pt x="101265" y="261172"/>
                        <a:pt x="101265" y="322837"/>
                      </a:cubicBezTo>
                      <a:lnTo>
                        <a:pt x="101265" y="766914"/>
                      </a:lnTo>
                      <a:cubicBezTo>
                        <a:pt x="101265" y="794641"/>
                        <a:pt x="89901" y="816246"/>
                        <a:pt x="80657" y="816246"/>
                      </a:cubicBezTo>
                      <a:cubicBezTo>
                        <a:pt x="54908" y="816246"/>
                        <a:pt x="44627" y="774116"/>
                        <a:pt x="20907" y="774116"/>
                      </a:cubicBezTo>
                      <a:cubicBezTo>
                        <a:pt x="2373" y="774116"/>
                        <a:pt x="344" y="799817"/>
                        <a:pt x="344" y="815211"/>
                      </a:cubicBezTo>
                      <a:cubicBezTo>
                        <a:pt x="344" y="841947"/>
                        <a:pt x="9588" y="857386"/>
                        <a:pt x="41515" y="857386"/>
                      </a:cubicBezTo>
                      <a:cubicBezTo>
                        <a:pt x="143473" y="857386"/>
                        <a:pt x="176437" y="718618"/>
                        <a:pt x="176437" y="650741"/>
                      </a:cubicBezTo>
                      <a:lnTo>
                        <a:pt x="176437" y="219042"/>
                      </a:lnTo>
                      <a:cubicBezTo>
                        <a:pt x="176437" y="212876"/>
                        <a:pt x="172289" y="203603"/>
                        <a:pt x="164082" y="203603"/>
                      </a:cubicBezTo>
                      <a:cubicBezTo>
                        <a:pt x="142436" y="203603"/>
                        <a:pt x="119799" y="234436"/>
                        <a:pt x="48730" y="252935"/>
                      </a:cubicBezTo>
                      <a:cubicBezTo>
                        <a:pt x="29159" y="258111"/>
                        <a:pt x="24018" y="259147"/>
                        <a:pt x="24018" y="26630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6" name="Gráfico 12">
                  <a:extLst>
                    <a:ext uri="{FF2B5EF4-FFF2-40B4-BE49-F238E27FC236}">
                      <a16:creationId xmlns:a16="http://schemas.microsoft.com/office/drawing/2014/main" id="{C3DC2ABD-9FDC-4A56-A205-FAFBB956C6E6}"/>
                    </a:ext>
                  </a:extLst>
                </p:cNvPr>
                <p:cNvSpPr/>
                <p:nvPr/>
              </p:nvSpPr>
              <p:spPr>
                <a:xfrm>
                  <a:off x="4517590" y="1851952"/>
                  <a:ext cx="390291" cy="452269"/>
                </a:xfrm>
                <a:custGeom>
                  <a:avLst/>
                  <a:gdLst>
                    <a:gd name="connsiteX0" fmla="*/ 369 w 390291"/>
                    <a:gd name="connsiteY0" fmla="*/ 240647 h 452269"/>
                    <a:gd name="connsiteX1" fmla="*/ 208389 w 390291"/>
                    <a:gd name="connsiteY1" fmla="*/ 452378 h 452269"/>
                    <a:gd name="connsiteX2" fmla="*/ 390660 w 390291"/>
                    <a:gd name="connsiteY2" fmla="*/ 353715 h 452269"/>
                    <a:gd name="connsiteX3" fmla="*/ 386512 w 390291"/>
                    <a:gd name="connsiteY3" fmla="*/ 347548 h 452269"/>
                    <a:gd name="connsiteX4" fmla="*/ 241308 w 390291"/>
                    <a:gd name="connsiteY4" fmla="*/ 400976 h 452269"/>
                    <a:gd name="connsiteX5" fmla="*/ 75541 w 390291"/>
                    <a:gd name="connsiteY5" fmla="*/ 181008 h 452269"/>
                    <a:gd name="connsiteX6" fmla="*/ 361800 w 390291"/>
                    <a:gd name="connsiteY6" fmla="*/ 181008 h 452269"/>
                    <a:gd name="connsiteX7" fmla="*/ 384482 w 390291"/>
                    <a:gd name="connsiteY7" fmla="*/ 163544 h 452269"/>
                    <a:gd name="connsiteX8" fmla="*/ 202211 w 390291"/>
                    <a:gd name="connsiteY8" fmla="*/ 109 h 452269"/>
                    <a:gd name="connsiteX9" fmla="*/ 369 w 390291"/>
                    <a:gd name="connsiteY9" fmla="*/ 240647 h 452269"/>
                    <a:gd name="connsiteX10" fmla="*/ 75541 w 390291"/>
                    <a:gd name="connsiteY10" fmla="*/ 153281 h 452269"/>
                    <a:gd name="connsiteX11" fmla="*/ 184669 w 390291"/>
                    <a:gd name="connsiteY11" fmla="*/ 23740 h 452269"/>
                    <a:gd name="connsiteX12" fmla="*/ 298984 w 390291"/>
                    <a:gd name="connsiteY12" fmla="*/ 132711 h 452269"/>
                    <a:gd name="connsiteX13" fmla="*/ 280450 w 390291"/>
                    <a:gd name="connsiteY13" fmla="*/ 153281 h 452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90291" h="452269">
                      <a:moveTo>
                        <a:pt x="369" y="240647"/>
                      </a:moveTo>
                      <a:cubicBezTo>
                        <a:pt x="369" y="309514"/>
                        <a:pt x="53896" y="452378"/>
                        <a:pt x="208389" y="452378"/>
                      </a:cubicBezTo>
                      <a:cubicBezTo>
                        <a:pt x="301058" y="452378"/>
                        <a:pt x="390660" y="379416"/>
                        <a:pt x="390660" y="353715"/>
                      </a:cubicBezTo>
                      <a:cubicBezTo>
                        <a:pt x="390660" y="349619"/>
                        <a:pt x="389623" y="347548"/>
                        <a:pt x="386512" y="347548"/>
                      </a:cubicBezTo>
                      <a:cubicBezTo>
                        <a:pt x="362837" y="347548"/>
                        <a:pt x="331948" y="400976"/>
                        <a:pt x="241308" y="400976"/>
                      </a:cubicBezTo>
                      <a:cubicBezTo>
                        <a:pt x="175425" y="400976"/>
                        <a:pt x="75541" y="346513"/>
                        <a:pt x="75541" y="181008"/>
                      </a:cubicBezTo>
                      <a:lnTo>
                        <a:pt x="361800" y="181008"/>
                      </a:lnTo>
                      <a:cubicBezTo>
                        <a:pt x="380334" y="181008"/>
                        <a:pt x="384482" y="175877"/>
                        <a:pt x="384482" y="163544"/>
                      </a:cubicBezTo>
                      <a:cubicBezTo>
                        <a:pt x="384482" y="121414"/>
                        <a:pt x="327844" y="109"/>
                        <a:pt x="202211" y="109"/>
                      </a:cubicBezTo>
                      <a:cubicBezTo>
                        <a:pt x="72429" y="109"/>
                        <a:pt x="369" y="112141"/>
                        <a:pt x="369" y="240647"/>
                      </a:cubicBezTo>
                      <a:close/>
                      <a:moveTo>
                        <a:pt x="75541" y="153281"/>
                      </a:moveTo>
                      <a:cubicBezTo>
                        <a:pt x="75541" y="94677"/>
                        <a:pt x="122890" y="23740"/>
                        <a:pt x="184669" y="23740"/>
                      </a:cubicBezTo>
                      <a:cubicBezTo>
                        <a:pt x="242345" y="23740"/>
                        <a:pt x="298984" y="76178"/>
                        <a:pt x="298984" y="132711"/>
                      </a:cubicBezTo>
                      <a:cubicBezTo>
                        <a:pt x="298984" y="146079"/>
                        <a:pt x="293843" y="153281"/>
                        <a:pt x="280450" y="153281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</p:grpSp>
          <p:grpSp>
            <p:nvGrpSpPr>
              <p:cNvPr id="64" name="Gráfico 12">
                <a:extLst>
                  <a:ext uri="{FF2B5EF4-FFF2-40B4-BE49-F238E27FC236}">
                    <a16:creationId xmlns:a16="http://schemas.microsoft.com/office/drawing/2014/main" id="{ED274C9A-7EC4-4941-A63C-E45E883B0A7E}"/>
                  </a:ext>
                </a:extLst>
              </p:cNvPr>
              <p:cNvGrpSpPr/>
              <p:nvPr/>
            </p:nvGrpSpPr>
            <p:grpSpPr>
              <a:xfrm>
                <a:off x="408717" y="1464291"/>
                <a:ext cx="373598" cy="420176"/>
                <a:chOff x="408747" y="1875368"/>
                <a:chExt cx="373598" cy="420176"/>
              </a:xfrm>
              <a:grpFill/>
            </p:grpSpPr>
            <p:sp>
              <p:nvSpPr>
                <p:cNvPr id="65" name="Gráfico 12">
                  <a:extLst>
                    <a:ext uri="{FF2B5EF4-FFF2-40B4-BE49-F238E27FC236}">
                      <a16:creationId xmlns:a16="http://schemas.microsoft.com/office/drawing/2014/main" id="{DCDDED18-015B-4035-9484-8997DD3B94CB}"/>
                    </a:ext>
                  </a:extLst>
                </p:cNvPr>
                <p:cNvSpPr/>
                <p:nvPr/>
              </p:nvSpPr>
              <p:spPr>
                <a:xfrm>
                  <a:off x="408747" y="2051000"/>
                  <a:ext cx="211041" cy="244543"/>
                </a:xfrm>
                <a:custGeom>
                  <a:avLst/>
                  <a:gdLst>
                    <a:gd name="connsiteX0" fmla="*/ 14 w 211041"/>
                    <a:gd name="connsiteY0" fmla="*/ 130145 h 244543"/>
                    <a:gd name="connsiteX1" fmla="*/ 112525 w 211041"/>
                    <a:gd name="connsiteY1" fmla="*/ 244653 h 244543"/>
                    <a:gd name="connsiteX2" fmla="*/ 211056 w 211041"/>
                    <a:gd name="connsiteY2" fmla="*/ 191270 h 244543"/>
                    <a:gd name="connsiteX3" fmla="*/ 208846 w 211041"/>
                    <a:gd name="connsiteY3" fmla="*/ 187939 h 244543"/>
                    <a:gd name="connsiteX4" fmla="*/ 130337 w 211041"/>
                    <a:gd name="connsiteY4" fmla="*/ 216836 h 244543"/>
                    <a:gd name="connsiteX5" fmla="*/ 40689 w 211041"/>
                    <a:gd name="connsiteY5" fmla="*/ 97918 h 244543"/>
                    <a:gd name="connsiteX6" fmla="*/ 195453 w 211041"/>
                    <a:gd name="connsiteY6" fmla="*/ 97918 h 244543"/>
                    <a:gd name="connsiteX7" fmla="*/ 207719 w 211041"/>
                    <a:gd name="connsiteY7" fmla="*/ 88465 h 244543"/>
                    <a:gd name="connsiteX8" fmla="*/ 109142 w 211041"/>
                    <a:gd name="connsiteY8" fmla="*/ 109 h 244543"/>
                    <a:gd name="connsiteX9" fmla="*/ 14 w 211041"/>
                    <a:gd name="connsiteY9" fmla="*/ 130145 h 244543"/>
                    <a:gd name="connsiteX10" fmla="*/ 40689 w 211041"/>
                    <a:gd name="connsiteY10" fmla="*/ 82929 h 244543"/>
                    <a:gd name="connsiteX11" fmla="*/ 99718 w 211041"/>
                    <a:gd name="connsiteY11" fmla="*/ 12892 h 244543"/>
                    <a:gd name="connsiteX12" fmla="*/ 161497 w 211041"/>
                    <a:gd name="connsiteY12" fmla="*/ 71811 h 244543"/>
                    <a:gd name="connsiteX13" fmla="*/ 151486 w 211041"/>
                    <a:gd name="connsiteY13" fmla="*/ 82929 h 244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11041" h="244543">
                      <a:moveTo>
                        <a:pt x="14" y="130145"/>
                      </a:moveTo>
                      <a:cubicBezTo>
                        <a:pt x="14" y="167414"/>
                        <a:pt x="29010" y="244653"/>
                        <a:pt x="112525" y="244653"/>
                      </a:cubicBezTo>
                      <a:cubicBezTo>
                        <a:pt x="162624" y="244653"/>
                        <a:pt x="211056" y="205178"/>
                        <a:pt x="211056" y="191270"/>
                      </a:cubicBezTo>
                      <a:cubicBezTo>
                        <a:pt x="211056" y="189065"/>
                        <a:pt x="210515" y="187939"/>
                        <a:pt x="208846" y="187939"/>
                      </a:cubicBezTo>
                      <a:cubicBezTo>
                        <a:pt x="196039" y="187939"/>
                        <a:pt x="179309" y="216836"/>
                        <a:pt x="130337" y="216836"/>
                      </a:cubicBezTo>
                      <a:cubicBezTo>
                        <a:pt x="94667" y="216836"/>
                        <a:pt x="40689" y="187399"/>
                        <a:pt x="40689" y="97918"/>
                      </a:cubicBezTo>
                      <a:lnTo>
                        <a:pt x="195453" y="97918"/>
                      </a:lnTo>
                      <a:cubicBezTo>
                        <a:pt x="205509" y="97918"/>
                        <a:pt x="207719" y="95127"/>
                        <a:pt x="207719" y="88465"/>
                      </a:cubicBezTo>
                      <a:cubicBezTo>
                        <a:pt x="207719" y="65690"/>
                        <a:pt x="177100" y="109"/>
                        <a:pt x="109142" y="109"/>
                      </a:cubicBezTo>
                      <a:cubicBezTo>
                        <a:pt x="39021" y="109"/>
                        <a:pt x="14" y="60694"/>
                        <a:pt x="14" y="130145"/>
                      </a:cubicBezTo>
                      <a:close/>
                      <a:moveTo>
                        <a:pt x="40689" y="82929"/>
                      </a:moveTo>
                      <a:cubicBezTo>
                        <a:pt x="40689" y="51241"/>
                        <a:pt x="66303" y="12892"/>
                        <a:pt x="99718" y="12892"/>
                      </a:cubicBezTo>
                      <a:cubicBezTo>
                        <a:pt x="130878" y="12892"/>
                        <a:pt x="161497" y="41249"/>
                        <a:pt x="161497" y="71811"/>
                      </a:cubicBezTo>
                      <a:cubicBezTo>
                        <a:pt x="161497" y="79013"/>
                        <a:pt x="158701" y="82929"/>
                        <a:pt x="151486" y="82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6" name="Gráfico 12">
                  <a:extLst>
                    <a:ext uri="{FF2B5EF4-FFF2-40B4-BE49-F238E27FC236}">
                      <a16:creationId xmlns:a16="http://schemas.microsoft.com/office/drawing/2014/main" id="{4A6B3EA8-E60E-485C-AEEA-F0E7AB54CA0F}"/>
                    </a:ext>
                  </a:extLst>
                </p:cNvPr>
                <p:cNvSpPr/>
                <p:nvPr/>
              </p:nvSpPr>
              <p:spPr>
                <a:xfrm>
                  <a:off x="657615" y="1875368"/>
                  <a:ext cx="124731" cy="416260"/>
                </a:xfrm>
                <a:custGeom>
                  <a:avLst/>
                  <a:gdLst>
                    <a:gd name="connsiteX0" fmla="*/ 35 w 124731"/>
                    <a:gd name="connsiteY0" fmla="*/ 34047 h 416260"/>
                    <a:gd name="connsiteX1" fmla="*/ 37915 w 124731"/>
                    <a:gd name="connsiteY1" fmla="*/ 64024 h 416260"/>
                    <a:gd name="connsiteX2" fmla="*/ 37915 w 124731"/>
                    <a:gd name="connsiteY2" fmla="*/ 377480 h 416260"/>
                    <a:gd name="connsiteX3" fmla="*/ 10633 w 124731"/>
                    <a:gd name="connsiteY3" fmla="*/ 409168 h 416260"/>
                    <a:gd name="connsiteX4" fmla="*/ 17307 w 124731"/>
                    <a:gd name="connsiteY4" fmla="*/ 416369 h 416260"/>
                    <a:gd name="connsiteX5" fmla="*/ 60733 w 124731"/>
                    <a:gd name="connsiteY5" fmla="*/ 414164 h 416260"/>
                    <a:gd name="connsiteX6" fmla="*/ 112546 w 124731"/>
                    <a:gd name="connsiteY6" fmla="*/ 416369 h 416260"/>
                    <a:gd name="connsiteX7" fmla="*/ 124767 w 124731"/>
                    <a:gd name="connsiteY7" fmla="*/ 408627 h 416260"/>
                    <a:gd name="connsiteX8" fmla="*/ 78545 w 124731"/>
                    <a:gd name="connsiteY8" fmla="*/ 371944 h 416260"/>
                    <a:gd name="connsiteX9" fmla="*/ 78545 w 124731"/>
                    <a:gd name="connsiteY9" fmla="*/ 8481 h 416260"/>
                    <a:gd name="connsiteX10" fmla="*/ 71871 w 124731"/>
                    <a:gd name="connsiteY10" fmla="*/ 109 h 416260"/>
                    <a:gd name="connsiteX11" fmla="*/ 9505 w 124731"/>
                    <a:gd name="connsiteY11" fmla="*/ 26800 h 416260"/>
                    <a:gd name="connsiteX12" fmla="*/ 35 w 124731"/>
                    <a:gd name="connsiteY12" fmla="*/ 34047 h 4162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4731" h="416260">
                      <a:moveTo>
                        <a:pt x="35" y="34047"/>
                      </a:moveTo>
                      <a:cubicBezTo>
                        <a:pt x="35" y="45705"/>
                        <a:pt x="37915" y="31256"/>
                        <a:pt x="37915" y="64024"/>
                      </a:cubicBezTo>
                      <a:lnTo>
                        <a:pt x="37915" y="377480"/>
                      </a:lnTo>
                      <a:cubicBezTo>
                        <a:pt x="37915" y="403586"/>
                        <a:pt x="10633" y="400255"/>
                        <a:pt x="10633" y="409168"/>
                      </a:cubicBezTo>
                      <a:cubicBezTo>
                        <a:pt x="10633" y="414164"/>
                        <a:pt x="12842" y="416369"/>
                        <a:pt x="17307" y="416369"/>
                      </a:cubicBezTo>
                      <a:cubicBezTo>
                        <a:pt x="23439" y="416369"/>
                        <a:pt x="32909" y="414164"/>
                        <a:pt x="60733" y="414164"/>
                      </a:cubicBezTo>
                      <a:cubicBezTo>
                        <a:pt x="87473" y="414164"/>
                        <a:pt x="102490" y="416369"/>
                        <a:pt x="112546" y="416369"/>
                      </a:cubicBezTo>
                      <a:cubicBezTo>
                        <a:pt x="120302" y="416369"/>
                        <a:pt x="124767" y="415289"/>
                        <a:pt x="124767" y="408627"/>
                      </a:cubicBezTo>
                      <a:cubicBezTo>
                        <a:pt x="124767" y="393594"/>
                        <a:pt x="78545" y="409168"/>
                        <a:pt x="78545" y="371944"/>
                      </a:cubicBezTo>
                      <a:lnTo>
                        <a:pt x="78545" y="8481"/>
                      </a:lnTo>
                      <a:cubicBezTo>
                        <a:pt x="78545" y="5150"/>
                        <a:pt x="76335" y="109"/>
                        <a:pt x="71871" y="109"/>
                      </a:cubicBezTo>
                      <a:cubicBezTo>
                        <a:pt x="60191" y="109"/>
                        <a:pt x="45175" y="18473"/>
                        <a:pt x="9505" y="26800"/>
                      </a:cubicBezTo>
                      <a:cubicBezTo>
                        <a:pt x="2831" y="28466"/>
                        <a:pt x="35" y="29006"/>
                        <a:pt x="35" y="34047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</p:grpSp>
        </p:grpSp>
        <p:sp>
          <p:nvSpPr>
            <p:cNvPr id="16" name="Gráfico 12">
              <a:extLst>
                <a:ext uri="{FF2B5EF4-FFF2-40B4-BE49-F238E27FC236}">
                  <a16:creationId xmlns:a16="http://schemas.microsoft.com/office/drawing/2014/main" id="{9E54852C-D576-40D8-8EB9-0A2033245956}"/>
                </a:ext>
              </a:extLst>
            </p:cNvPr>
            <p:cNvSpPr/>
            <p:nvPr/>
          </p:nvSpPr>
          <p:spPr>
            <a:xfrm>
              <a:off x="432864" y="2143954"/>
              <a:ext cx="3710317" cy="11522"/>
            </a:xfrm>
            <a:custGeom>
              <a:avLst/>
              <a:gdLst>
                <a:gd name="connsiteX0" fmla="*/ -34 w 3710317"/>
                <a:gd name="connsiteY0" fmla="*/ 118 h 11522"/>
                <a:gd name="connsiteX1" fmla="*/ 3710284 w 3710317"/>
                <a:gd name="connsiteY1" fmla="*/ 118 h 1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10317" h="11522">
                  <a:moveTo>
                    <a:pt x="-34" y="118"/>
                  </a:moveTo>
                  <a:lnTo>
                    <a:pt x="3710284" y="118"/>
                  </a:lnTo>
                </a:path>
              </a:pathLst>
            </a:custGeom>
            <a:solidFill>
              <a:schemeClr val="tx2"/>
            </a:solidFill>
            <a:ln w="34492" cap="flat">
              <a:solidFill>
                <a:srgbClr val="042E4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>
                <a:solidFill>
                  <a:srgbClr val="042E40"/>
                </a:solidFill>
              </a:endParaRPr>
            </a:p>
          </p:txBody>
        </p:sp>
        <p:sp>
          <p:nvSpPr>
            <p:cNvPr id="17" name="Gráfico 12">
              <a:extLst>
                <a:ext uri="{FF2B5EF4-FFF2-40B4-BE49-F238E27FC236}">
                  <a16:creationId xmlns:a16="http://schemas.microsoft.com/office/drawing/2014/main" id="{16C8BF7C-6AF4-49A5-96A6-A38CCB28FC08}"/>
                </a:ext>
              </a:extLst>
            </p:cNvPr>
            <p:cNvSpPr/>
            <p:nvPr/>
          </p:nvSpPr>
          <p:spPr>
            <a:xfrm>
              <a:off x="4376050" y="2143954"/>
              <a:ext cx="534999" cy="11522"/>
            </a:xfrm>
            <a:custGeom>
              <a:avLst/>
              <a:gdLst>
                <a:gd name="connsiteX0" fmla="*/ 354 w 534999"/>
                <a:gd name="connsiteY0" fmla="*/ 118 h 11522"/>
                <a:gd name="connsiteX1" fmla="*/ 535353 w 534999"/>
                <a:gd name="connsiteY1" fmla="*/ 118 h 1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4999" h="11522">
                  <a:moveTo>
                    <a:pt x="354" y="118"/>
                  </a:moveTo>
                  <a:lnTo>
                    <a:pt x="535353" y="118"/>
                  </a:lnTo>
                </a:path>
              </a:pathLst>
            </a:custGeom>
            <a:solidFill>
              <a:schemeClr val="tx2"/>
            </a:solidFill>
            <a:ln w="34492" cap="flat">
              <a:solidFill>
                <a:srgbClr val="042E4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>
                <a:solidFill>
                  <a:srgbClr val="042E40"/>
                </a:solidFill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981D9885-BA0E-451E-97C1-33BE3B1E9506}"/>
                </a:ext>
              </a:extLst>
            </p:cNvPr>
            <p:cNvGrpSpPr/>
            <p:nvPr/>
          </p:nvGrpSpPr>
          <p:grpSpPr>
            <a:xfrm>
              <a:off x="321136" y="2397328"/>
              <a:ext cx="4536777" cy="220238"/>
              <a:chOff x="351364" y="2261301"/>
              <a:chExt cx="4536777" cy="220238"/>
            </a:xfrm>
            <a:solidFill>
              <a:srgbClr val="042E40"/>
            </a:solidFill>
          </p:grpSpPr>
          <p:grpSp>
            <p:nvGrpSpPr>
              <p:cNvPr id="20" name="Gráfico 12">
                <a:extLst>
                  <a:ext uri="{FF2B5EF4-FFF2-40B4-BE49-F238E27FC236}">
                    <a16:creationId xmlns:a16="http://schemas.microsoft.com/office/drawing/2014/main" id="{BE6CF530-FFE0-4549-AF74-75981761440C}"/>
                  </a:ext>
                </a:extLst>
              </p:cNvPr>
              <p:cNvGrpSpPr/>
              <p:nvPr/>
            </p:nvGrpSpPr>
            <p:grpSpPr>
              <a:xfrm>
                <a:off x="351364" y="2261301"/>
                <a:ext cx="2669410" cy="220238"/>
                <a:chOff x="351394" y="2672378"/>
                <a:chExt cx="2669410" cy="220238"/>
              </a:xfrm>
              <a:grpFill/>
            </p:grpSpPr>
            <p:sp>
              <p:nvSpPr>
                <p:cNvPr id="38" name="Gráfico 12">
                  <a:extLst>
                    <a:ext uri="{FF2B5EF4-FFF2-40B4-BE49-F238E27FC236}">
                      <a16:creationId xmlns:a16="http://schemas.microsoft.com/office/drawing/2014/main" id="{9D30EDD2-994B-454F-9A87-1462C57187A8}"/>
                    </a:ext>
                  </a:extLst>
                </p:cNvPr>
                <p:cNvSpPr/>
                <p:nvPr/>
              </p:nvSpPr>
              <p:spPr>
                <a:xfrm>
                  <a:off x="351394" y="2679759"/>
                  <a:ext cx="155755" cy="167530"/>
                </a:xfrm>
                <a:custGeom>
                  <a:avLst/>
                  <a:gdLst>
                    <a:gd name="connsiteX0" fmla="*/ 10 w 155755"/>
                    <a:gd name="connsiteY0" fmla="*/ 87163 h 167530"/>
                    <a:gd name="connsiteX1" fmla="*/ 81811 w 155755"/>
                    <a:gd name="connsiteY1" fmla="*/ 167688 h 167530"/>
                    <a:gd name="connsiteX2" fmla="*/ 150400 w 155755"/>
                    <a:gd name="connsiteY2" fmla="*/ 149368 h 167530"/>
                    <a:gd name="connsiteX3" fmla="*/ 155766 w 155755"/>
                    <a:gd name="connsiteY3" fmla="*/ 126008 h 167530"/>
                    <a:gd name="connsiteX4" fmla="*/ 153647 w 155755"/>
                    <a:gd name="connsiteY4" fmla="*/ 123712 h 167530"/>
                    <a:gd name="connsiteX5" fmla="*/ 150670 w 155755"/>
                    <a:gd name="connsiteY5" fmla="*/ 126008 h 167530"/>
                    <a:gd name="connsiteX6" fmla="*/ 149724 w 155755"/>
                    <a:gd name="connsiteY6" fmla="*/ 128573 h 167530"/>
                    <a:gd name="connsiteX7" fmla="*/ 87854 w 155755"/>
                    <a:gd name="connsiteY7" fmla="*/ 160486 h 167530"/>
                    <a:gd name="connsiteX8" fmla="*/ 20167 w 155755"/>
                    <a:gd name="connsiteY8" fmla="*/ 79961 h 167530"/>
                    <a:gd name="connsiteX9" fmla="*/ 87133 w 155755"/>
                    <a:gd name="connsiteY9" fmla="*/ 6864 h 167530"/>
                    <a:gd name="connsiteX10" fmla="*/ 140209 w 155755"/>
                    <a:gd name="connsiteY10" fmla="*/ 34861 h 167530"/>
                    <a:gd name="connsiteX11" fmla="*/ 149047 w 155755"/>
                    <a:gd name="connsiteY11" fmla="*/ 49219 h 167530"/>
                    <a:gd name="connsiteX12" fmla="*/ 153196 w 155755"/>
                    <a:gd name="connsiteY12" fmla="*/ 54305 h 167530"/>
                    <a:gd name="connsiteX13" fmla="*/ 155541 w 155755"/>
                    <a:gd name="connsiteY13" fmla="*/ 49669 h 167530"/>
                    <a:gd name="connsiteX14" fmla="*/ 154143 w 155755"/>
                    <a:gd name="connsiteY14" fmla="*/ 24913 h 167530"/>
                    <a:gd name="connsiteX15" fmla="*/ 151347 w 155755"/>
                    <a:gd name="connsiteY15" fmla="*/ 15641 h 167530"/>
                    <a:gd name="connsiteX16" fmla="*/ 145800 w 155755"/>
                    <a:gd name="connsiteY16" fmla="*/ 17981 h 167530"/>
                    <a:gd name="connsiteX17" fmla="*/ 83660 w 155755"/>
                    <a:gd name="connsiteY17" fmla="*/ 157 h 167530"/>
                    <a:gd name="connsiteX18" fmla="*/ 10 w 155755"/>
                    <a:gd name="connsiteY18" fmla="*/ 87163 h 1675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55755" h="167530">
                      <a:moveTo>
                        <a:pt x="10" y="87163"/>
                      </a:moveTo>
                      <a:cubicBezTo>
                        <a:pt x="10" y="134335"/>
                        <a:pt x="33155" y="167688"/>
                        <a:pt x="81811" y="167688"/>
                      </a:cubicBezTo>
                      <a:cubicBezTo>
                        <a:pt x="133490" y="167688"/>
                        <a:pt x="150174" y="150313"/>
                        <a:pt x="150400" y="149368"/>
                      </a:cubicBezTo>
                      <a:lnTo>
                        <a:pt x="155766" y="126008"/>
                      </a:lnTo>
                      <a:cubicBezTo>
                        <a:pt x="155766" y="124882"/>
                        <a:pt x="154819" y="123712"/>
                        <a:pt x="153647" y="123712"/>
                      </a:cubicBezTo>
                      <a:cubicBezTo>
                        <a:pt x="152023" y="123937"/>
                        <a:pt x="151347" y="124612"/>
                        <a:pt x="150670" y="126008"/>
                      </a:cubicBezTo>
                      <a:cubicBezTo>
                        <a:pt x="150400" y="126728"/>
                        <a:pt x="150174" y="127628"/>
                        <a:pt x="149724" y="128573"/>
                      </a:cubicBezTo>
                      <a:cubicBezTo>
                        <a:pt x="146026" y="136675"/>
                        <a:pt x="125373" y="160486"/>
                        <a:pt x="87854" y="160486"/>
                      </a:cubicBezTo>
                      <a:cubicBezTo>
                        <a:pt x="43120" y="160486"/>
                        <a:pt x="20167" y="120021"/>
                        <a:pt x="20167" y="79961"/>
                      </a:cubicBezTo>
                      <a:cubicBezTo>
                        <a:pt x="20167" y="36706"/>
                        <a:pt x="42173" y="6864"/>
                        <a:pt x="87133" y="6864"/>
                      </a:cubicBezTo>
                      <a:cubicBezTo>
                        <a:pt x="116354" y="6864"/>
                        <a:pt x="131190" y="22122"/>
                        <a:pt x="140209" y="34861"/>
                      </a:cubicBezTo>
                      <a:cubicBezTo>
                        <a:pt x="144177" y="40397"/>
                        <a:pt x="147649" y="45528"/>
                        <a:pt x="149047" y="49219"/>
                      </a:cubicBezTo>
                      <a:cubicBezTo>
                        <a:pt x="150174" y="52460"/>
                        <a:pt x="151798" y="54305"/>
                        <a:pt x="153196" y="54305"/>
                      </a:cubicBezTo>
                      <a:cubicBezTo>
                        <a:pt x="155270" y="54305"/>
                        <a:pt x="155541" y="51740"/>
                        <a:pt x="155541" y="49669"/>
                      </a:cubicBezTo>
                      <a:cubicBezTo>
                        <a:pt x="155541" y="49219"/>
                        <a:pt x="154594" y="35311"/>
                        <a:pt x="154143" y="24913"/>
                      </a:cubicBezTo>
                      <a:cubicBezTo>
                        <a:pt x="153917" y="20052"/>
                        <a:pt x="153647" y="15641"/>
                        <a:pt x="151347" y="15641"/>
                      </a:cubicBezTo>
                      <a:cubicBezTo>
                        <a:pt x="149047" y="15641"/>
                        <a:pt x="147649" y="17981"/>
                        <a:pt x="145800" y="17981"/>
                      </a:cubicBezTo>
                      <a:cubicBezTo>
                        <a:pt x="138811" y="17981"/>
                        <a:pt x="127221" y="157"/>
                        <a:pt x="83660" y="157"/>
                      </a:cubicBezTo>
                      <a:cubicBezTo>
                        <a:pt x="33831" y="157"/>
                        <a:pt x="10" y="39947"/>
                        <a:pt x="10" y="8716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9" name="Gráfico 12">
                  <a:extLst>
                    <a:ext uri="{FF2B5EF4-FFF2-40B4-BE49-F238E27FC236}">
                      <a16:creationId xmlns:a16="http://schemas.microsoft.com/office/drawing/2014/main" id="{889BFE6C-D5D7-416F-BA02-D86BE5E6ADEC}"/>
                    </a:ext>
                  </a:extLst>
                </p:cNvPr>
                <p:cNvSpPr/>
                <p:nvPr/>
              </p:nvSpPr>
              <p:spPr>
                <a:xfrm>
                  <a:off x="520573" y="2745475"/>
                  <a:ext cx="87843" cy="101814"/>
                </a:xfrm>
                <a:custGeom>
                  <a:avLst/>
                  <a:gdLst>
                    <a:gd name="connsiteX0" fmla="*/ 25 w 87843"/>
                    <a:gd name="connsiteY0" fmla="*/ 54305 h 101814"/>
                    <a:gd name="connsiteX1" fmla="*/ 46833 w 87843"/>
                    <a:gd name="connsiteY1" fmla="*/ 101972 h 101814"/>
                    <a:gd name="connsiteX2" fmla="*/ 87869 w 87843"/>
                    <a:gd name="connsiteY2" fmla="*/ 79736 h 101814"/>
                    <a:gd name="connsiteX3" fmla="*/ 86922 w 87843"/>
                    <a:gd name="connsiteY3" fmla="*/ 78341 h 101814"/>
                    <a:gd name="connsiteX4" fmla="*/ 54228 w 87843"/>
                    <a:gd name="connsiteY4" fmla="*/ 90404 h 101814"/>
                    <a:gd name="connsiteX5" fmla="*/ 16935 w 87843"/>
                    <a:gd name="connsiteY5" fmla="*/ 40892 h 101814"/>
                    <a:gd name="connsiteX6" fmla="*/ 81375 w 87843"/>
                    <a:gd name="connsiteY6" fmla="*/ 40892 h 101814"/>
                    <a:gd name="connsiteX7" fmla="*/ 86471 w 87843"/>
                    <a:gd name="connsiteY7" fmla="*/ 36931 h 101814"/>
                    <a:gd name="connsiteX8" fmla="*/ 45435 w 87843"/>
                    <a:gd name="connsiteY8" fmla="*/ 157 h 101814"/>
                    <a:gd name="connsiteX9" fmla="*/ 25 w 87843"/>
                    <a:gd name="connsiteY9" fmla="*/ 54305 h 101814"/>
                    <a:gd name="connsiteX10" fmla="*/ 16935 w 87843"/>
                    <a:gd name="connsiteY10" fmla="*/ 34635 h 101814"/>
                    <a:gd name="connsiteX11" fmla="*/ 41512 w 87843"/>
                    <a:gd name="connsiteY11" fmla="*/ 5468 h 101814"/>
                    <a:gd name="connsiteX12" fmla="*/ 67215 w 87843"/>
                    <a:gd name="connsiteY12" fmla="*/ 29999 h 101814"/>
                    <a:gd name="connsiteX13" fmla="*/ 63067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25" y="54305"/>
                      </a:moveTo>
                      <a:cubicBezTo>
                        <a:pt x="25" y="69789"/>
                        <a:pt x="12065" y="101972"/>
                        <a:pt x="46833" y="101972"/>
                      </a:cubicBezTo>
                      <a:cubicBezTo>
                        <a:pt x="67711" y="101972"/>
                        <a:pt x="87869" y="85543"/>
                        <a:pt x="87869" y="79736"/>
                      </a:cubicBezTo>
                      <a:cubicBezTo>
                        <a:pt x="87869" y="78836"/>
                        <a:pt x="87643" y="78341"/>
                        <a:pt x="86922" y="78341"/>
                      </a:cubicBezTo>
                      <a:cubicBezTo>
                        <a:pt x="81600" y="78341"/>
                        <a:pt x="74656" y="90404"/>
                        <a:pt x="54228" y="90404"/>
                      </a:cubicBezTo>
                      <a:cubicBezTo>
                        <a:pt x="39392" y="90404"/>
                        <a:pt x="16935" y="78116"/>
                        <a:pt x="16935" y="40892"/>
                      </a:cubicBezTo>
                      <a:lnTo>
                        <a:pt x="81375" y="40892"/>
                      </a:lnTo>
                      <a:cubicBezTo>
                        <a:pt x="85524" y="40892"/>
                        <a:pt x="86471" y="39722"/>
                        <a:pt x="86471" y="36931"/>
                      </a:cubicBezTo>
                      <a:cubicBezTo>
                        <a:pt x="86471" y="27434"/>
                        <a:pt x="73709" y="157"/>
                        <a:pt x="45435" y="157"/>
                      </a:cubicBezTo>
                      <a:cubicBezTo>
                        <a:pt x="16214" y="157"/>
                        <a:pt x="25" y="25363"/>
                        <a:pt x="25" y="54305"/>
                      </a:cubicBezTo>
                      <a:close/>
                      <a:moveTo>
                        <a:pt x="16935" y="34635"/>
                      </a:moveTo>
                      <a:cubicBezTo>
                        <a:pt x="16935" y="21447"/>
                        <a:pt x="27577" y="5468"/>
                        <a:pt x="41512" y="5468"/>
                      </a:cubicBezTo>
                      <a:cubicBezTo>
                        <a:pt x="54499" y="5468"/>
                        <a:pt x="67215" y="17261"/>
                        <a:pt x="67215" y="29999"/>
                      </a:cubicBezTo>
                      <a:cubicBezTo>
                        <a:pt x="67215" y="33015"/>
                        <a:pt x="66088" y="34635"/>
                        <a:pt x="63067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0" name="Gráfico 12">
                  <a:extLst>
                    <a:ext uri="{FF2B5EF4-FFF2-40B4-BE49-F238E27FC236}">
                      <a16:creationId xmlns:a16="http://schemas.microsoft.com/office/drawing/2014/main" id="{15757D0A-8986-4858-A6BA-224EE3C65D8D}"/>
                    </a:ext>
                  </a:extLst>
                </p:cNvPr>
                <p:cNvSpPr/>
                <p:nvPr/>
              </p:nvSpPr>
              <p:spPr>
                <a:xfrm>
                  <a:off x="624150" y="2672378"/>
                  <a:ext cx="51903" cy="173291"/>
                </a:xfrm>
                <a:custGeom>
                  <a:avLst/>
                  <a:gdLst>
                    <a:gd name="connsiteX0" fmla="*/ 34 w 51903"/>
                    <a:gd name="connsiteY0" fmla="*/ 14246 h 173291"/>
                    <a:gd name="connsiteX1" fmla="*/ 15817 w 51903"/>
                    <a:gd name="connsiteY1" fmla="*/ 26759 h 173291"/>
                    <a:gd name="connsiteX2" fmla="*/ 15817 w 51903"/>
                    <a:gd name="connsiteY2" fmla="*/ 157245 h 173291"/>
                    <a:gd name="connsiteX3" fmla="*/ 4453 w 51903"/>
                    <a:gd name="connsiteY3" fmla="*/ 170433 h 173291"/>
                    <a:gd name="connsiteX4" fmla="*/ 7204 w 51903"/>
                    <a:gd name="connsiteY4" fmla="*/ 173449 h 173291"/>
                    <a:gd name="connsiteX5" fmla="*/ 25286 w 51903"/>
                    <a:gd name="connsiteY5" fmla="*/ 172504 h 173291"/>
                    <a:gd name="connsiteX6" fmla="*/ 46842 w 51903"/>
                    <a:gd name="connsiteY6" fmla="*/ 173449 h 173291"/>
                    <a:gd name="connsiteX7" fmla="*/ 51937 w 51903"/>
                    <a:gd name="connsiteY7" fmla="*/ 170208 h 173291"/>
                    <a:gd name="connsiteX8" fmla="*/ 32727 w 51903"/>
                    <a:gd name="connsiteY8" fmla="*/ 154904 h 173291"/>
                    <a:gd name="connsiteX9" fmla="*/ 32727 w 51903"/>
                    <a:gd name="connsiteY9" fmla="*/ 3623 h 173291"/>
                    <a:gd name="connsiteX10" fmla="*/ 29931 w 51903"/>
                    <a:gd name="connsiteY10" fmla="*/ 157 h 173291"/>
                    <a:gd name="connsiteX11" fmla="*/ 3957 w 51903"/>
                    <a:gd name="connsiteY11" fmla="*/ 11230 h 173291"/>
                    <a:gd name="connsiteX12" fmla="*/ 34 w 51903"/>
                    <a:gd name="connsiteY12" fmla="*/ 14246 h 173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903" h="173291">
                      <a:moveTo>
                        <a:pt x="34" y="14246"/>
                      </a:moveTo>
                      <a:cubicBezTo>
                        <a:pt x="34" y="19107"/>
                        <a:pt x="15817" y="13075"/>
                        <a:pt x="15817" y="26759"/>
                      </a:cubicBezTo>
                      <a:lnTo>
                        <a:pt x="15817" y="157245"/>
                      </a:lnTo>
                      <a:cubicBezTo>
                        <a:pt x="15817" y="168093"/>
                        <a:pt x="4453" y="166697"/>
                        <a:pt x="4453" y="170433"/>
                      </a:cubicBezTo>
                      <a:cubicBezTo>
                        <a:pt x="4453" y="172504"/>
                        <a:pt x="5355" y="173449"/>
                        <a:pt x="7204" y="173449"/>
                      </a:cubicBezTo>
                      <a:cubicBezTo>
                        <a:pt x="9774" y="173449"/>
                        <a:pt x="13697" y="172504"/>
                        <a:pt x="25286" y="172504"/>
                      </a:cubicBezTo>
                      <a:cubicBezTo>
                        <a:pt x="36425" y="172504"/>
                        <a:pt x="42693" y="173449"/>
                        <a:pt x="46842" y="173449"/>
                      </a:cubicBezTo>
                      <a:cubicBezTo>
                        <a:pt x="50088" y="173449"/>
                        <a:pt x="51937" y="172954"/>
                        <a:pt x="51937" y="170208"/>
                      </a:cubicBezTo>
                      <a:cubicBezTo>
                        <a:pt x="51937" y="163952"/>
                        <a:pt x="32727" y="170433"/>
                        <a:pt x="32727" y="154904"/>
                      </a:cubicBezTo>
                      <a:lnTo>
                        <a:pt x="32727" y="3623"/>
                      </a:lnTo>
                      <a:cubicBezTo>
                        <a:pt x="32727" y="2228"/>
                        <a:pt x="31780" y="157"/>
                        <a:pt x="29931" y="157"/>
                      </a:cubicBezTo>
                      <a:cubicBezTo>
                        <a:pt x="25061" y="157"/>
                        <a:pt x="18793" y="7764"/>
                        <a:pt x="3957" y="11230"/>
                      </a:cubicBezTo>
                      <a:cubicBezTo>
                        <a:pt x="1206" y="11950"/>
                        <a:pt x="34" y="12175"/>
                        <a:pt x="34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1" name="Gráfico 12">
                  <a:extLst>
                    <a:ext uri="{FF2B5EF4-FFF2-40B4-BE49-F238E27FC236}">
                      <a16:creationId xmlns:a16="http://schemas.microsoft.com/office/drawing/2014/main" id="{6CD8E138-5E84-4C5C-A9C6-0BDF387144E0}"/>
                    </a:ext>
                  </a:extLst>
                </p:cNvPr>
                <p:cNvSpPr/>
                <p:nvPr/>
              </p:nvSpPr>
              <p:spPr>
                <a:xfrm>
                  <a:off x="687903" y="2745475"/>
                  <a:ext cx="87843" cy="101814"/>
                </a:xfrm>
                <a:custGeom>
                  <a:avLst/>
                  <a:gdLst>
                    <a:gd name="connsiteX0" fmla="*/ 39 w 87843"/>
                    <a:gd name="connsiteY0" fmla="*/ 54305 h 101814"/>
                    <a:gd name="connsiteX1" fmla="*/ 46847 w 87843"/>
                    <a:gd name="connsiteY1" fmla="*/ 101972 h 101814"/>
                    <a:gd name="connsiteX2" fmla="*/ 87883 w 87843"/>
                    <a:gd name="connsiteY2" fmla="*/ 79736 h 101814"/>
                    <a:gd name="connsiteX3" fmla="*/ 86936 w 87843"/>
                    <a:gd name="connsiteY3" fmla="*/ 78341 h 101814"/>
                    <a:gd name="connsiteX4" fmla="*/ 54243 w 87843"/>
                    <a:gd name="connsiteY4" fmla="*/ 90404 h 101814"/>
                    <a:gd name="connsiteX5" fmla="*/ 16950 w 87843"/>
                    <a:gd name="connsiteY5" fmla="*/ 40892 h 101814"/>
                    <a:gd name="connsiteX6" fmla="*/ 81389 w 87843"/>
                    <a:gd name="connsiteY6" fmla="*/ 40892 h 101814"/>
                    <a:gd name="connsiteX7" fmla="*/ 86485 w 87843"/>
                    <a:gd name="connsiteY7" fmla="*/ 36931 h 101814"/>
                    <a:gd name="connsiteX8" fmla="*/ 45449 w 87843"/>
                    <a:gd name="connsiteY8" fmla="*/ 157 h 101814"/>
                    <a:gd name="connsiteX9" fmla="*/ 39 w 87843"/>
                    <a:gd name="connsiteY9" fmla="*/ 54305 h 101814"/>
                    <a:gd name="connsiteX10" fmla="*/ 16950 w 87843"/>
                    <a:gd name="connsiteY10" fmla="*/ 34635 h 101814"/>
                    <a:gd name="connsiteX11" fmla="*/ 41526 w 87843"/>
                    <a:gd name="connsiteY11" fmla="*/ 5468 h 101814"/>
                    <a:gd name="connsiteX12" fmla="*/ 67230 w 87843"/>
                    <a:gd name="connsiteY12" fmla="*/ 29999 h 101814"/>
                    <a:gd name="connsiteX13" fmla="*/ 63081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39" y="54305"/>
                      </a:moveTo>
                      <a:cubicBezTo>
                        <a:pt x="39" y="69789"/>
                        <a:pt x="12079" y="101972"/>
                        <a:pt x="46847" y="101972"/>
                      </a:cubicBezTo>
                      <a:cubicBezTo>
                        <a:pt x="67726" y="101972"/>
                        <a:pt x="87883" y="85543"/>
                        <a:pt x="87883" y="79736"/>
                      </a:cubicBezTo>
                      <a:cubicBezTo>
                        <a:pt x="87883" y="78836"/>
                        <a:pt x="87658" y="78341"/>
                        <a:pt x="86936" y="78341"/>
                      </a:cubicBezTo>
                      <a:cubicBezTo>
                        <a:pt x="81615" y="78341"/>
                        <a:pt x="74670" y="90404"/>
                        <a:pt x="54243" y="90404"/>
                      </a:cubicBezTo>
                      <a:cubicBezTo>
                        <a:pt x="39407" y="90404"/>
                        <a:pt x="16950" y="78116"/>
                        <a:pt x="16950" y="40892"/>
                      </a:cubicBezTo>
                      <a:lnTo>
                        <a:pt x="81389" y="40892"/>
                      </a:lnTo>
                      <a:cubicBezTo>
                        <a:pt x="85538" y="40892"/>
                        <a:pt x="86485" y="39722"/>
                        <a:pt x="86485" y="36931"/>
                      </a:cubicBezTo>
                      <a:cubicBezTo>
                        <a:pt x="86485" y="27434"/>
                        <a:pt x="73723" y="157"/>
                        <a:pt x="45449" y="157"/>
                      </a:cubicBezTo>
                      <a:cubicBezTo>
                        <a:pt x="16228" y="157"/>
                        <a:pt x="39" y="25363"/>
                        <a:pt x="39" y="54305"/>
                      </a:cubicBezTo>
                      <a:close/>
                      <a:moveTo>
                        <a:pt x="16950" y="34635"/>
                      </a:moveTo>
                      <a:cubicBezTo>
                        <a:pt x="16950" y="21447"/>
                        <a:pt x="27592" y="5468"/>
                        <a:pt x="41526" y="5468"/>
                      </a:cubicBezTo>
                      <a:cubicBezTo>
                        <a:pt x="54513" y="5468"/>
                        <a:pt x="67230" y="17261"/>
                        <a:pt x="67230" y="29999"/>
                      </a:cubicBezTo>
                      <a:cubicBezTo>
                        <a:pt x="67230" y="33015"/>
                        <a:pt x="66102" y="34635"/>
                        <a:pt x="63081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2" name="Gráfico 12">
                  <a:extLst>
                    <a:ext uri="{FF2B5EF4-FFF2-40B4-BE49-F238E27FC236}">
                      <a16:creationId xmlns:a16="http://schemas.microsoft.com/office/drawing/2014/main" id="{708F78EA-665A-43F7-BEA0-DB1C9B91B37B}"/>
                    </a:ext>
                  </a:extLst>
                </p:cNvPr>
                <p:cNvSpPr/>
                <p:nvPr/>
              </p:nvSpPr>
              <p:spPr>
                <a:xfrm>
                  <a:off x="785934" y="2672378"/>
                  <a:ext cx="105430" cy="174912"/>
                </a:xfrm>
                <a:custGeom>
                  <a:avLst/>
                  <a:gdLst>
                    <a:gd name="connsiteX0" fmla="*/ 48 w 105430"/>
                    <a:gd name="connsiteY0" fmla="*/ 14246 h 174912"/>
                    <a:gd name="connsiteX1" fmla="*/ 15786 w 105430"/>
                    <a:gd name="connsiteY1" fmla="*/ 26759 h 174912"/>
                    <a:gd name="connsiteX2" fmla="*/ 15786 w 105430"/>
                    <a:gd name="connsiteY2" fmla="*/ 160711 h 174912"/>
                    <a:gd name="connsiteX3" fmla="*/ 15110 w 105430"/>
                    <a:gd name="connsiteY3" fmla="*/ 172279 h 174912"/>
                    <a:gd name="connsiteX4" fmla="*/ 17184 w 105430"/>
                    <a:gd name="connsiteY4" fmla="*/ 175069 h 174912"/>
                    <a:gd name="connsiteX5" fmla="*/ 25752 w 105430"/>
                    <a:gd name="connsiteY5" fmla="*/ 162331 h 174912"/>
                    <a:gd name="connsiteX6" fmla="*/ 57498 w 105430"/>
                    <a:gd name="connsiteY6" fmla="*/ 175069 h 174912"/>
                    <a:gd name="connsiteX7" fmla="*/ 105479 w 105430"/>
                    <a:gd name="connsiteY7" fmla="*/ 119751 h 174912"/>
                    <a:gd name="connsiteX8" fmla="*/ 66111 w 105430"/>
                    <a:gd name="connsiteY8" fmla="*/ 73255 h 174912"/>
                    <a:gd name="connsiteX9" fmla="*/ 32696 w 105430"/>
                    <a:gd name="connsiteY9" fmla="*/ 88513 h 174912"/>
                    <a:gd name="connsiteX10" fmla="*/ 32696 w 105430"/>
                    <a:gd name="connsiteY10" fmla="*/ 3623 h 174912"/>
                    <a:gd name="connsiteX11" fmla="*/ 29946 w 105430"/>
                    <a:gd name="connsiteY11" fmla="*/ 157 h 174912"/>
                    <a:gd name="connsiteX12" fmla="*/ 3971 w 105430"/>
                    <a:gd name="connsiteY12" fmla="*/ 11230 h 174912"/>
                    <a:gd name="connsiteX13" fmla="*/ 48 w 105430"/>
                    <a:gd name="connsiteY13" fmla="*/ 14246 h 174912"/>
                    <a:gd name="connsiteX14" fmla="*/ 32696 w 105430"/>
                    <a:gd name="connsiteY14" fmla="*/ 102647 h 174912"/>
                    <a:gd name="connsiteX15" fmla="*/ 33192 w 105430"/>
                    <a:gd name="connsiteY15" fmla="*/ 95940 h 174912"/>
                    <a:gd name="connsiteX16" fmla="*/ 55424 w 105430"/>
                    <a:gd name="connsiteY16" fmla="*/ 83877 h 174912"/>
                    <a:gd name="connsiteX17" fmla="*/ 93889 w 105430"/>
                    <a:gd name="connsiteY17" fmla="*/ 132264 h 174912"/>
                    <a:gd name="connsiteX18" fmla="*/ 61016 w 105430"/>
                    <a:gd name="connsiteY18" fmla="*/ 169938 h 174912"/>
                    <a:gd name="connsiteX19" fmla="*/ 32696 w 105430"/>
                    <a:gd name="connsiteY19" fmla="*/ 148423 h 174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5430" h="174912">
                      <a:moveTo>
                        <a:pt x="48" y="14246"/>
                      </a:moveTo>
                      <a:cubicBezTo>
                        <a:pt x="48" y="19107"/>
                        <a:pt x="15786" y="13075"/>
                        <a:pt x="15786" y="26759"/>
                      </a:cubicBezTo>
                      <a:lnTo>
                        <a:pt x="15786" y="160711"/>
                      </a:lnTo>
                      <a:cubicBezTo>
                        <a:pt x="15786" y="164402"/>
                        <a:pt x="15110" y="170433"/>
                        <a:pt x="15110" y="172279"/>
                      </a:cubicBezTo>
                      <a:cubicBezTo>
                        <a:pt x="15110" y="174574"/>
                        <a:pt x="16237" y="175069"/>
                        <a:pt x="17184" y="175069"/>
                      </a:cubicBezTo>
                      <a:cubicBezTo>
                        <a:pt x="20656" y="175069"/>
                        <a:pt x="23678" y="162556"/>
                        <a:pt x="25752" y="162331"/>
                      </a:cubicBezTo>
                      <a:cubicBezTo>
                        <a:pt x="27871" y="162106"/>
                        <a:pt x="40137" y="175069"/>
                        <a:pt x="57498" y="175069"/>
                      </a:cubicBezTo>
                      <a:cubicBezTo>
                        <a:pt x="91139" y="175069"/>
                        <a:pt x="105479" y="147973"/>
                        <a:pt x="105479" y="119751"/>
                      </a:cubicBezTo>
                      <a:cubicBezTo>
                        <a:pt x="105479" y="85273"/>
                        <a:pt x="82300" y="73255"/>
                        <a:pt x="66111" y="73255"/>
                      </a:cubicBezTo>
                      <a:cubicBezTo>
                        <a:pt x="56371" y="73255"/>
                        <a:pt x="45007" y="76946"/>
                        <a:pt x="32696" y="88513"/>
                      </a:cubicBezTo>
                      <a:lnTo>
                        <a:pt x="32696" y="3623"/>
                      </a:lnTo>
                      <a:cubicBezTo>
                        <a:pt x="32696" y="2228"/>
                        <a:pt x="31795" y="157"/>
                        <a:pt x="29946" y="157"/>
                      </a:cubicBezTo>
                      <a:cubicBezTo>
                        <a:pt x="24850" y="157"/>
                        <a:pt x="19484" y="7539"/>
                        <a:pt x="3971" y="11230"/>
                      </a:cubicBezTo>
                      <a:cubicBezTo>
                        <a:pt x="2122" y="11725"/>
                        <a:pt x="48" y="11950"/>
                        <a:pt x="48" y="14246"/>
                      </a:cubicBezTo>
                      <a:close/>
                      <a:moveTo>
                        <a:pt x="32696" y="102647"/>
                      </a:moveTo>
                      <a:cubicBezTo>
                        <a:pt x="32696" y="100081"/>
                        <a:pt x="32696" y="97786"/>
                        <a:pt x="33192" y="95940"/>
                      </a:cubicBezTo>
                      <a:cubicBezTo>
                        <a:pt x="33643" y="93600"/>
                        <a:pt x="46180" y="83877"/>
                        <a:pt x="55424" y="83877"/>
                      </a:cubicBezTo>
                      <a:cubicBezTo>
                        <a:pt x="80226" y="83877"/>
                        <a:pt x="93889" y="110254"/>
                        <a:pt x="93889" y="132264"/>
                      </a:cubicBezTo>
                      <a:cubicBezTo>
                        <a:pt x="93889" y="152609"/>
                        <a:pt x="82075" y="169938"/>
                        <a:pt x="61016" y="169938"/>
                      </a:cubicBezTo>
                      <a:cubicBezTo>
                        <a:pt x="50328" y="169938"/>
                        <a:pt x="32696" y="160486"/>
                        <a:pt x="32696" y="14842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3" name="Gráfico 12">
                  <a:extLst>
                    <a:ext uri="{FF2B5EF4-FFF2-40B4-BE49-F238E27FC236}">
                      <a16:creationId xmlns:a16="http://schemas.microsoft.com/office/drawing/2014/main" id="{E1950F6F-99EA-4956-953C-9A80C854B0C0}"/>
                    </a:ext>
                  </a:extLst>
                </p:cNvPr>
                <p:cNvSpPr/>
                <p:nvPr/>
              </p:nvSpPr>
              <p:spPr>
                <a:xfrm>
                  <a:off x="902941" y="2743630"/>
                  <a:ext cx="72331" cy="102039"/>
                </a:xfrm>
                <a:custGeom>
                  <a:avLst/>
                  <a:gdLst>
                    <a:gd name="connsiteX0" fmla="*/ 58 w 72331"/>
                    <a:gd name="connsiteY0" fmla="*/ 14246 h 102039"/>
                    <a:gd name="connsiteX1" fmla="*/ 16743 w 72331"/>
                    <a:gd name="connsiteY1" fmla="*/ 26759 h 102039"/>
                    <a:gd name="connsiteX2" fmla="*/ 16743 w 72331"/>
                    <a:gd name="connsiteY2" fmla="*/ 86893 h 102039"/>
                    <a:gd name="connsiteX3" fmla="*/ 4928 w 72331"/>
                    <a:gd name="connsiteY3" fmla="*/ 100081 h 102039"/>
                    <a:gd name="connsiteX4" fmla="*/ 7499 w 72331"/>
                    <a:gd name="connsiteY4" fmla="*/ 102197 h 102039"/>
                    <a:gd name="connsiteX5" fmla="*/ 28603 w 72331"/>
                    <a:gd name="connsiteY5" fmla="*/ 101252 h 102039"/>
                    <a:gd name="connsiteX6" fmla="*/ 50609 w 72331"/>
                    <a:gd name="connsiteY6" fmla="*/ 102197 h 102039"/>
                    <a:gd name="connsiteX7" fmla="*/ 54307 w 72331"/>
                    <a:gd name="connsiteY7" fmla="*/ 99631 h 102039"/>
                    <a:gd name="connsiteX8" fmla="*/ 33699 w 72331"/>
                    <a:gd name="connsiteY8" fmla="*/ 82032 h 102039"/>
                    <a:gd name="connsiteX9" fmla="*/ 33699 w 72331"/>
                    <a:gd name="connsiteY9" fmla="*/ 30900 h 102039"/>
                    <a:gd name="connsiteX10" fmla="*/ 48760 w 72331"/>
                    <a:gd name="connsiteY10" fmla="*/ 17486 h 102039"/>
                    <a:gd name="connsiteX11" fmla="*/ 64047 w 72331"/>
                    <a:gd name="connsiteY11" fmla="*/ 22798 h 102039"/>
                    <a:gd name="connsiteX12" fmla="*/ 72390 w 72331"/>
                    <a:gd name="connsiteY12" fmla="*/ 12400 h 102039"/>
                    <a:gd name="connsiteX13" fmla="*/ 57103 w 72331"/>
                    <a:gd name="connsiteY13" fmla="*/ 2003 h 102039"/>
                    <a:gd name="connsiteX14" fmla="*/ 34149 w 72331"/>
                    <a:gd name="connsiteY14" fmla="*/ 21222 h 102039"/>
                    <a:gd name="connsiteX15" fmla="*/ 33699 w 72331"/>
                    <a:gd name="connsiteY15" fmla="*/ 21222 h 102039"/>
                    <a:gd name="connsiteX16" fmla="*/ 33699 w 72331"/>
                    <a:gd name="connsiteY16" fmla="*/ 3623 h 102039"/>
                    <a:gd name="connsiteX17" fmla="*/ 30903 w 72331"/>
                    <a:gd name="connsiteY17" fmla="*/ 157 h 102039"/>
                    <a:gd name="connsiteX18" fmla="*/ 14669 w 72331"/>
                    <a:gd name="connsiteY18" fmla="*/ 8034 h 102039"/>
                    <a:gd name="connsiteX19" fmla="*/ 4252 w 72331"/>
                    <a:gd name="connsiteY19" fmla="*/ 11500 h 102039"/>
                    <a:gd name="connsiteX20" fmla="*/ 58 w 72331"/>
                    <a:gd name="connsiteY20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2331" h="102039">
                      <a:moveTo>
                        <a:pt x="58" y="14246"/>
                      </a:moveTo>
                      <a:cubicBezTo>
                        <a:pt x="58" y="19107"/>
                        <a:pt x="16743" y="13345"/>
                        <a:pt x="16743" y="26759"/>
                      </a:cubicBezTo>
                      <a:lnTo>
                        <a:pt x="16743" y="86893"/>
                      </a:lnTo>
                      <a:cubicBezTo>
                        <a:pt x="16743" y="96165"/>
                        <a:pt x="4928" y="95220"/>
                        <a:pt x="4928" y="100081"/>
                      </a:cubicBezTo>
                      <a:cubicBezTo>
                        <a:pt x="4928" y="101477"/>
                        <a:pt x="5650" y="102197"/>
                        <a:pt x="7499" y="102197"/>
                      </a:cubicBezTo>
                      <a:cubicBezTo>
                        <a:pt x="9573" y="102197"/>
                        <a:pt x="13045" y="101252"/>
                        <a:pt x="28603" y="101252"/>
                      </a:cubicBezTo>
                      <a:cubicBezTo>
                        <a:pt x="42266" y="101252"/>
                        <a:pt x="46911" y="102197"/>
                        <a:pt x="50609" y="102197"/>
                      </a:cubicBezTo>
                      <a:cubicBezTo>
                        <a:pt x="53134" y="102197"/>
                        <a:pt x="54307" y="101702"/>
                        <a:pt x="54307" y="99631"/>
                      </a:cubicBezTo>
                      <a:cubicBezTo>
                        <a:pt x="54307" y="92249"/>
                        <a:pt x="33699" y="103097"/>
                        <a:pt x="33699" y="82032"/>
                      </a:cubicBezTo>
                      <a:lnTo>
                        <a:pt x="33699" y="30900"/>
                      </a:lnTo>
                      <a:cubicBezTo>
                        <a:pt x="33699" y="28154"/>
                        <a:pt x="39471" y="17486"/>
                        <a:pt x="48760" y="17486"/>
                      </a:cubicBezTo>
                      <a:cubicBezTo>
                        <a:pt x="57103" y="17486"/>
                        <a:pt x="59402" y="22798"/>
                        <a:pt x="64047" y="22798"/>
                      </a:cubicBezTo>
                      <a:cubicBezTo>
                        <a:pt x="66843" y="22798"/>
                        <a:pt x="72390" y="15866"/>
                        <a:pt x="72390" y="12400"/>
                      </a:cubicBezTo>
                      <a:cubicBezTo>
                        <a:pt x="72390" y="8034"/>
                        <a:pt x="61973" y="2003"/>
                        <a:pt x="57103" y="2003"/>
                      </a:cubicBezTo>
                      <a:cubicBezTo>
                        <a:pt x="47137" y="2003"/>
                        <a:pt x="38569" y="15191"/>
                        <a:pt x="34149" y="21222"/>
                      </a:cubicBezTo>
                      <a:lnTo>
                        <a:pt x="33699" y="21222"/>
                      </a:lnTo>
                      <a:lnTo>
                        <a:pt x="33699" y="3623"/>
                      </a:lnTo>
                      <a:cubicBezTo>
                        <a:pt x="33699" y="2228"/>
                        <a:pt x="32526" y="157"/>
                        <a:pt x="30903" y="157"/>
                      </a:cubicBezTo>
                      <a:cubicBezTo>
                        <a:pt x="27205" y="157"/>
                        <a:pt x="22335" y="4523"/>
                        <a:pt x="14669" y="8034"/>
                      </a:cubicBezTo>
                      <a:cubicBezTo>
                        <a:pt x="10746" y="9609"/>
                        <a:pt x="7048" y="10780"/>
                        <a:pt x="4252" y="11500"/>
                      </a:cubicBezTo>
                      <a:cubicBezTo>
                        <a:pt x="2178" y="11950"/>
                        <a:pt x="58" y="12400"/>
                        <a:pt x="58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4" name="Gráfico 12">
                  <a:extLst>
                    <a:ext uri="{FF2B5EF4-FFF2-40B4-BE49-F238E27FC236}">
                      <a16:creationId xmlns:a16="http://schemas.microsoft.com/office/drawing/2014/main" id="{5E339765-30AE-40D8-8A30-FC9089EBA275}"/>
                    </a:ext>
                  </a:extLst>
                </p:cNvPr>
                <p:cNvSpPr/>
                <p:nvPr/>
              </p:nvSpPr>
              <p:spPr>
                <a:xfrm>
                  <a:off x="983859" y="2745475"/>
                  <a:ext cx="87843" cy="101814"/>
                </a:xfrm>
                <a:custGeom>
                  <a:avLst/>
                  <a:gdLst>
                    <a:gd name="connsiteX0" fmla="*/ 65 w 87843"/>
                    <a:gd name="connsiteY0" fmla="*/ 54305 h 101814"/>
                    <a:gd name="connsiteX1" fmla="*/ 46873 w 87843"/>
                    <a:gd name="connsiteY1" fmla="*/ 101972 h 101814"/>
                    <a:gd name="connsiteX2" fmla="*/ 87909 w 87843"/>
                    <a:gd name="connsiteY2" fmla="*/ 79736 h 101814"/>
                    <a:gd name="connsiteX3" fmla="*/ 86962 w 87843"/>
                    <a:gd name="connsiteY3" fmla="*/ 78341 h 101814"/>
                    <a:gd name="connsiteX4" fmla="*/ 54268 w 87843"/>
                    <a:gd name="connsiteY4" fmla="*/ 90404 h 101814"/>
                    <a:gd name="connsiteX5" fmla="*/ 16975 w 87843"/>
                    <a:gd name="connsiteY5" fmla="*/ 40892 h 101814"/>
                    <a:gd name="connsiteX6" fmla="*/ 81415 w 87843"/>
                    <a:gd name="connsiteY6" fmla="*/ 40892 h 101814"/>
                    <a:gd name="connsiteX7" fmla="*/ 86511 w 87843"/>
                    <a:gd name="connsiteY7" fmla="*/ 36931 h 101814"/>
                    <a:gd name="connsiteX8" fmla="*/ 45475 w 87843"/>
                    <a:gd name="connsiteY8" fmla="*/ 157 h 101814"/>
                    <a:gd name="connsiteX9" fmla="*/ 65 w 87843"/>
                    <a:gd name="connsiteY9" fmla="*/ 54305 h 101814"/>
                    <a:gd name="connsiteX10" fmla="*/ 16975 w 87843"/>
                    <a:gd name="connsiteY10" fmla="*/ 34635 h 101814"/>
                    <a:gd name="connsiteX11" fmla="*/ 41552 w 87843"/>
                    <a:gd name="connsiteY11" fmla="*/ 5468 h 101814"/>
                    <a:gd name="connsiteX12" fmla="*/ 67255 w 87843"/>
                    <a:gd name="connsiteY12" fmla="*/ 29999 h 101814"/>
                    <a:gd name="connsiteX13" fmla="*/ 63107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65" y="54305"/>
                      </a:moveTo>
                      <a:cubicBezTo>
                        <a:pt x="65" y="69789"/>
                        <a:pt x="12105" y="101972"/>
                        <a:pt x="46873" y="101972"/>
                      </a:cubicBezTo>
                      <a:cubicBezTo>
                        <a:pt x="67751" y="101972"/>
                        <a:pt x="87909" y="85543"/>
                        <a:pt x="87909" y="79736"/>
                      </a:cubicBezTo>
                      <a:cubicBezTo>
                        <a:pt x="87909" y="78836"/>
                        <a:pt x="87683" y="78341"/>
                        <a:pt x="86962" y="78341"/>
                      </a:cubicBezTo>
                      <a:cubicBezTo>
                        <a:pt x="81641" y="78341"/>
                        <a:pt x="74696" y="90404"/>
                        <a:pt x="54268" y="90404"/>
                      </a:cubicBezTo>
                      <a:cubicBezTo>
                        <a:pt x="39432" y="90404"/>
                        <a:pt x="16975" y="78116"/>
                        <a:pt x="16975" y="40892"/>
                      </a:cubicBezTo>
                      <a:lnTo>
                        <a:pt x="81415" y="40892"/>
                      </a:lnTo>
                      <a:cubicBezTo>
                        <a:pt x="85564" y="40892"/>
                        <a:pt x="86511" y="39722"/>
                        <a:pt x="86511" y="36931"/>
                      </a:cubicBezTo>
                      <a:cubicBezTo>
                        <a:pt x="86511" y="27434"/>
                        <a:pt x="73749" y="157"/>
                        <a:pt x="45475" y="157"/>
                      </a:cubicBezTo>
                      <a:cubicBezTo>
                        <a:pt x="16254" y="157"/>
                        <a:pt x="65" y="25363"/>
                        <a:pt x="65" y="54305"/>
                      </a:cubicBezTo>
                      <a:close/>
                      <a:moveTo>
                        <a:pt x="16975" y="34635"/>
                      </a:moveTo>
                      <a:cubicBezTo>
                        <a:pt x="16975" y="21447"/>
                        <a:pt x="27617" y="5468"/>
                        <a:pt x="41552" y="5468"/>
                      </a:cubicBezTo>
                      <a:cubicBezTo>
                        <a:pt x="54539" y="5468"/>
                        <a:pt x="67255" y="17261"/>
                        <a:pt x="67255" y="29999"/>
                      </a:cubicBezTo>
                      <a:cubicBezTo>
                        <a:pt x="67255" y="33015"/>
                        <a:pt x="66128" y="34635"/>
                        <a:pt x="63107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5" name="Gráfico 12">
                  <a:extLst>
                    <a:ext uri="{FF2B5EF4-FFF2-40B4-BE49-F238E27FC236}">
                      <a16:creationId xmlns:a16="http://schemas.microsoft.com/office/drawing/2014/main" id="{FDE0FEB9-FC19-4BDE-BC85-9F72D6B8AC98}"/>
                    </a:ext>
                  </a:extLst>
                </p:cNvPr>
                <p:cNvSpPr/>
                <p:nvPr/>
              </p:nvSpPr>
              <p:spPr>
                <a:xfrm>
                  <a:off x="1084911" y="2743630"/>
                  <a:ext cx="172215" cy="102039"/>
                </a:xfrm>
                <a:custGeom>
                  <a:avLst/>
                  <a:gdLst>
                    <a:gd name="connsiteX0" fmla="*/ 74 w 172215"/>
                    <a:gd name="connsiteY0" fmla="*/ 14246 h 102039"/>
                    <a:gd name="connsiteX1" fmla="*/ 14639 w 172215"/>
                    <a:gd name="connsiteY1" fmla="*/ 26534 h 102039"/>
                    <a:gd name="connsiteX2" fmla="*/ 14639 w 172215"/>
                    <a:gd name="connsiteY2" fmla="*/ 86668 h 102039"/>
                    <a:gd name="connsiteX3" fmla="*/ 5169 w 172215"/>
                    <a:gd name="connsiteY3" fmla="*/ 99181 h 102039"/>
                    <a:gd name="connsiteX4" fmla="*/ 7920 w 172215"/>
                    <a:gd name="connsiteY4" fmla="*/ 102197 h 102039"/>
                    <a:gd name="connsiteX5" fmla="*/ 25101 w 172215"/>
                    <a:gd name="connsiteY5" fmla="*/ 101252 h 102039"/>
                    <a:gd name="connsiteX6" fmla="*/ 45484 w 172215"/>
                    <a:gd name="connsiteY6" fmla="*/ 102197 h 102039"/>
                    <a:gd name="connsiteX7" fmla="*/ 49407 w 172215"/>
                    <a:gd name="connsiteY7" fmla="*/ 98956 h 102039"/>
                    <a:gd name="connsiteX8" fmla="*/ 31595 w 172215"/>
                    <a:gd name="connsiteY8" fmla="*/ 82977 h 102039"/>
                    <a:gd name="connsiteX9" fmla="*/ 31595 w 172215"/>
                    <a:gd name="connsiteY9" fmla="*/ 30449 h 102039"/>
                    <a:gd name="connsiteX10" fmla="*/ 53601 w 172215"/>
                    <a:gd name="connsiteY10" fmla="*/ 10555 h 102039"/>
                    <a:gd name="connsiteX11" fmla="*/ 76058 w 172215"/>
                    <a:gd name="connsiteY11" fmla="*/ 36931 h 102039"/>
                    <a:gd name="connsiteX12" fmla="*/ 76058 w 172215"/>
                    <a:gd name="connsiteY12" fmla="*/ 86668 h 102039"/>
                    <a:gd name="connsiteX13" fmla="*/ 66588 w 172215"/>
                    <a:gd name="connsiteY13" fmla="*/ 99181 h 102039"/>
                    <a:gd name="connsiteX14" fmla="*/ 69339 w 172215"/>
                    <a:gd name="connsiteY14" fmla="*/ 102197 h 102039"/>
                    <a:gd name="connsiteX15" fmla="*/ 86520 w 172215"/>
                    <a:gd name="connsiteY15" fmla="*/ 101252 h 102039"/>
                    <a:gd name="connsiteX16" fmla="*/ 106902 w 172215"/>
                    <a:gd name="connsiteY16" fmla="*/ 102197 h 102039"/>
                    <a:gd name="connsiteX17" fmla="*/ 110871 w 172215"/>
                    <a:gd name="connsiteY17" fmla="*/ 98956 h 102039"/>
                    <a:gd name="connsiteX18" fmla="*/ 93013 w 172215"/>
                    <a:gd name="connsiteY18" fmla="*/ 83427 h 102039"/>
                    <a:gd name="connsiteX19" fmla="*/ 93013 w 172215"/>
                    <a:gd name="connsiteY19" fmla="*/ 23293 h 102039"/>
                    <a:gd name="connsiteX20" fmla="*/ 113396 w 172215"/>
                    <a:gd name="connsiteY20" fmla="*/ 10555 h 102039"/>
                    <a:gd name="connsiteX21" fmla="*/ 137521 w 172215"/>
                    <a:gd name="connsiteY21" fmla="*/ 42467 h 102039"/>
                    <a:gd name="connsiteX22" fmla="*/ 137521 w 172215"/>
                    <a:gd name="connsiteY22" fmla="*/ 86668 h 102039"/>
                    <a:gd name="connsiteX23" fmla="*/ 128006 w 172215"/>
                    <a:gd name="connsiteY23" fmla="*/ 99181 h 102039"/>
                    <a:gd name="connsiteX24" fmla="*/ 130802 w 172215"/>
                    <a:gd name="connsiteY24" fmla="*/ 102197 h 102039"/>
                    <a:gd name="connsiteX25" fmla="*/ 147938 w 172215"/>
                    <a:gd name="connsiteY25" fmla="*/ 101252 h 102039"/>
                    <a:gd name="connsiteX26" fmla="*/ 168321 w 172215"/>
                    <a:gd name="connsiteY26" fmla="*/ 102197 h 102039"/>
                    <a:gd name="connsiteX27" fmla="*/ 172289 w 172215"/>
                    <a:gd name="connsiteY27" fmla="*/ 98956 h 102039"/>
                    <a:gd name="connsiteX28" fmla="*/ 154432 w 172215"/>
                    <a:gd name="connsiteY28" fmla="*/ 83652 h 102039"/>
                    <a:gd name="connsiteX29" fmla="*/ 154432 w 172215"/>
                    <a:gd name="connsiteY29" fmla="*/ 40847 h 102039"/>
                    <a:gd name="connsiteX30" fmla="*/ 121287 w 172215"/>
                    <a:gd name="connsiteY30" fmla="*/ 2003 h 102039"/>
                    <a:gd name="connsiteX31" fmla="*/ 89045 w 172215"/>
                    <a:gd name="connsiteY31" fmla="*/ 18882 h 102039"/>
                    <a:gd name="connsiteX32" fmla="*/ 59373 w 172215"/>
                    <a:gd name="connsiteY32" fmla="*/ 2003 h 102039"/>
                    <a:gd name="connsiteX33" fmla="*/ 31595 w 172215"/>
                    <a:gd name="connsiteY33" fmla="*/ 17261 h 102039"/>
                    <a:gd name="connsiteX34" fmla="*/ 31595 w 172215"/>
                    <a:gd name="connsiteY34" fmla="*/ 4793 h 102039"/>
                    <a:gd name="connsiteX35" fmla="*/ 28799 w 172215"/>
                    <a:gd name="connsiteY35" fmla="*/ 157 h 102039"/>
                    <a:gd name="connsiteX36" fmla="*/ 12790 w 172215"/>
                    <a:gd name="connsiteY36" fmla="*/ 8034 h 102039"/>
                    <a:gd name="connsiteX37" fmla="*/ 3771 w 172215"/>
                    <a:gd name="connsiteY37" fmla="*/ 11230 h 102039"/>
                    <a:gd name="connsiteX38" fmla="*/ 74 w 172215"/>
                    <a:gd name="connsiteY38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172215" h="102039">
                      <a:moveTo>
                        <a:pt x="74" y="14246"/>
                      </a:moveTo>
                      <a:cubicBezTo>
                        <a:pt x="74" y="19107"/>
                        <a:pt x="14639" y="13345"/>
                        <a:pt x="14639" y="26534"/>
                      </a:cubicBezTo>
                      <a:lnTo>
                        <a:pt x="14639" y="86668"/>
                      </a:lnTo>
                      <a:cubicBezTo>
                        <a:pt x="14639" y="96390"/>
                        <a:pt x="5169" y="95715"/>
                        <a:pt x="5169" y="99181"/>
                      </a:cubicBezTo>
                      <a:cubicBezTo>
                        <a:pt x="5169" y="101252"/>
                        <a:pt x="6071" y="102197"/>
                        <a:pt x="7920" y="102197"/>
                      </a:cubicBezTo>
                      <a:cubicBezTo>
                        <a:pt x="10716" y="102197"/>
                        <a:pt x="15586" y="101252"/>
                        <a:pt x="25101" y="101252"/>
                      </a:cubicBezTo>
                      <a:cubicBezTo>
                        <a:pt x="35067" y="101252"/>
                        <a:pt x="42012" y="102197"/>
                        <a:pt x="45484" y="102197"/>
                      </a:cubicBezTo>
                      <a:cubicBezTo>
                        <a:pt x="47784" y="102197"/>
                        <a:pt x="49407" y="101702"/>
                        <a:pt x="49407" y="98956"/>
                      </a:cubicBezTo>
                      <a:cubicBezTo>
                        <a:pt x="49407" y="92474"/>
                        <a:pt x="31595" y="99856"/>
                        <a:pt x="31595" y="82977"/>
                      </a:cubicBezTo>
                      <a:lnTo>
                        <a:pt x="31595" y="30449"/>
                      </a:lnTo>
                      <a:cubicBezTo>
                        <a:pt x="31595" y="16361"/>
                        <a:pt x="45033" y="10555"/>
                        <a:pt x="53601" y="10555"/>
                      </a:cubicBezTo>
                      <a:cubicBezTo>
                        <a:pt x="66813" y="10555"/>
                        <a:pt x="76058" y="21447"/>
                        <a:pt x="76058" y="36931"/>
                      </a:cubicBezTo>
                      <a:lnTo>
                        <a:pt x="76058" y="86668"/>
                      </a:lnTo>
                      <a:cubicBezTo>
                        <a:pt x="76058" y="96390"/>
                        <a:pt x="66588" y="95715"/>
                        <a:pt x="66588" y="99181"/>
                      </a:cubicBezTo>
                      <a:cubicBezTo>
                        <a:pt x="66588" y="101252"/>
                        <a:pt x="67490" y="102197"/>
                        <a:pt x="69339" y="102197"/>
                      </a:cubicBezTo>
                      <a:cubicBezTo>
                        <a:pt x="72135" y="102197"/>
                        <a:pt x="77005" y="101252"/>
                        <a:pt x="86520" y="101252"/>
                      </a:cubicBezTo>
                      <a:cubicBezTo>
                        <a:pt x="96486" y="101252"/>
                        <a:pt x="103430" y="102197"/>
                        <a:pt x="106902" y="102197"/>
                      </a:cubicBezTo>
                      <a:cubicBezTo>
                        <a:pt x="109247" y="102197"/>
                        <a:pt x="110871" y="101702"/>
                        <a:pt x="110871" y="98956"/>
                      </a:cubicBezTo>
                      <a:cubicBezTo>
                        <a:pt x="110871" y="92699"/>
                        <a:pt x="93013" y="99406"/>
                        <a:pt x="93013" y="83427"/>
                      </a:cubicBezTo>
                      <a:lnTo>
                        <a:pt x="93013" y="23293"/>
                      </a:lnTo>
                      <a:cubicBezTo>
                        <a:pt x="93013" y="20277"/>
                        <a:pt x="102258" y="10555"/>
                        <a:pt x="113396" y="10555"/>
                      </a:cubicBezTo>
                      <a:cubicBezTo>
                        <a:pt x="128006" y="10555"/>
                        <a:pt x="137521" y="21222"/>
                        <a:pt x="137521" y="42467"/>
                      </a:cubicBezTo>
                      <a:lnTo>
                        <a:pt x="137521" y="86668"/>
                      </a:lnTo>
                      <a:cubicBezTo>
                        <a:pt x="137521" y="96165"/>
                        <a:pt x="128006" y="95715"/>
                        <a:pt x="128006" y="99181"/>
                      </a:cubicBezTo>
                      <a:cubicBezTo>
                        <a:pt x="128006" y="101252"/>
                        <a:pt x="128908" y="102197"/>
                        <a:pt x="130802" y="102197"/>
                      </a:cubicBezTo>
                      <a:cubicBezTo>
                        <a:pt x="133553" y="102197"/>
                        <a:pt x="138423" y="101252"/>
                        <a:pt x="147938" y="101252"/>
                      </a:cubicBezTo>
                      <a:cubicBezTo>
                        <a:pt x="157904" y="101252"/>
                        <a:pt x="164849" y="102197"/>
                        <a:pt x="168321" y="102197"/>
                      </a:cubicBezTo>
                      <a:cubicBezTo>
                        <a:pt x="170666" y="102197"/>
                        <a:pt x="172289" y="101702"/>
                        <a:pt x="172289" y="98956"/>
                      </a:cubicBezTo>
                      <a:cubicBezTo>
                        <a:pt x="172289" y="92699"/>
                        <a:pt x="154432" y="99181"/>
                        <a:pt x="154432" y="83652"/>
                      </a:cubicBezTo>
                      <a:lnTo>
                        <a:pt x="154432" y="40847"/>
                      </a:lnTo>
                      <a:cubicBezTo>
                        <a:pt x="154432" y="16361"/>
                        <a:pt x="143068" y="2003"/>
                        <a:pt x="121287" y="2003"/>
                      </a:cubicBezTo>
                      <a:cubicBezTo>
                        <a:pt x="107128" y="2003"/>
                        <a:pt x="97162" y="6864"/>
                        <a:pt x="89045" y="18882"/>
                      </a:cubicBezTo>
                      <a:cubicBezTo>
                        <a:pt x="82326" y="7314"/>
                        <a:pt x="73983" y="2003"/>
                        <a:pt x="59373" y="2003"/>
                      </a:cubicBezTo>
                      <a:cubicBezTo>
                        <a:pt x="48731" y="2003"/>
                        <a:pt x="39441" y="8484"/>
                        <a:pt x="31595" y="17261"/>
                      </a:cubicBezTo>
                      <a:lnTo>
                        <a:pt x="31595" y="4793"/>
                      </a:lnTo>
                      <a:cubicBezTo>
                        <a:pt x="31595" y="1057"/>
                        <a:pt x="30197" y="157"/>
                        <a:pt x="28799" y="157"/>
                      </a:cubicBezTo>
                      <a:cubicBezTo>
                        <a:pt x="24876" y="157"/>
                        <a:pt x="20005" y="5018"/>
                        <a:pt x="12790" y="8034"/>
                      </a:cubicBezTo>
                      <a:cubicBezTo>
                        <a:pt x="9318" y="9384"/>
                        <a:pt x="8642" y="9879"/>
                        <a:pt x="3771" y="11230"/>
                      </a:cubicBezTo>
                      <a:cubicBezTo>
                        <a:pt x="1427" y="11950"/>
                        <a:pt x="74" y="12175"/>
                        <a:pt x="74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6" name="Gráfico 12">
                  <a:extLst>
                    <a:ext uri="{FF2B5EF4-FFF2-40B4-BE49-F238E27FC236}">
                      <a16:creationId xmlns:a16="http://schemas.microsoft.com/office/drawing/2014/main" id="{DD139CFD-BCE9-492F-A7A1-6F112D940120}"/>
                    </a:ext>
                  </a:extLst>
                </p:cNvPr>
                <p:cNvSpPr/>
                <p:nvPr/>
              </p:nvSpPr>
              <p:spPr>
                <a:xfrm>
                  <a:off x="1266347" y="2745475"/>
                  <a:ext cx="102003" cy="101814"/>
                </a:xfrm>
                <a:custGeom>
                  <a:avLst/>
                  <a:gdLst>
                    <a:gd name="connsiteX0" fmla="*/ 89 w 102003"/>
                    <a:gd name="connsiteY0" fmla="*/ 52910 h 101814"/>
                    <a:gd name="connsiteX1" fmla="*/ 52038 w 102003"/>
                    <a:gd name="connsiteY1" fmla="*/ 101972 h 101814"/>
                    <a:gd name="connsiteX2" fmla="*/ 102093 w 102003"/>
                    <a:gd name="connsiteY2" fmla="*/ 51740 h 101814"/>
                    <a:gd name="connsiteX3" fmla="*/ 51768 w 102003"/>
                    <a:gd name="connsiteY3" fmla="*/ 157 h 101814"/>
                    <a:gd name="connsiteX4" fmla="*/ 89 w 102003"/>
                    <a:gd name="connsiteY4" fmla="*/ 52910 h 101814"/>
                    <a:gd name="connsiteX5" fmla="*/ 48070 w 102003"/>
                    <a:gd name="connsiteY5" fmla="*/ 5243 h 101814"/>
                    <a:gd name="connsiteX6" fmla="*/ 85859 w 102003"/>
                    <a:gd name="connsiteY6" fmla="*/ 55205 h 101814"/>
                    <a:gd name="connsiteX7" fmla="*/ 54112 w 102003"/>
                    <a:gd name="connsiteY7" fmla="*/ 97111 h 101814"/>
                    <a:gd name="connsiteX8" fmla="*/ 16323 w 102003"/>
                    <a:gd name="connsiteY8" fmla="*/ 44808 h 101814"/>
                    <a:gd name="connsiteX9" fmla="*/ 48070 w 102003"/>
                    <a:gd name="connsiteY9" fmla="*/ 5243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2003" h="101814">
                      <a:moveTo>
                        <a:pt x="89" y="52910"/>
                      </a:moveTo>
                      <a:cubicBezTo>
                        <a:pt x="89" y="84147"/>
                        <a:pt x="21870" y="101972"/>
                        <a:pt x="52038" y="101972"/>
                      </a:cubicBezTo>
                      <a:cubicBezTo>
                        <a:pt x="80538" y="101972"/>
                        <a:pt x="102093" y="80186"/>
                        <a:pt x="102093" y="51740"/>
                      </a:cubicBezTo>
                      <a:cubicBezTo>
                        <a:pt x="102093" y="11725"/>
                        <a:pt x="73323" y="157"/>
                        <a:pt x="51768" y="157"/>
                      </a:cubicBezTo>
                      <a:cubicBezTo>
                        <a:pt x="22591" y="157"/>
                        <a:pt x="89" y="24463"/>
                        <a:pt x="89" y="52910"/>
                      </a:cubicBezTo>
                      <a:close/>
                      <a:moveTo>
                        <a:pt x="48070" y="5243"/>
                      </a:moveTo>
                      <a:cubicBezTo>
                        <a:pt x="76569" y="5243"/>
                        <a:pt x="85859" y="32295"/>
                        <a:pt x="85859" y="55205"/>
                      </a:cubicBezTo>
                      <a:cubicBezTo>
                        <a:pt x="85859" y="83427"/>
                        <a:pt x="73819" y="97111"/>
                        <a:pt x="54112" y="97111"/>
                      </a:cubicBezTo>
                      <a:cubicBezTo>
                        <a:pt x="26966" y="97111"/>
                        <a:pt x="16323" y="67268"/>
                        <a:pt x="16323" y="44808"/>
                      </a:cubicBezTo>
                      <a:cubicBezTo>
                        <a:pt x="16323" y="23068"/>
                        <a:pt x="27236" y="5243"/>
                        <a:pt x="48070" y="524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7" name="Gráfico 12">
                  <a:extLst>
                    <a:ext uri="{FF2B5EF4-FFF2-40B4-BE49-F238E27FC236}">
                      <a16:creationId xmlns:a16="http://schemas.microsoft.com/office/drawing/2014/main" id="{92890E89-289F-4BFB-9BAA-3D95D76FAC97}"/>
                    </a:ext>
                  </a:extLst>
                </p:cNvPr>
                <p:cNvSpPr/>
                <p:nvPr/>
              </p:nvSpPr>
              <p:spPr>
                <a:xfrm>
                  <a:off x="1382678" y="2745475"/>
                  <a:ext cx="62365" cy="101814"/>
                </a:xfrm>
                <a:custGeom>
                  <a:avLst/>
                  <a:gdLst>
                    <a:gd name="connsiteX0" fmla="*/ 1993 w 62365"/>
                    <a:gd name="connsiteY0" fmla="*/ 27929 h 101814"/>
                    <a:gd name="connsiteX1" fmla="*/ 30042 w 62365"/>
                    <a:gd name="connsiteY1" fmla="*/ 56601 h 101814"/>
                    <a:gd name="connsiteX2" fmla="*/ 51101 w 62365"/>
                    <a:gd name="connsiteY2" fmla="*/ 76946 h 101814"/>
                    <a:gd name="connsiteX3" fmla="*/ 30493 w 62365"/>
                    <a:gd name="connsiteY3" fmla="*/ 95940 h 101814"/>
                    <a:gd name="connsiteX4" fmla="*/ 2895 w 62365"/>
                    <a:gd name="connsiteY4" fmla="*/ 65378 h 101814"/>
                    <a:gd name="connsiteX5" fmla="*/ 99 w 62365"/>
                    <a:gd name="connsiteY5" fmla="*/ 72805 h 101814"/>
                    <a:gd name="connsiteX6" fmla="*/ 99 w 62365"/>
                    <a:gd name="connsiteY6" fmla="*/ 84823 h 101814"/>
                    <a:gd name="connsiteX7" fmla="*/ 4970 w 62365"/>
                    <a:gd name="connsiteY7" fmla="*/ 95220 h 101814"/>
                    <a:gd name="connsiteX8" fmla="*/ 30944 w 62365"/>
                    <a:gd name="connsiteY8" fmla="*/ 101972 h 101814"/>
                    <a:gd name="connsiteX9" fmla="*/ 62465 w 62365"/>
                    <a:gd name="connsiteY9" fmla="*/ 70239 h 101814"/>
                    <a:gd name="connsiteX10" fmla="*/ 50199 w 62365"/>
                    <a:gd name="connsiteY10" fmla="*/ 46203 h 101814"/>
                    <a:gd name="connsiteX11" fmla="*/ 24676 w 62365"/>
                    <a:gd name="connsiteY11" fmla="*/ 34410 h 101814"/>
                    <a:gd name="connsiteX12" fmla="*/ 12861 w 62365"/>
                    <a:gd name="connsiteY12" fmla="*/ 20502 h 101814"/>
                    <a:gd name="connsiteX13" fmla="*/ 29095 w 62365"/>
                    <a:gd name="connsiteY13" fmla="*/ 5693 h 101814"/>
                    <a:gd name="connsiteX14" fmla="*/ 54844 w 62365"/>
                    <a:gd name="connsiteY14" fmla="*/ 25813 h 101814"/>
                    <a:gd name="connsiteX15" fmla="*/ 57144 w 62365"/>
                    <a:gd name="connsiteY15" fmla="*/ 22347 h 101814"/>
                    <a:gd name="connsiteX16" fmla="*/ 57144 w 62365"/>
                    <a:gd name="connsiteY16" fmla="*/ 14966 h 101814"/>
                    <a:gd name="connsiteX17" fmla="*/ 56197 w 62365"/>
                    <a:gd name="connsiteY17" fmla="*/ 5919 h 101814"/>
                    <a:gd name="connsiteX18" fmla="*/ 33018 w 62365"/>
                    <a:gd name="connsiteY18" fmla="*/ 157 h 101814"/>
                    <a:gd name="connsiteX19" fmla="*/ 1993 w 62365"/>
                    <a:gd name="connsiteY19" fmla="*/ 27929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2365" h="101814">
                      <a:moveTo>
                        <a:pt x="1993" y="27929"/>
                      </a:moveTo>
                      <a:cubicBezTo>
                        <a:pt x="1993" y="44133"/>
                        <a:pt x="16829" y="50119"/>
                        <a:pt x="30042" y="56601"/>
                      </a:cubicBezTo>
                      <a:cubicBezTo>
                        <a:pt x="41135" y="61912"/>
                        <a:pt x="51101" y="65153"/>
                        <a:pt x="51101" y="76946"/>
                      </a:cubicBezTo>
                      <a:cubicBezTo>
                        <a:pt x="51101" y="89009"/>
                        <a:pt x="41857" y="95940"/>
                        <a:pt x="30493" y="95940"/>
                      </a:cubicBezTo>
                      <a:cubicBezTo>
                        <a:pt x="5240" y="95940"/>
                        <a:pt x="8216" y="65378"/>
                        <a:pt x="2895" y="65378"/>
                      </a:cubicBezTo>
                      <a:cubicBezTo>
                        <a:pt x="370" y="65378"/>
                        <a:pt x="99" y="69339"/>
                        <a:pt x="99" y="72805"/>
                      </a:cubicBezTo>
                      <a:lnTo>
                        <a:pt x="99" y="84823"/>
                      </a:lnTo>
                      <a:cubicBezTo>
                        <a:pt x="99" y="94095"/>
                        <a:pt x="821" y="95220"/>
                        <a:pt x="4970" y="95220"/>
                      </a:cubicBezTo>
                      <a:cubicBezTo>
                        <a:pt x="10561" y="95220"/>
                        <a:pt x="15657" y="101972"/>
                        <a:pt x="30944" y="101972"/>
                      </a:cubicBezTo>
                      <a:cubicBezTo>
                        <a:pt x="48576" y="101972"/>
                        <a:pt x="62465" y="87388"/>
                        <a:pt x="62465" y="70239"/>
                      </a:cubicBezTo>
                      <a:cubicBezTo>
                        <a:pt x="62465" y="58221"/>
                        <a:pt x="58091" y="50839"/>
                        <a:pt x="50199" y="46203"/>
                      </a:cubicBezTo>
                      <a:cubicBezTo>
                        <a:pt x="43480" y="42242"/>
                        <a:pt x="31891" y="38551"/>
                        <a:pt x="24676" y="34410"/>
                      </a:cubicBezTo>
                      <a:cubicBezTo>
                        <a:pt x="17506" y="30224"/>
                        <a:pt x="12861" y="27209"/>
                        <a:pt x="12861" y="20502"/>
                      </a:cubicBezTo>
                      <a:cubicBezTo>
                        <a:pt x="12861" y="11275"/>
                        <a:pt x="19806" y="5693"/>
                        <a:pt x="29095" y="5693"/>
                      </a:cubicBezTo>
                      <a:cubicBezTo>
                        <a:pt x="50876" y="5693"/>
                        <a:pt x="51823" y="25813"/>
                        <a:pt x="54844" y="25813"/>
                      </a:cubicBezTo>
                      <a:cubicBezTo>
                        <a:pt x="56693" y="25813"/>
                        <a:pt x="57144" y="24913"/>
                        <a:pt x="57144" y="22347"/>
                      </a:cubicBezTo>
                      <a:lnTo>
                        <a:pt x="57144" y="14966"/>
                      </a:lnTo>
                      <a:cubicBezTo>
                        <a:pt x="57144" y="11275"/>
                        <a:pt x="57144" y="7764"/>
                        <a:pt x="56197" y="5919"/>
                      </a:cubicBezTo>
                      <a:cubicBezTo>
                        <a:pt x="54348" y="2003"/>
                        <a:pt x="36987" y="157"/>
                        <a:pt x="33018" y="157"/>
                      </a:cubicBezTo>
                      <a:cubicBezTo>
                        <a:pt x="17506" y="157"/>
                        <a:pt x="1993" y="8709"/>
                        <a:pt x="1993" y="27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8" name="Gráfico 12">
                  <a:extLst>
                    <a:ext uri="{FF2B5EF4-FFF2-40B4-BE49-F238E27FC236}">
                      <a16:creationId xmlns:a16="http://schemas.microsoft.com/office/drawing/2014/main" id="{73CE3FA2-7341-4BF4-86B7-8174B91CF793}"/>
                    </a:ext>
                  </a:extLst>
                </p:cNvPr>
                <p:cNvSpPr/>
                <p:nvPr/>
              </p:nvSpPr>
              <p:spPr>
                <a:xfrm>
                  <a:off x="1518740" y="2672378"/>
                  <a:ext cx="51903" cy="173291"/>
                </a:xfrm>
                <a:custGeom>
                  <a:avLst/>
                  <a:gdLst>
                    <a:gd name="connsiteX0" fmla="*/ 111 w 51903"/>
                    <a:gd name="connsiteY0" fmla="*/ 14246 h 173291"/>
                    <a:gd name="connsiteX1" fmla="*/ 15894 w 51903"/>
                    <a:gd name="connsiteY1" fmla="*/ 26759 h 173291"/>
                    <a:gd name="connsiteX2" fmla="*/ 15894 w 51903"/>
                    <a:gd name="connsiteY2" fmla="*/ 157245 h 173291"/>
                    <a:gd name="connsiteX3" fmla="*/ 4530 w 51903"/>
                    <a:gd name="connsiteY3" fmla="*/ 170433 h 173291"/>
                    <a:gd name="connsiteX4" fmla="*/ 7281 w 51903"/>
                    <a:gd name="connsiteY4" fmla="*/ 173449 h 173291"/>
                    <a:gd name="connsiteX5" fmla="*/ 25364 w 51903"/>
                    <a:gd name="connsiteY5" fmla="*/ 172504 h 173291"/>
                    <a:gd name="connsiteX6" fmla="*/ 46919 w 51903"/>
                    <a:gd name="connsiteY6" fmla="*/ 173449 h 173291"/>
                    <a:gd name="connsiteX7" fmla="*/ 52015 w 51903"/>
                    <a:gd name="connsiteY7" fmla="*/ 170208 h 173291"/>
                    <a:gd name="connsiteX8" fmla="*/ 32805 w 51903"/>
                    <a:gd name="connsiteY8" fmla="*/ 154904 h 173291"/>
                    <a:gd name="connsiteX9" fmla="*/ 32805 w 51903"/>
                    <a:gd name="connsiteY9" fmla="*/ 3623 h 173291"/>
                    <a:gd name="connsiteX10" fmla="*/ 30009 w 51903"/>
                    <a:gd name="connsiteY10" fmla="*/ 157 h 173291"/>
                    <a:gd name="connsiteX11" fmla="*/ 4034 w 51903"/>
                    <a:gd name="connsiteY11" fmla="*/ 11230 h 173291"/>
                    <a:gd name="connsiteX12" fmla="*/ 111 w 51903"/>
                    <a:gd name="connsiteY12" fmla="*/ 14246 h 173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903" h="173291">
                      <a:moveTo>
                        <a:pt x="111" y="14246"/>
                      </a:moveTo>
                      <a:cubicBezTo>
                        <a:pt x="111" y="19107"/>
                        <a:pt x="15894" y="13075"/>
                        <a:pt x="15894" y="26759"/>
                      </a:cubicBezTo>
                      <a:lnTo>
                        <a:pt x="15894" y="157245"/>
                      </a:lnTo>
                      <a:cubicBezTo>
                        <a:pt x="15894" y="168093"/>
                        <a:pt x="4530" y="166697"/>
                        <a:pt x="4530" y="170433"/>
                      </a:cubicBezTo>
                      <a:cubicBezTo>
                        <a:pt x="4530" y="172504"/>
                        <a:pt x="5432" y="173449"/>
                        <a:pt x="7281" y="173449"/>
                      </a:cubicBezTo>
                      <a:cubicBezTo>
                        <a:pt x="9851" y="173449"/>
                        <a:pt x="13775" y="172504"/>
                        <a:pt x="25364" y="172504"/>
                      </a:cubicBezTo>
                      <a:cubicBezTo>
                        <a:pt x="36502" y="172504"/>
                        <a:pt x="42770" y="173449"/>
                        <a:pt x="46919" y="173449"/>
                      </a:cubicBezTo>
                      <a:cubicBezTo>
                        <a:pt x="50166" y="173449"/>
                        <a:pt x="52015" y="172954"/>
                        <a:pt x="52015" y="170208"/>
                      </a:cubicBezTo>
                      <a:cubicBezTo>
                        <a:pt x="52015" y="163952"/>
                        <a:pt x="32805" y="170433"/>
                        <a:pt x="32805" y="154904"/>
                      </a:cubicBezTo>
                      <a:lnTo>
                        <a:pt x="32805" y="3623"/>
                      </a:lnTo>
                      <a:cubicBezTo>
                        <a:pt x="32805" y="2228"/>
                        <a:pt x="31858" y="157"/>
                        <a:pt x="30009" y="157"/>
                      </a:cubicBezTo>
                      <a:cubicBezTo>
                        <a:pt x="25138" y="157"/>
                        <a:pt x="18870" y="7764"/>
                        <a:pt x="4034" y="11230"/>
                      </a:cubicBezTo>
                      <a:cubicBezTo>
                        <a:pt x="1284" y="11950"/>
                        <a:pt x="111" y="12175"/>
                        <a:pt x="111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9" name="Gráfico 12">
                  <a:extLst>
                    <a:ext uri="{FF2B5EF4-FFF2-40B4-BE49-F238E27FC236}">
                      <a16:creationId xmlns:a16="http://schemas.microsoft.com/office/drawing/2014/main" id="{4A851E7F-DD22-49BC-B9DE-33EAEBAE6719}"/>
                    </a:ext>
                  </a:extLst>
                </p:cNvPr>
                <p:cNvSpPr/>
                <p:nvPr/>
              </p:nvSpPr>
              <p:spPr>
                <a:xfrm>
                  <a:off x="1583846" y="2745475"/>
                  <a:ext cx="92488" cy="101814"/>
                </a:xfrm>
                <a:custGeom>
                  <a:avLst/>
                  <a:gdLst>
                    <a:gd name="connsiteX0" fmla="*/ 117 w 92488"/>
                    <a:gd name="connsiteY0" fmla="*/ 26308 h 101814"/>
                    <a:gd name="connsiteX1" fmla="*/ 11030 w 92488"/>
                    <a:gd name="connsiteY1" fmla="*/ 33915 h 101814"/>
                    <a:gd name="connsiteX2" fmla="*/ 16125 w 92488"/>
                    <a:gd name="connsiteY2" fmla="*/ 29549 h 101814"/>
                    <a:gd name="connsiteX3" fmla="*/ 14727 w 92488"/>
                    <a:gd name="connsiteY3" fmla="*/ 20052 h 101814"/>
                    <a:gd name="connsiteX4" fmla="*/ 34659 w 92488"/>
                    <a:gd name="connsiteY4" fmla="*/ 6189 h 101814"/>
                    <a:gd name="connsiteX5" fmla="*/ 58784 w 92488"/>
                    <a:gd name="connsiteY5" fmla="*/ 25813 h 101814"/>
                    <a:gd name="connsiteX6" fmla="*/ 58784 w 92488"/>
                    <a:gd name="connsiteY6" fmla="*/ 44133 h 101814"/>
                    <a:gd name="connsiteX7" fmla="*/ 613 w 92488"/>
                    <a:gd name="connsiteY7" fmla="*/ 79961 h 101814"/>
                    <a:gd name="connsiteX8" fmla="*/ 25640 w 92488"/>
                    <a:gd name="connsiteY8" fmla="*/ 101972 h 101814"/>
                    <a:gd name="connsiteX9" fmla="*/ 61084 w 92488"/>
                    <a:gd name="connsiteY9" fmla="*/ 88513 h 101814"/>
                    <a:gd name="connsiteX10" fmla="*/ 79167 w 92488"/>
                    <a:gd name="connsiteY10" fmla="*/ 100351 h 101814"/>
                    <a:gd name="connsiteX11" fmla="*/ 92605 w 92488"/>
                    <a:gd name="connsiteY11" fmla="*/ 94545 h 101814"/>
                    <a:gd name="connsiteX12" fmla="*/ 89854 w 92488"/>
                    <a:gd name="connsiteY12" fmla="*/ 92925 h 101814"/>
                    <a:gd name="connsiteX13" fmla="*/ 85435 w 92488"/>
                    <a:gd name="connsiteY13" fmla="*/ 93375 h 101814"/>
                    <a:gd name="connsiteX14" fmla="*/ 75469 w 92488"/>
                    <a:gd name="connsiteY14" fmla="*/ 78341 h 101814"/>
                    <a:gd name="connsiteX15" fmla="*/ 75695 w 92488"/>
                    <a:gd name="connsiteY15" fmla="*/ 23518 h 101814"/>
                    <a:gd name="connsiteX16" fmla="*/ 37229 w 92488"/>
                    <a:gd name="connsiteY16" fmla="*/ 157 h 101814"/>
                    <a:gd name="connsiteX17" fmla="*/ 117 w 92488"/>
                    <a:gd name="connsiteY17" fmla="*/ 26308 h 101814"/>
                    <a:gd name="connsiteX18" fmla="*/ 58784 w 92488"/>
                    <a:gd name="connsiteY18" fmla="*/ 49669 h 101814"/>
                    <a:gd name="connsiteX19" fmla="*/ 58784 w 92488"/>
                    <a:gd name="connsiteY19" fmla="*/ 76946 h 101814"/>
                    <a:gd name="connsiteX20" fmla="*/ 34433 w 92488"/>
                    <a:gd name="connsiteY20" fmla="*/ 95220 h 101814"/>
                    <a:gd name="connsiteX21" fmla="*/ 15674 w 92488"/>
                    <a:gd name="connsiteY21" fmla="*/ 76946 h 101814"/>
                    <a:gd name="connsiteX22" fmla="*/ 58784 w 92488"/>
                    <a:gd name="connsiteY22" fmla="*/ 49669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92488" h="101814">
                      <a:moveTo>
                        <a:pt x="117" y="26308"/>
                      </a:moveTo>
                      <a:cubicBezTo>
                        <a:pt x="117" y="30449"/>
                        <a:pt x="7106" y="33915"/>
                        <a:pt x="11030" y="33915"/>
                      </a:cubicBezTo>
                      <a:cubicBezTo>
                        <a:pt x="14953" y="33915"/>
                        <a:pt x="16125" y="32520"/>
                        <a:pt x="16125" y="29549"/>
                      </a:cubicBezTo>
                      <a:cubicBezTo>
                        <a:pt x="16125" y="26984"/>
                        <a:pt x="14727" y="23518"/>
                        <a:pt x="14727" y="20052"/>
                      </a:cubicBezTo>
                      <a:cubicBezTo>
                        <a:pt x="14727" y="7539"/>
                        <a:pt x="23566" y="6189"/>
                        <a:pt x="34659" y="6189"/>
                      </a:cubicBezTo>
                      <a:cubicBezTo>
                        <a:pt x="52516" y="6189"/>
                        <a:pt x="58784" y="17261"/>
                        <a:pt x="58784" y="25813"/>
                      </a:cubicBezTo>
                      <a:lnTo>
                        <a:pt x="58784" y="44133"/>
                      </a:lnTo>
                      <a:cubicBezTo>
                        <a:pt x="3860" y="53135"/>
                        <a:pt x="613" y="68394"/>
                        <a:pt x="613" y="79961"/>
                      </a:cubicBezTo>
                      <a:cubicBezTo>
                        <a:pt x="613" y="94995"/>
                        <a:pt x="8955" y="101972"/>
                        <a:pt x="25640" y="101972"/>
                      </a:cubicBezTo>
                      <a:cubicBezTo>
                        <a:pt x="38627" y="101972"/>
                        <a:pt x="51344" y="96840"/>
                        <a:pt x="61084" y="88513"/>
                      </a:cubicBezTo>
                      <a:cubicBezTo>
                        <a:pt x="64331" y="96390"/>
                        <a:pt x="70599" y="100351"/>
                        <a:pt x="79167" y="100351"/>
                      </a:cubicBezTo>
                      <a:cubicBezTo>
                        <a:pt x="83135" y="100351"/>
                        <a:pt x="92605" y="99181"/>
                        <a:pt x="92605" y="94545"/>
                      </a:cubicBezTo>
                      <a:cubicBezTo>
                        <a:pt x="92605" y="93375"/>
                        <a:pt x="91703" y="92925"/>
                        <a:pt x="89854" y="92925"/>
                      </a:cubicBezTo>
                      <a:cubicBezTo>
                        <a:pt x="88457" y="92925"/>
                        <a:pt x="86833" y="93375"/>
                        <a:pt x="85435" y="93375"/>
                      </a:cubicBezTo>
                      <a:cubicBezTo>
                        <a:pt x="76642" y="93375"/>
                        <a:pt x="75469" y="85768"/>
                        <a:pt x="75469" y="78341"/>
                      </a:cubicBezTo>
                      <a:lnTo>
                        <a:pt x="75695" y="23518"/>
                      </a:lnTo>
                      <a:cubicBezTo>
                        <a:pt x="75695" y="13120"/>
                        <a:pt x="68299" y="157"/>
                        <a:pt x="37229" y="157"/>
                      </a:cubicBezTo>
                      <a:cubicBezTo>
                        <a:pt x="11480" y="157"/>
                        <a:pt x="117" y="17261"/>
                        <a:pt x="117" y="26308"/>
                      </a:cubicBezTo>
                      <a:close/>
                      <a:moveTo>
                        <a:pt x="58784" y="49669"/>
                      </a:moveTo>
                      <a:lnTo>
                        <a:pt x="58784" y="76946"/>
                      </a:lnTo>
                      <a:cubicBezTo>
                        <a:pt x="58784" y="87838"/>
                        <a:pt x="44399" y="95220"/>
                        <a:pt x="34433" y="95220"/>
                      </a:cubicBezTo>
                      <a:cubicBezTo>
                        <a:pt x="21942" y="95220"/>
                        <a:pt x="15674" y="89684"/>
                        <a:pt x="15674" y="76946"/>
                      </a:cubicBezTo>
                      <a:cubicBezTo>
                        <a:pt x="15674" y="56826"/>
                        <a:pt x="43001" y="53135"/>
                        <a:pt x="58784" y="4966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0" name="Gráfico 12">
                  <a:extLst>
                    <a:ext uri="{FF2B5EF4-FFF2-40B4-BE49-F238E27FC236}">
                      <a16:creationId xmlns:a16="http://schemas.microsoft.com/office/drawing/2014/main" id="{45FF6F70-E4C6-4119-BABA-821D12ED1844}"/>
                    </a:ext>
                  </a:extLst>
                </p:cNvPr>
                <p:cNvSpPr/>
                <p:nvPr/>
              </p:nvSpPr>
              <p:spPr>
                <a:xfrm>
                  <a:off x="1738689" y="2681605"/>
                  <a:ext cx="150660" cy="164064"/>
                </a:xfrm>
                <a:custGeom>
                  <a:avLst/>
                  <a:gdLst>
                    <a:gd name="connsiteX0" fmla="*/ 19837 w 150660"/>
                    <a:gd name="connsiteY0" fmla="*/ 1327 h 164064"/>
                    <a:gd name="connsiteX1" fmla="*/ 5001 w 150660"/>
                    <a:gd name="connsiteY1" fmla="*/ 382 h 164064"/>
                    <a:gd name="connsiteX2" fmla="*/ 131 w 150660"/>
                    <a:gd name="connsiteY2" fmla="*/ 3173 h 164064"/>
                    <a:gd name="connsiteX3" fmla="*/ 20062 w 150660"/>
                    <a:gd name="connsiteY3" fmla="*/ 23293 h 164064"/>
                    <a:gd name="connsiteX4" fmla="*/ 20062 w 150660"/>
                    <a:gd name="connsiteY4" fmla="*/ 141986 h 164064"/>
                    <a:gd name="connsiteX5" fmla="*/ 3152 w 150660"/>
                    <a:gd name="connsiteY5" fmla="*/ 161656 h 164064"/>
                    <a:gd name="connsiteX6" fmla="*/ 5903 w 150660"/>
                    <a:gd name="connsiteY6" fmla="*/ 164222 h 164064"/>
                    <a:gd name="connsiteX7" fmla="*/ 32553 w 150660"/>
                    <a:gd name="connsiteY7" fmla="*/ 163276 h 164064"/>
                    <a:gd name="connsiteX8" fmla="*/ 60151 w 150660"/>
                    <a:gd name="connsiteY8" fmla="*/ 164222 h 164064"/>
                    <a:gd name="connsiteX9" fmla="*/ 62496 w 150660"/>
                    <a:gd name="connsiteY9" fmla="*/ 162331 h 164064"/>
                    <a:gd name="connsiteX10" fmla="*/ 38371 w 150660"/>
                    <a:gd name="connsiteY10" fmla="*/ 141986 h 164064"/>
                    <a:gd name="connsiteX11" fmla="*/ 38371 w 150660"/>
                    <a:gd name="connsiteY11" fmla="*/ 90629 h 164064"/>
                    <a:gd name="connsiteX12" fmla="*/ 45541 w 150660"/>
                    <a:gd name="connsiteY12" fmla="*/ 86443 h 164064"/>
                    <a:gd name="connsiteX13" fmla="*/ 53432 w 150660"/>
                    <a:gd name="connsiteY13" fmla="*/ 86443 h 164064"/>
                    <a:gd name="connsiteX14" fmla="*/ 75709 w 150660"/>
                    <a:gd name="connsiteY14" fmla="*/ 99406 h 164064"/>
                    <a:gd name="connsiteX15" fmla="*/ 99789 w 150660"/>
                    <a:gd name="connsiteY15" fmla="*/ 137350 h 164064"/>
                    <a:gd name="connsiteX16" fmla="*/ 135955 w 150660"/>
                    <a:gd name="connsiteY16" fmla="*/ 164222 h 164064"/>
                    <a:gd name="connsiteX17" fmla="*/ 150791 w 150660"/>
                    <a:gd name="connsiteY17" fmla="*/ 161431 h 164064"/>
                    <a:gd name="connsiteX18" fmla="*/ 142448 w 150660"/>
                    <a:gd name="connsiteY18" fmla="*/ 157470 h 164064"/>
                    <a:gd name="connsiteX19" fmla="*/ 120893 w 150660"/>
                    <a:gd name="connsiteY19" fmla="*/ 136225 h 164064"/>
                    <a:gd name="connsiteX20" fmla="*/ 84051 w 150660"/>
                    <a:gd name="connsiteY20" fmla="*/ 80457 h 164064"/>
                    <a:gd name="connsiteX21" fmla="*/ 113227 w 150660"/>
                    <a:gd name="connsiteY21" fmla="*/ 40442 h 164064"/>
                    <a:gd name="connsiteX22" fmla="*/ 63173 w 150660"/>
                    <a:gd name="connsiteY22" fmla="*/ 157 h 164064"/>
                    <a:gd name="connsiteX23" fmla="*/ 19837 w 150660"/>
                    <a:gd name="connsiteY23" fmla="*/ 1327 h 164064"/>
                    <a:gd name="connsiteX24" fmla="*/ 38371 w 150660"/>
                    <a:gd name="connsiteY24" fmla="*/ 16136 h 164064"/>
                    <a:gd name="connsiteX25" fmla="*/ 50411 w 150660"/>
                    <a:gd name="connsiteY25" fmla="*/ 8034 h 164064"/>
                    <a:gd name="connsiteX26" fmla="*/ 95866 w 150660"/>
                    <a:gd name="connsiteY26" fmla="*/ 45753 h 164064"/>
                    <a:gd name="connsiteX27" fmla="*/ 78460 w 150660"/>
                    <a:gd name="connsiteY27" fmla="*/ 75595 h 164064"/>
                    <a:gd name="connsiteX28" fmla="*/ 59926 w 150660"/>
                    <a:gd name="connsiteY28" fmla="*/ 78611 h 164064"/>
                    <a:gd name="connsiteX29" fmla="*/ 51809 w 150660"/>
                    <a:gd name="connsiteY29" fmla="*/ 78836 h 164064"/>
                    <a:gd name="connsiteX30" fmla="*/ 38371 w 150660"/>
                    <a:gd name="connsiteY30" fmla="*/ 75370 h 16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150660" h="164064">
                      <a:moveTo>
                        <a:pt x="19837" y="1327"/>
                      </a:moveTo>
                      <a:cubicBezTo>
                        <a:pt x="7752" y="1327"/>
                        <a:pt x="8924" y="382"/>
                        <a:pt x="5001" y="382"/>
                      </a:cubicBezTo>
                      <a:cubicBezTo>
                        <a:pt x="1979" y="382"/>
                        <a:pt x="131" y="1778"/>
                        <a:pt x="131" y="3173"/>
                      </a:cubicBezTo>
                      <a:cubicBezTo>
                        <a:pt x="131" y="10825"/>
                        <a:pt x="20062" y="2003"/>
                        <a:pt x="20062" y="23293"/>
                      </a:cubicBezTo>
                      <a:lnTo>
                        <a:pt x="20062" y="141986"/>
                      </a:lnTo>
                      <a:cubicBezTo>
                        <a:pt x="20062" y="158640"/>
                        <a:pt x="3152" y="156120"/>
                        <a:pt x="3152" y="161656"/>
                      </a:cubicBezTo>
                      <a:cubicBezTo>
                        <a:pt x="3152" y="163276"/>
                        <a:pt x="4054" y="164222"/>
                        <a:pt x="5903" y="164222"/>
                      </a:cubicBezTo>
                      <a:cubicBezTo>
                        <a:pt x="14020" y="164222"/>
                        <a:pt x="22588" y="163276"/>
                        <a:pt x="32553" y="163276"/>
                      </a:cubicBezTo>
                      <a:cubicBezTo>
                        <a:pt x="52034" y="163276"/>
                        <a:pt x="54830" y="164222"/>
                        <a:pt x="60151" y="164222"/>
                      </a:cubicBezTo>
                      <a:cubicBezTo>
                        <a:pt x="61549" y="164222"/>
                        <a:pt x="62496" y="163952"/>
                        <a:pt x="62496" y="162331"/>
                      </a:cubicBezTo>
                      <a:cubicBezTo>
                        <a:pt x="62496" y="154724"/>
                        <a:pt x="38371" y="161206"/>
                        <a:pt x="38371" y="141986"/>
                      </a:cubicBezTo>
                      <a:lnTo>
                        <a:pt x="38371" y="90629"/>
                      </a:lnTo>
                      <a:cubicBezTo>
                        <a:pt x="38371" y="86938"/>
                        <a:pt x="41392" y="86443"/>
                        <a:pt x="45541" y="86443"/>
                      </a:cubicBezTo>
                      <a:lnTo>
                        <a:pt x="53432" y="86443"/>
                      </a:lnTo>
                      <a:cubicBezTo>
                        <a:pt x="69892" y="86443"/>
                        <a:pt x="68268" y="87838"/>
                        <a:pt x="75709" y="99406"/>
                      </a:cubicBezTo>
                      <a:lnTo>
                        <a:pt x="99789" y="137350"/>
                      </a:lnTo>
                      <a:cubicBezTo>
                        <a:pt x="111604" y="155895"/>
                        <a:pt x="120893" y="164222"/>
                        <a:pt x="135955" y="164222"/>
                      </a:cubicBezTo>
                      <a:cubicBezTo>
                        <a:pt x="140104" y="164222"/>
                        <a:pt x="150791" y="163952"/>
                        <a:pt x="150791" y="161431"/>
                      </a:cubicBezTo>
                      <a:cubicBezTo>
                        <a:pt x="150791" y="158640"/>
                        <a:pt x="148491" y="159586"/>
                        <a:pt x="142448" y="157470"/>
                      </a:cubicBezTo>
                      <a:cubicBezTo>
                        <a:pt x="133384" y="154274"/>
                        <a:pt x="126214" y="144552"/>
                        <a:pt x="120893" y="136225"/>
                      </a:cubicBezTo>
                      <a:lnTo>
                        <a:pt x="84051" y="80457"/>
                      </a:lnTo>
                      <a:cubicBezTo>
                        <a:pt x="99789" y="74200"/>
                        <a:pt x="113227" y="58941"/>
                        <a:pt x="113227" y="40442"/>
                      </a:cubicBezTo>
                      <a:cubicBezTo>
                        <a:pt x="113227" y="9654"/>
                        <a:pt x="88651" y="157"/>
                        <a:pt x="63173" y="157"/>
                      </a:cubicBezTo>
                      <a:cubicBezTo>
                        <a:pt x="54830" y="157"/>
                        <a:pt x="26556" y="1327"/>
                        <a:pt x="19837" y="1327"/>
                      </a:cubicBezTo>
                      <a:close/>
                      <a:moveTo>
                        <a:pt x="38371" y="16136"/>
                      </a:moveTo>
                      <a:cubicBezTo>
                        <a:pt x="38371" y="8034"/>
                        <a:pt x="43241" y="8034"/>
                        <a:pt x="50411" y="8034"/>
                      </a:cubicBezTo>
                      <a:cubicBezTo>
                        <a:pt x="84051" y="8034"/>
                        <a:pt x="95866" y="25138"/>
                        <a:pt x="95866" y="45753"/>
                      </a:cubicBezTo>
                      <a:cubicBezTo>
                        <a:pt x="95866" y="62857"/>
                        <a:pt x="87749" y="71904"/>
                        <a:pt x="78460" y="75595"/>
                      </a:cubicBezTo>
                      <a:cubicBezTo>
                        <a:pt x="72191" y="78116"/>
                        <a:pt x="68268" y="78611"/>
                        <a:pt x="59926" y="78611"/>
                      </a:cubicBezTo>
                      <a:cubicBezTo>
                        <a:pt x="58302" y="78611"/>
                        <a:pt x="55281" y="78836"/>
                        <a:pt x="51809" y="78836"/>
                      </a:cubicBezTo>
                      <a:cubicBezTo>
                        <a:pt x="45541" y="78836"/>
                        <a:pt x="38371" y="78386"/>
                        <a:pt x="38371" y="7537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1" name="Gráfico 12">
                  <a:extLst>
                    <a:ext uri="{FF2B5EF4-FFF2-40B4-BE49-F238E27FC236}">
                      <a16:creationId xmlns:a16="http://schemas.microsoft.com/office/drawing/2014/main" id="{F3D291DC-0375-4CF7-ADD1-7C2B6DDE5F6F}"/>
                    </a:ext>
                  </a:extLst>
                </p:cNvPr>
                <p:cNvSpPr/>
                <p:nvPr/>
              </p:nvSpPr>
              <p:spPr>
                <a:xfrm>
                  <a:off x="1897917" y="2745475"/>
                  <a:ext cx="87843" cy="101814"/>
                </a:xfrm>
                <a:custGeom>
                  <a:avLst/>
                  <a:gdLst>
                    <a:gd name="connsiteX0" fmla="*/ 144 w 87843"/>
                    <a:gd name="connsiteY0" fmla="*/ 54305 h 101814"/>
                    <a:gd name="connsiteX1" fmla="*/ 46952 w 87843"/>
                    <a:gd name="connsiteY1" fmla="*/ 101972 h 101814"/>
                    <a:gd name="connsiteX2" fmla="*/ 87988 w 87843"/>
                    <a:gd name="connsiteY2" fmla="*/ 79736 h 101814"/>
                    <a:gd name="connsiteX3" fmla="*/ 87041 w 87843"/>
                    <a:gd name="connsiteY3" fmla="*/ 78341 h 101814"/>
                    <a:gd name="connsiteX4" fmla="*/ 54347 w 87843"/>
                    <a:gd name="connsiteY4" fmla="*/ 90404 h 101814"/>
                    <a:gd name="connsiteX5" fmla="*/ 17054 w 87843"/>
                    <a:gd name="connsiteY5" fmla="*/ 40892 h 101814"/>
                    <a:gd name="connsiteX6" fmla="*/ 81494 w 87843"/>
                    <a:gd name="connsiteY6" fmla="*/ 40892 h 101814"/>
                    <a:gd name="connsiteX7" fmla="*/ 86590 w 87843"/>
                    <a:gd name="connsiteY7" fmla="*/ 36931 h 101814"/>
                    <a:gd name="connsiteX8" fmla="*/ 45554 w 87843"/>
                    <a:gd name="connsiteY8" fmla="*/ 157 h 101814"/>
                    <a:gd name="connsiteX9" fmla="*/ 144 w 87843"/>
                    <a:gd name="connsiteY9" fmla="*/ 54305 h 101814"/>
                    <a:gd name="connsiteX10" fmla="*/ 17054 w 87843"/>
                    <a:gd name="connsiteY10" fmla="*/ 34635 h 101814"/>
                    <a:gd name="connsiteX11" fmla="*/ 41631 w 87843"/>
                    <a:gd name="connsiteY11" fmla="*/ 5468 h 101814"/>
                    <a:gd name="connsiteX12" fmla="*/ 67335 w 87843"/>
                    <a:gd name="connsiteY12" fmla="*/ 29999 h 101814"/>
                    <a:gd name="connsiteX13" fmla="*/ 63186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144" y="54305"/>
                      </a:moveTo>
                      <a:cubicBezTo>
                        <a:pt x="144" y="69789"/>
                        <a:pt x="12184" y="101972"/>
                        <a:pt x="46952" y="101972"/>
                      </a:cubicBezTo>
                      <a:cubicBezTo>
                        <a:pt x="67831" y="101972"/>
                        <a:pt x="87988" y="85543"/>
                        <a:pt x="87988" y="79736"/>
                      </a:cubicBezTo>
                      <a:cubicBezTo>
                        <a:pt x="87988" y="78836"/>
                        <a:pt x="87762" y="78341"/>
                        <a:pt x="87041" y="78341"/>
                      </a:cubicBezTo>
                      <a:cubicBezTo>
                        <a:pt x="81720" y="78341"/>
                        <a:pt x="74775" y="90404"/>
                        <a:pt x="54347" y="90404"/>
                      </a:cubicBezTo>
                      <a:cubicBezTo>
                        <a:pt x="39511" y="90404"/>
                        <a:pt x="17054" y="78116"/>
                        <a:pt x="17054" y="40892"/>
                      </a:cubicBezTo>
                      <a:lnTo>
                        <a:pt x="81494" y="40892"/>
                      </a:lnTo>
                      <a:cubicBezTo>
                        <a:pt x="85643" y="40892"/>
                        <a:pt x="86590" y="39722"/>
                        <a:pt x="86590" y="36931"/>
                      </a:cubicBezTo>
                      <a:cubicBezTo>
                        <a:pt x="86590" y="27434"/>
                        <a:pt x="73828" y="157"/>
                        <a:pt x="45554" y="157"/>
                      </a:cubicBezTo>
                      <a:cubicBezTo>
                        <a:pt x="16333" y="157"/>
                        <a:pt x="144" y="25363"/>
                        <a:pt x="144" y="54305"/>
                      </a:cubicBezTo>
                      <a:close/>
                      <a:moveTo>
                        <a:pt x="17054" y="34635"/>
                      </a:moveTo>
                      <a:cubicBezTo>
                        <a:pt x="17054" y="21447"/>
                        <a:pt x="27697" y="5468"/>
                        <a:pt x="41631" y="5468"/>
                      </a:cubicBezTo>
                      <a:cubicBezTo>
                        <a:pt x="54618" y="5468"/>
                        <a:pt x="67335" y="17261"/>
                        <a:pt x="67335" y="29999"/>
                      </a:cubicBezTo>
                      <a:cubicBezTo>
                        <a:pt x="67335" y="33015"/>
                        <a:pt x="66207" y="34635"/>
                        <a:pt x="63186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3" name="Gráfico 12">
                  <a:extLst>
                    <a:ext uri="{FF2B5EF4-FFF2-40B4-BE49-F238E27FC236}">
                      <a16:creationId xmlns:a16="http://schemas.microsoft.com/office/drawing/2014/main" id="{99BD37E5-7E21-4D6A-82CF-04BA8FD32645}"/>
                    </a:ext>
                  </a:extLst>
                </p:cNvPr>
                <p:cNvSpPr/>
                <p:nvPr/>
              </p:nvSpPr>
              <p:spPr>
                <a:xfrm>
                  <a:off x="1999871" y="2745475"/>
                  <a:ext cx="91541" cy="101814"/>
                </a:xfrm>
                <a:custGeom>
                  <a:avLst/>
                  <a:gdLst>
                    <a:gd name="connsiteX0" fmla="*/ 153 w 91541"/>
                    <a:gd name="connsiteY0" fmla="*/ 52910 h 101814"/>
                    <a:gd name="connsiteX1" fmla="*/ 46059 w 91541"/>
                    <a:gd name="connsiteY1" fmla="*/ 101972 h 101814"/>
                    <a:gd name="connsiteX2" fmla="*/ 91694 w 91541"/>
                    <a:gd name="connsiteY2" fmla="*/ 78341 h 101814"/>
                    <a:gd name="connsiteX3" fmla="*/ 89846 w 91541"/>
                    <a:gd name="connsiteY3" fmla="*/ 76946 h 101814"/>
                    <a:gd name="connsiteX4" fmla="*/ 58099 w 91541"/>
                    <a:gd name="connsiteY4" fmla="*/ 90404 h 101814"/>
                    <a:gd name="connsiteX5" fmla="*/ 17063 w 91541"/>
                    <a:gd name="connsiteY5" fmla="*/ 44808 h 101814"/>
                    <a:gd name="connsiteX6" fmla="*/ 44436 w 91541"/>
                    <a:gd name="connsiteY6" fmla="*/ 7764 h 101814"/>
                    <a:gd name="connsiteX7" fmla="*/ 78752 w 91541"/>
                    <a:gd name="connsiteY7" fmla="*/ 27209 h 101814"/>
                    <a:gd name="connsiteX8" fmla="*/ 80601 w 91541"/>
                    <a:gd name="connsiteY8" fmla="*/ 19827 h 101814"/>
                    <a:gd name="connsiteX9" fmla="*/ 80601 w 91541"/>
                    <a:gd name="connsiteY9" fmla="*/ 11275 h 101814"/>
                    <a:gd name="connsiteX10" fmla="*/ 76182 w 91541"/>
                    <a:gd name="connsiteY10" fmla="*/ 4568 h 101814"/>
                    <a:gd name="connsiteX11" fmla="*/ 52327 w 91541"/>
                    <a:gd name="connsiteY11" fmla="*/ 157 h 101814"/>
                    <a:gd name="connsiteX12" fmla="*/ 153 w 91541"/>
                    <a:gd name="connsiteY12" fmla="*/ 52910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1541" h="101814">
                      <a:moveTo>
                        <a:pt x="153" y="52910"/>
                      </a:moveTo>
                      <a:cubicBezTo>
                        <a:pt x="153" y="78116"/>
                        <a:pt x="18912" y="101972"/>
                        <a:pt x="46059" y="101972"/>
                      </a:cubicBezTo>
                      <a:cubicBezTo>
                        <a:pt x="78256" y="101972"/>
                        <a:pt x="91694" y="81582"/>
                        <a:pt x="91694" y="78341"/>
                      </a:cubicBezTo>
                      <a:cubicBezTo>
                        <a:pt x="91694" y="77666"/>
                        <a:pt x="90567" y="76946"/>
                        <a:pt x="89846" y="76946"/>
                      </a:cubicBezTo>
                      <a:cubicBezTo>
                        <a:pt x="85922" y="77216"/>
                        <a:pt x="76407" y="90404"/>
                        <a:pt x="58099" y="90404"/>
                      </a:cubicBezTo>
                      <a:cubicBezTo>
                        <a:pt x="32125" y="90404"/>
                        <a:pt x="17063" y="70014"/>
                        <a:pt x="17063" y="44808"/>
                      </a:cubicBezTo>
                      <a:cubicBezTo>
                        <a:pt x="17063" y="28829"/>
                        <a:pt x="24278" y="7764"/>
                        <a:pt x="44436" y="7764"/>
                      </a:cubicBezTo>
                      <a:cubicBezTo>
                        <a:pt x="70410" y="7764"/>
                        <a:pt x="73386" y="27209"/>
                        <a:pt x="78752" y="27209"/>
                      </a:cubicBezTo>
                      <a:cubicBezTo>
                        <a:pt x="80376" y="27209"/>
                        <a:pt x="80601" y="24463"/>
                        <a:pt x="80601" y="19827"/>
                      </a:cubicBezTo>
                      <a:lnTo>
                        <a:pt x="80601" y="11275"/>
                      </a:lnTo>
                      <a:cubicBezTo>
                        <a:pt x="80601" y="7089"/>
                        <a:pt x="79654" y="6639"/>
                        <a:pt x="76182" y="4568"/>
                      </a:cubicBezTo>
                      <a:cubicBezTo>
                        <a:pt x="72259" y="2228"/>
                        <a:pt x="61797" y="157"/>
                        <a:pt x="52327" y="157"/>
                      </a:cubicBezTo>
                      <a:cubicBezTo>
                        <a:pt x="22880" y="157"/>
                        <a:pt x="153" y="24193"/>
                        <a:pt x="153" y="5291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4" name="Gráfico 12">
                  <a:extLst>
                    <a:ext uri="{FF2B5EF4-FFF2-40B4-BE49-F238E27FC236}">
                      <a16:creationId xmlns:a16="http://schemas.microsoft.com/office/drawing/2014/main" id="{C534D244-40F2-4C66-A576-D596CE38A632}"/>
                    </a:ext>
                  </a:extLst>
                </p:cNvPr>
                <p:cNvSpPr/>
                <p:nvPr/>
              </p:nvSpPr>
              <p:spPr>
                <a:xfrm>
                  <a:off x="2100472" y="2748941"/>
                  <a:ext cx="108451" cy="98348"/>
                </a:xfrm>
                <a:custGeom>
                  <a:avLst/>
                  <a:gdLst>
                    <a:gd name="connsiteX0" fmla="*/ 162 w 108451"/>
                    <a:gd name="connsiteY0" fmla="*/ 4793 h 98348"/>
                    <a:gd name="connsiteX1" fmla="*/ 12428 w 108451"/>
                    <a:gd name="connsiteY1" fmla="*/ 13120 h 98348"/>
                    <a:gd name="connsiteX2" fmla="*/ 12428 w 108451"/>
                    <a:gd name="connsiteY2" fmla="*/ 68169 h 98348"/>
                    <a:gd name="connsiteX3" fmla="*/ 46293 w 108451"/>
                    <a:gd name="connsiteY3" fmla="*/ 98506 h 98348"/>
                    <a:gd name="connsiteX4" fmla="*/ 77093 w 108451"/>
                    <a:gd name="connsiteY4" fmla="*/ 82302 h 98348"/>
                    <a:gd name="connsiteX5" fmla="*/ 77544 w 108451"/>
                    <a:gd name="connsiteY5" fmla="*/ 82302 h 98348"/>
                    <a:gd name="connsiteX6" fmla="*/ 77544 w 108451"/>
                    <a:gd name="connsiteY6" fmla="*/ 93150 h 98348"/>
                    <a:gd name="connsiteX7" fmla="*/ 79889 w 108451"/>
                    <a:gd name="connsiteY7" fmla="*/ 98506 h 98348"/>
                    <a:gd name="connsiteX8" fmla="*/ 91929 w 108451"/>
                    <a:gd name="connsiteY8" fmla="*/ 96390 h 98348"/>
                    <a:gd name="connsiteX9" fmla="*/ 108614 w 108451"/>
                    <a:gd name="connsiteY9" fmla="*/ 93870 h 98348"/>
                    <a:gd name="connsiteX10" fmla="*/ 94003 w 108451"/>
                    <a:gd name="connsiteY10" fmla="*/ 85768 h 98348"/>
                    <a:gd name="connsiteX11" fmla="*/ 94003 w 108451"/>
                    <a:gd name="connsiteY11" fmla="*/ 5468 h 98348"/>
                    <a:gd name="connsiteX12" fmla="*/ 89629 w 108451"/>
                    <a:gd name="connsiteY12" fmla="*/ 157 h 98348"/>
                    <a:gd name="connsiteX13" fmla="*/ 78491 w 108451"/>
                    <a:gd name="connsiteY13" fmla="*/ 2003 h 98348"/>
                    <a:gd name="connsiteX14" fmla="*/ 68750 w 108451"/>
                    <a:gd name="connsiteY14" fmla="*/ 2723 h 98348"/>
                    <a:gd name="connsiteX15" fmla="*/ 64827 w 108451"/>
                    <a:gd name="connsiteY15" fmla="*/ 4793 h 98348"/>
                    <a:gd name="connsiteX16" fmla="*/ 77093 w 108451"/>
                    <a:gd name="connsiteY16" fmla="*/ 13345 h 98348"/>
                    <a:gd name="connsiteX17" fmla="*/ 77093 w 108451"/>
                    <a:gd name="connsiteY17" fmla="*/ 73975 h 98348"/>
                    <a:gd name="connsiteX18" fmla="*/ 51840 w 108451"/>
                    <a:gd name="connsiteY18" fmla="*/ 90404 h 98348"/>
                    <a:gd name="connsiteX19" fmla="*/ 29338 w 108451"/>
                    <a:gd name="connsiteY19" fmla="*/ 65378 h 98348"/>
                    <a:gd name="connsiteX20" fmla="*/ 29338 w 108451"/>
                    <a:gd name="connsiteY20" fmla="*/ 5468 h 98348"/>
                    <a:gd name="connsiteX21" fmla="*/ 24964 w 108451"/>
                    <a:gd name="connsiteY21" fmla="*/ 157 h 98348"/>
                    <a:gd name="connsiteX22" fmla="*/ 10579 w 108451"/>
                    <a:gd name="connsiteY22" fmla="*/ 2453 h 98348"/>
                    <a:gd name="connsiteX23" fmla="*/ 5032 w 108451"/>
                    <a:gd name="connsiteY23" fmla="*/ 2723 h 98348"/>
                    <a:gd name="connsiteX24" fmla="*/ 162 w 108451"/>
                    <a:gd name="connsiteY24" fmla="*/ 4793 h 983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08451" h="98348">
                      <a:moveTo>
                        <a:pt x="162" y="4793"/>
                      </a:moveTo>
                      <a:cubicBezTo>
                        <a:pt x="162" y="10105"/>
                        <a:pt x="12428" y="5243"/>
                        <a:pt x="12428" y="13120"/>
                      </a:cubicBezTo>
                      <a:lnTo>
                        <a:pt x="12428" y="68169"/>
                      </a:lnTo>
                      <a:cubicBezTo>
                        <a:pt x="12428" y="84598"/>
                        <a:pt x="25189" y="98506"/>
                        <a:pt x="46293" y="98506"/>
                      </a:cubicBezTo>
                      <a:cubicBezTo>
                        <a:pt x="58559" y="98506"/>
                        <a:pt x="69923" y="93150"/>
                        <a:pt x="77093" y="82302"/>
                      </a:cubicBezTo>
                      <a:lnTo>
                        <a:pt x="77544" y="82302"/>
                      </a:lnTo>
                      <a:lnTo>
                        <a:pt x="77544" y="93150"/>
                      </a:lnTo>
                      <a:cubicBezTo>
                        <a:pt x="77544" y="96885"/>
                        <a:pt x="77814" y="98506"/>
                        <a:pt x="79889" y="98506"/>
                      </a:cubicBezTo>
                      <a:cubicBezTo>
                        <a:pt x="84037" y="98506"/>
                        <a:pt x="86157" y="97111"/>
                        <a:pt x="91929" y="96390"/>
                      </a:cubicBezTo>
                      <a:cubicBezTo>
                        <a:pt x="99820" y="95490"/>
                        <a:pt x="108614" y="96615"/>
                        <a:pt x="108614" y="93870"/>
                      </a:cubicBezTo>
                      <a:cubicBezTo>
                        <a:pt x="108614" y="88784"/>
                        <a:pt x="94003" y="91754"/>
                        <a:pt x="94003" y="85768"/>
                      </a:cubicBezTo>
                      <a:lnTo>
                        <a:pt x="94003" y="5468"/>
                      </a:lnTo>
                      <a:cubicBezTo>
                        <a:pt x="94003" y="2453"/>
                        <a:pt x="91929" y="157"/>
                        <a:pt x="89629" y="157"/>
                      </a:cubicBezTo>
                      <a:cubicBezTo>
                        <a:pt x="85210" y="157"/>
                        <a:pt x="82685" y="1327"/>
                        <a:pt x="78491" y="2003"/>
                      </a:cubicBezTo>
                      <a:cubicBezTo>
                        <a:pt x="75018" y="2723"/>
                        <a:pt x="71321" y="2723"/>
                        <a:pt x="68750" y="2723"/>
                      </a:cubicBezTo>
                      <a:cubicBezTo>
                        <a:pt x="66225" y="2723"/>
                        <a:pt x="64827" y="3623"/>
                        <a:pt x="64827" y="4793"/>
                      </a:cubicBezTo>
                      <a:cubicBezTo>
                        <a:pt x="64827" y="10330"/>
                        <a:pt x="77093" y="5018"/>
                        <a:pt x="77093" y="13345"/>
                      </a:cubicBezTo>
                      <a:lnTo>
                        <a:pt x="77093" y="73975"/>
                      </a:lnTo>
                      <a:cubicBezTo>
                        <a:pt x="77093" y="79286"/>
                        <a:pt x="66451" y="90404"/>
                        <a:pt x="51840" y="90404"/>
                      </a:cubicBezTo>
                      <a:cubicBezTo>
                        <a:pt x="42325" y="90404"/>
                        <a:pt x="29338" y="83427"/>
                        <a:pt x="29338" y="65378"/>
                      </a:cubicBezTo>
                      <a:lnTo>
                        <a:pt x="29338" y="5468"/>
                      </a:lnTo>
                      <a:cubicBezTo>
                        <a:pt x="29338" y="2453"/>
                        <a:pt x="27264" y="157"/>
                        <a:pt x="24964" y="157"/>
                      </a:cubicBezTo>
                      <a:cubicBezTo>
                        <a:pt x="19147" y="157"/>
                        <a:pt x="14998" y="2228"/>
                        <a:pt x="10579" y="2453"/>
                      </a:cubicBezTo>
                      <a:cubicBezTo>
                        <a:pt x="7783" y="2723"/>
                        <a:pt x="6655" y="2723"/>
                        <a:pt x="5032" y="2723"/>
                      </a:cubicBezTo>
                      <a:cubicBezTo>
                        <a:pt x="1785" y="2723"/>
                        <a:pt x="162" y="3398"/>
                        <a:pt x="162" y="479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5" name="Gráfico 12">
                  <a:extLst>
                    <a:ext uri="{FF2B5EF4-FFF2-40B4-BE49-F238E27FC236}">
                      <a16:creationId xmlns:a16="http://schemas.microsoft.com/office/drawing/2014/main" id="{282C8C7D-805A-42AB-9B6B-5A893AFA3A66}"/>
                    </a:ext>
                  </a:extLst>
                </p:cNvPr>
                <p:cNvSpPr/>
                <p:nvPr/>
              </p:nvSpPr>
              <p:spPr>
                <a:xfrm>
                  <a:off x="2213781" y="2743630"/>
                  <a:ext cx="105926" cy="148985"/>
                </a:xfrm>
                <a:custGeom>
                  <a:avLst/>
                  <a:gdLst>
                    <a:gd name="connsiteX0" fmla="*/ 172 w 105926"/>
                    <a:gd name="connsiteY0" fmla="*/ 14246 h 148985"/>
                    <a:gd name="connsiteX1" fmla="*/ 15955 w 105926"/>
                    <a:gd name="connsiteY1" fmla="*/ 26759 h 148985"/>
                    <a:gd name="connsiteX2" fmla="*/ 15955 w 105926"/>
                    <a:gd name="connsiteY2" fmla="*/ 130644 h 148985"/>
                    <a:gd name="connsiteX3" fmla="*/ 3870 w 105926"/>
                    <a:gd name="connsiteY3" fmla="*/ 146577 h 148985"/>
                    <a:gd name="connsiteX4" fmla="*/ 7342 w 105926"/>
                    <a:gd name="connsiteY4" fmla="*/ 149143 h 148985"/>
                    <a:gd name="connsiteX5" fmla="*/ 26146 w 105926"/>
                    <a:gd name="connsiteY5" fmla="*/ 148198 h 148985"/>
                    <a:gd name="connsiteX6" fmla="*/ 50001 w 105926"/>
                    <a:gd name="connsiteY6" fmla="*/ 149143 h 148985"/>
                    <a:gd name="connsiteX7" fmla="*/ 54195 w 105926"/>
                    <a:gd name="connsiteY7" fmla="*/ 146127 h 148985"/>
                    <a:gd name="connsiteX8" fmla="*/ 32865 w 105926"/>
                    <a:gd name="connsiteY8" fmla="*/ 131319 h 148985"/>
                    <a:gd name="connsiteX9" fmla="*/ 32865 w 105926"/>
                    <a:gd name="connsiteY9" fmla="*/ 97561 h 148985"/>
                    <a:gd name="connsiteX10" fmla="*/ 56720 w 105926"/>
                    <a:gd name="connsiteY10" fmla="*/ 103817 h 148985"/>
                    <a:gd name="connsiteX11" fmla="*/ 106099 w 105926"/>
                    <a:gd name="connsiteY11" fmla="*/ 48949 h 148985"/>
                    <a:gd name="connsiteX12" fmla="*/ 64612 w 105926"/>
                    <a:gd name="connsiteY12" fmla="*/ 2003 h 148985"/>
                    <a:gd name="connsiteX13" fmla="*/ 32865 w 105926"/>
                    <a:gd name="connsiteY13" fmla="*/ 17261 h 148985"/>
                    <a:gd name="connsiteX14" fmla="*/ 32865 w 105926"/>
                    <a:gd name="connsiteY14" fmla="*/ 4298 h 148985"/>
                    <a:gd name="connsiteX15" fmla="*/ 30069 w 105926"/>
                    <a:gd name="connsiteY15" fmla="*/ 157 h 148985"/>
                    <a:gd name="connsiteX16" fmla="*/ 14782 w 105926"/>
                    <a:gd name="connsiteY16" fmla="*/ 7539 h 148985"/>
                    <a:gd name="connsiteX17" fmla="*/ 2246 w 105926"/>
                    <a:gd name="connsiteY17" fmla="*/ 11725 h 148985"/>
                    <a:gd name="connsiteX18" fmla="*/ 172 w 105926"/>
                    <a:gd name="connsiteY18" fmla="*/ 14246 h 148985"/>
                    <a:gd name="connsiteX19" fmla="*/ 57893 w 105926"/>
                    <a:gd name="connsiteY19" fmla="*/ 12850 h 148985"/>
                    <a:gd name="connsiteX20" fmla="*/ 93337 w 105926"/>
                    <a:gd name="connsiteY20" fmla="*/ 59617 h 148985"/>
                    <a:gd name="connsiteX21" fmla="*/ 62988 w 105926"/>
                    <a:gd name="connsiteY21" fmla="*/ 98236 h 148985"/>
                    <a:gd name="connsiteX22" fmla="*/ 32865 w 105926"/>
                    <a:gd name="connsiteY22" fmla="*/ 77666 h 148985"/>
                    <a:gd name="connsiteX23" fmla="*/ 32865 w 105926"/>
                    <a:gd name="connsiteY23" fmla="*/ 31620 h 148985"/>
                    <a:gd name="connsiteX24" fmla="*/ 57893 w 105926"/>
                    <a:gd name="connsiteY24" fmla="*/ 12850 h 1489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05926" h="148985">
                      <a:moveTo>
                        <a:pt x="172" y="14246"/>
                      </a:moveTo>
                      <a:cubicBezTo>
                        <a:pt x="172" y="19107"/>
                        <a:pt x="15955" y="13345"/>
                        <a:pt x="15955" y="26759"/>
                      </a:cubicBezTo>
                      <a:lnTo>
                        <a:pt x="15955" y="130644"/>
                      </a:lnTo>
                      <a:cubicBezTo>
                        <a:pt x="15955" y="143832"/>
                        <a:pt x="3870" y="140816"/>
                        <a:pt x="3870" y="146577"/>
                      </a:cubicBezTo>
                      <a:cubicBezTo>
                        <a:pt x="3870" y="148693"/>
                        <a:pt x="5268" y="149143"/>
                        <a:pt x="7342" y="149143"/>
                      </a:cubicBezTo>
                      <a:cubicBezTo>
                        <a:pt x="10589" y="149143"/>
                        <a:pt x="15955" y="148198"/>
                        <a:pt x="26146" y="148198"/>
                      </a:cubicBezTo>
                      <a:cubicBezTo>
                        <a:pt x="41208" y="148198"/>
                        <a:pt x="46303" y="149143"/>
                        <a:pt x="50001" y="149143"/>
                      </a:cubicBezTo>
                      <a:cubicBezTo>
                        <a:pt x="52572" y="149143"/>
                        <a:pt x="54195" y="148918"/>
                        <a:pt x="54195" y="146127"/>
                      </a:cubicBezTo>
                      <a:cubicBezTo>
                        <a:pt x="54195" y="140591"/>
                        <a:pt x="32865" y="146352"/>
                        <a:pt x="32865" y="131319"/>
                      </a:cubicBezTo>
                      <a:lnTo>
                        <a:pt x="32865" y="97561"/>
                      </a:lnTo>
                      <a:cubicBezTo>
                        <a:pt x="43057" y="102647"/>
                        <a:pt x="50948" y="103817"/>
                        <a:pt x="56720" y="103817"/>
                      </a:cubicBezTo>
                      <a:cubicBezTo>
                        <a:pt x="93111" y="103817"/>
                        <a:pt x="106099" y="69789"/>
                        <a:pt x="106099" y="48949"/>
                      </a:cubicBezTo>
                      <a:cubicBezTo>
                        <a:pt x="106099" y="23518"/>
                        <a:pt x="91713" y="2003"/>
                        <a:pt x="64612" y="2003"/>
                      </a:cubicBezTo>
                      <a:cubicBezTo>
                        <a:pt x="55322" y="2003"/>
                        <a:pt x="44455" y="6639"/>
                        <a:pt x="32865" y="17261"/>
                      </a:cubicBezTo>
                      <a:lnTo>
                        <a:pt x="32865" y="4298"/>
                      </a:lnTo>
                      <a:cubicBezTo>
                        <a:pt x="32865" y="2003"/>
                        <a:pt x="31918" y="157"/>
                        <a:pt x="30069" y="157"/>
                      </a:cubicBezTo>
                      <a:cubicBezTo>
                        <a:pt x="26372" y="157"/>
                        <a:pt x="21276" y="4793"/>
                        <a:pt x="14782" y="7539"/>
                      </a:cubicBezTo>
                      <a:cubicBezTo>
                        <a:pt x="10138" y="9609"/>
                        <a:pt x="5042" y="11005"/>
                        <a:pt x="2246" y="11725"/>
                      </a:cubicBezTo>
                      <a:cubicBezTo>
                        <a:pt x="397" y="12175"/>
                        <a:pt x="172" y="13570"/>
                        <a:pt x="172" y="14246"/>
                      </a:cubicBezTo>
                      <a:close/>
                      <a:moveTo>
                        <a:pt x="57893" y="12850"/>
                      </a:moveTo>
                      <a:cubicBezTo>
                        <a:pt x="83642" y="12850"/>
                        <a:pt x="93337" y="39947"/>
                        <a:pt x="93337" y="59617"/>
                      </a:cubicBezTo>
                      <a:cubicBezTo>
                        <a:pt x="93337" y="77666"/>
                        <a:pt x="84543" y="98236"/>
                        <a:pt x="62988" y="98236"/>
                      </a:cubicBezTo>
                      <a:cubicBezTo>
                        <a:pt x="45627" y="98236"/>
                        <a:pt x="32865" y="88288"/>
                        <a:pt x="32865" y="77666"/>
                      </a:cubicBezTo>
                      <a:lnTo>
                        <a:pt x="32865" y="31620"/>
                      </a:lnTo>
                      <a:cubicBezTo>
                        <a:pt x="32865" y="25138"/>
                        <a:pt x="39133" y="12850"/>
                        <a:pt x="57893" y="1285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6" name="Gráfico 12">
                  <a:extLst>
                    <a:ext uri="{FF2B5EF4-FFF2-40B4-BE49-F238E27FC236}">
                      <a16:creationId xmlns:a16="http://schemas.microsoft.com/office/drawing/2014/main" id="{3EE960D0-6597-464D-AF8A-CFD8F51C4127}"/>
                    </a:ext>
                  </a:extLst>
                </p:cNvPr>
                <p:cNvSpPr/>
                <p:nvPr/>
              </p:nvSpPr>
              <p:spPr>
                <a:xfrm>
                  <a:off x="2335478" y="2745475"/>
                  <a:ext cx="87843" cy="101814"/>
                </a:xfrm>
                <a:custGeom>
                  <a:avLst/>
                  <a:gdLst>
                    <a:gd name="connsiteX0" fmla="*/ 182 w 87843"/>
                    <a:gd name="connsiteY0" fmla="*/ 54305 h 101814"/>
                    <a:gd name="connsiteX1" fmla="*/ 46990 w 87843"/>
                    <a:gd name="connsiteY1" fmla="*/ 101972 h 101814"/>
                    <a:gd name="connsiteX2" fmla="*/ 88026 w 87843"/>
                    <a:gd name="connsiteY2" fmla="*/ 79736 h 101814"/>
                    <a:gd name="connsiteX3" fmla="*/ 87079 w 87843"/>
                    <a:gd name="connsiteY3" fmla="*/ 78341 h 101814"/>
                    <a:gd name="connsiteX4" fmla="*/ 54385 w 87843"/>
                    <a:gd name="connsiteY4" fmla="*/ 90404 h 101814"/>
                    <a:gd name="connsiteX5" fmla="*/ 17092 w 87843"/>
                    <a:gd name="connsiteY5" fmla="*/ 40892 h 101814"/>
                    <a:gd name="connsiteX6" fmla="*/ 81532 w 87843"/>
                    <a:gd name="connsiteY6" fmla="*/ 40892 h 101814"/>
                    <a:gd name="connsiteX7" fmla="*/ 86628 w 87843"/>
                    <a:gd name="connsiteY7" fmla="*/ 36931 h 101814"/>
                    <a:gd name="connsiteX8" fmla="*/ 45592 w 87843"/>
                    <a:gd name="connsiteY8" fmla="*/ 157 h 101814"/>
                    <a:gd name="connsiteX9" fmla="*/ 182 w 87843"/>
                    <a:gd name="connsiteY9" fmla="*/ 54305 h 101814"/>
                    <a:gd name="connsiteX10" fmla="*/ 17092 w 87843"/>
                    <a:gd name="connsiteY10" fmla="*/ 34635 h 101814"/>
                    <a:gd name="connsiteX11" fmla="*/ 41669 w 87843"/>
                    <a:gd name="connsiteY11" fmla="*/ 5468 h 101814"/>
                    <a:gd name="connsiteX12" fmla="*/ 67373 w 87843"/>
                    <a:gd name="connsiteY12" fmla="*/ 29999 h 101814"/>
                    <a:gd name="connsiteX13" fmla="*/ 63224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182" y="54305"/>
                      </a:moveTo>
                      <a:cubicBezTo>
                        <a:pt x="182" y="69789"/>
                        <a:pt x="12222" y="101972"/>
                        <a:pt x="46990" y="101972"/>
                      </a:cubicBezTo>
                      <a:cubicBezTo>
                        <a:pt x="67869" y="101972"/>
                        <a:pt x="88026" y="85543"/>
                        <a:pt x="88026" y="79736"/>
                      </a:cubicBezTo>
                      <a:cubicBezTo>
                        <a:pt x="88026" y="78836"/>
                        <a:pt x="87800" y="78341"/>
                        <a:pt x="87079" y="78341"/>
                      </a:cubicBezTo>
                      <a:cubicBezTo>
                        <a:pt x="81758" y="78341"/>
                        <a:pt x="74813" y="90404"/>
                        <a:pt x="54385" y="90404"/>
                      </a:cubicBezTo>
                      <a:cubicBezTo>
                        <a:pt x="39549" y="90404"/>
                        <a:pt x="17092" y="78116"/>
                        <a:pt x="17092" y="40892"/>
                      </a:cubicBezTo>
                      <a:lnTo>
                        <a:pt x="81532" y="40892"/>
                      </a:lnTo>
                      <a:cubicBezTo>
                        <a:pt x="85681" y="40892"/>
                        <a:pt x="86628" y="39722"/>
                        <a:pt x="86628" y="36931"/>
                      </a:cubicBezTo>
                      <a:cubicBezTo>
                        <a:pt x="86628" y="27434"/>
                        <a:pt x="73866" y="157"/>
                        <a:pt x="45592" y="157"/>
                      </a:cubicBezTo>
                      <a:cubicBezTo>
                        <a:pt x="16371" y="157"/>
                        <a:pt x="182" y="25363"/>
                        <a:pt x="182" y="54305"/>
                      </a:cubicBezTo>
                      <a:close/>
                      <a:moveTo>
                        <a:pt x="17092" y="34635"/>
                      </a:moveTo>
                      <a:cubicBezTo>
                        <a:pt x="17092" y="21447"/>
                        <a:pt x="27735" y="5468"/>
                        <a:pt x="41669" y="5468"/>
                      </a:cubicBezTo>
                      <a:cubicBezTo>
                        <a:pt x="54656" y="5468"/>
                        <a:pt x="67373" y="17261"/>
                        <a:pt x="67373" y="29999"/>
                      </a:cubicBezTo>
                      <a:cubicBezTo>
                        <a:pt x="67373" y="33015"/>
                        <a:pt x="66245" y="34635"/>
                        <a:pt x="63224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7" name="Gráfico 12">
                  <a:extLst>
                    <a:ext uri="{FF2B5EF4-FFF2-40B4-BE49-F238E27FC236}">
                      <a16:creationId xmlns:a16="http://schemas.microsoft.com/office/drawing/2014/main" id="{B74441BE-F49A-43AB-8FC7-A05547425307}"/>
                    </a:ext>
                  </a:extLst>
                </p:cNvPr>
                <p:cNvSpPr/>
                <p:nvPr/>
              </p:nvSpPr>
              <p:spPr>
                <a:xfrm>
                  <a:off x="2434636" y="2743630"/>
                  <a:ext cx="72331" cy="102039"/>
                </a:xfrm>
                <a:custGeom>
                  <a:avLst/>
                  <a:gdLst>
                    <a:gd name="connsiteX0" fmla="*/ 191 w 72331"/>
                    <a:gd name="connsiteY0" fmla="*/ 14246 h 102039"/>
                    <a:gd name="connsiteX1" fmla="*/ 16876 w 72331"/>
                    <a:gd name="connsiteY1" fmla="*/ 26759 h 102039"/>
                    <a:gd name="connsiteX2" fmla="*/ 16876 w 72331"/>
                    <a:gd name="connsiteY2" fmla="*/ 86893 h 102039"/>
                    <a:gd name="connsiteX3" fmla="*/ 5061 w 72331"/>
                    <a:gd name="connsiteY3" fmla="*/ 100081 h 102039"/>
                    <a:gd name="connsiteX4" fmla="*/ 7631 w 72331"/>
                    <a:gd name="connsiteY4" fmla="*/ 102197 h 102039"/>
                    <a:gd name="connsiteX5" fmla="*/ 28736 w 72331"/>
                    <a:gd name="connsiteY5" fmla="*/ 101252 h 102039"/>
                    <a:gd name="connsiteX6" fmla="*/ 50742 w 72331"/>
                    <a:gd name="connsiteY6" fmla="*/ 102197 h 102039"/>
                    <a:gd name="connsiteX7" fmla="*/ 54439 w 72331"/>
                    <a:gd name="connsiteY7" fmla="*/ 99631 h 102039"/>
                    <a:gd name="connsiteX8" fmla="*/ 33831 w 72331"/>
                    <a:gd name="connsiteY8" fmla="*/ 82032 h 102039"/>
                    <a:gd name="connsiteX9" fmla="*/ 33831 w 72331"/>
                    <a:gd name="connsiteY9" fmla="*/ 30900 h 102039"/>
                    <a:gd name="connsiteX10" fmla="*/ 48893 w 72331"/>
                    <a:gd name="connsiteY10" fmla="*/ 17486 h 102039"/>
                    <a:gd name="connsiteX11" fmla="*/ 64180 w 72331"/>
                    <a:gd name="connsiteY11" fmla="*/ 22798 h 102039"/>
                    <a:gd name="connsiteX12" fmla="*/ 72522 w 72331"/>
                    <a:gd name="connsiteY12" fmla="*/ 12400 h 102039"/>
                    <a:gd name="connsiteX13" fmla="*/ 57235 w 72331"/>
                    <a:gd name="connsiteY13" fmla="*/ 2003 h 102039"/>
                    <a:gd name="connsiteX14" fmla="*/ 34282 w 72331"/>
                    <a:gd name="connsiteY14" fmla="*/ 21222 h 102039"/>
                    <a:gd name="connsiteX15" fmla="*/ 33831 w 72331"/>
                    <a:gd name="connsiteY15" fmla="*/ 21222 h 102039"/>
                    <a:gd name="connsiteX16" fmla="*/ 33831 w 72331"/>
                    <a:gd name="connsiteY16" fmla="*/ 3623 h 102039"/>
                    <a:gd name="connsiteX17" fmla="*/ 31035 w 72331"/>
                    <a:gd name="connsiteY17" fmla="*/ 157 h 102039"/>
                    <a:gd name="connsiteX18" fmla="*/ 14801 w 72331"/>
                    <a:gd name="connsiteY18" fmla="*/ 8034 h 102039"/>
                    <a:gd name="connsiteX19" fmla="*/ 4385 w 72331"/>
                    <a:gd name="connsiteY19" fmla="*/ 11500 h 102039"/>
                    <a:gd name="connsiteX20" fmla="*/ 191 w 72331"/>
                    <a:gd name="connsiteY20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2331" h="102039">
                      <a:moveTo>
                        <a:pt x="191" y="14246"/>
                      </a:moveTo>
                      <a:cubicBezTo>
                        <a:pt x="191" y="19107"/>
                        <a:pt x="16876" y="13345"/>
                        <a:pt x="16876" y="26759"/>
                      </a:cubicBezTo>
                      <a:lnTo>
                        <a:pt x="16876" y="86893"/>
                      </a:lnTo>
                      <a:cubicBezTo>
                        <a:pt x="16876" y="96165"/>
                        <a:pt x="5061" y="95220"/>
                        <a:pt x="5061" y="100081"/>
                      </a:cubicBezTo>
                      <a:cubicBezTo>
                        <a:pt x="5061" y="101477"/>
                        <a:pt x="5783" y="102197"/>
                        <a:pt x="7631" y="102197"/>
                      </a:cubicBezTo>
                      <a:cubicBezTo>
                        <a:pt x="9706" y="102197"/>
                        <a:pt x="13178" y="101252"/>
                        <a:pt x="28736" y="101252"/>
                      </a:cubicBezTo>
                      <a:cubicBezTo>
                        <a:pt x="42399" y="101252"/>
                        <a:pt x="47044" y="102197"/>
                        <a:pt x="50742" y="102197"/>
                      </a:cubicBezTo>
                      <a:cubicBezTo>
                        <a:pt x="53267" y="102197"/>
                        <a:pt x="54439" y="101702"/>
                        <a:pt x="54439" y="99631"/>
                      </a:cubicBezTo>
                      <a:cubicBezTo>
                        <a:pt x="54439" y="92249"/>
                        <a:pt x="33831" y="103097"/>
                        <a:pt x="33831" y="82032"/>
                      </a:cubicBezTo>
                      <a:lnTo>
                        <a:pt x="33831" y="30900"/>
                      </a:lnTo>
                      <a:cubicBezTo>
                        <a:pt x="33831" y="28154"/>
                        <a:pt x="39603" y="17486"/>
                        <a:pt x="48893" y="17486"/>
                      </a:cubicBezTo>
                      <a:cubicBezTo>
                        <a:pt x="57235" y="17486"/>
                        <a:pt x="59535" y="22798"/>
                        <a:pt x="64180" y="22798"/>
                      </a:cubicBezTo>
                      <a:cubicBezTo>
                        <a:pt x="66976" y="22798"/>
                        <a:pt x="72522" y="15866"/>
                        <a:pt x="72522" y="12400"/>
                      </a:cubicBezTo>
                      <a:cubicBezTo>
                        <a:pt x="72522" y="8034"/>
                        <a:pt x="62105" y="2003"/>
                        <a:pt x="57235" y="2003"/>
                      </a:cubicBezTo>
                      <a:cubicBezTo>
                        <a:pt x="47269" y="2003"/>
                        <a:pt x="38701" y="15191"/>
                        <a:pt x="34282" y="21222"/>
                      </a:cubicBezTo>
                      <a:lnTo>
                        <a:pt x="33831" y="21222"/>
                      </a:lnTo>
                      <a:lnTo>
                        <a:pt x="33831" y="3623"/>
                      </a:lnTo>
                      <a:cubicBezTo>
                        <a:pt x="33831" y="2228"/>
                        <a:pt x="32659" y="157"/>
                        <a:pt x="31035" y="157"/>
                      </a:cubicBezTo>
                      <a:cubicBezTo>
                        <a:pt x="27338" y="157"/>
                        <a:pt x="22467" y="4523"/>
                        <a:pt x="14801" y="8034"/>
                      </a:cubicBezTo>
                      <a:cubicBezTo>
                        <a:pt x="10878" y="9609"/>
                        <a:pt x="7180" y="10780"/>
                        <a:pt x="4385" y="11500"/>
                      </a:cubicBezTo>
                      <a:cubicBezTo>
                        <a:pt x="2310" y="11950"/>
                        <a:pt x="191" y="12400"/>
                        <a:pt x="191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8" name="Gráfico 12">
                  <a:extLst>
                    <a:ext uri="{FF2B5EF4-FFF2-40B4-BE49-F238E27FC236}">
                      <a16:creationId xmlns:a16="http://schemas.microsoft.com/office/drawing/2014/main" id="{65390075-F853-48AE-BC95-BF93748F9BD6}"/>
                    </a:ext>
                  </a:extLst>
                </p:cNvPr>
                <p:cNvSpPr/>
                <p:nvPr/>
              </p:nvSpPr>
              <p:spPr>
                <a:xfrm>
                  <a:off x="2516907" y="2745475"/>
                  <a:ext cx="92488" cy="101814"/>
                </a:xfrm>
                <a:custGeom>
                  <a:avLst/>
                  <a:gdLst>
                    <a:gd name="connsiteX0" fmla="*/ 198 w 92488"/>
                    <a:gd name="connsiteY0" fmla="*/ 26308 h 101814"/>
                    <a:gd name="connsiteX1" fmla="*/ 11110 w 92488"/>
                    <a:gd name="connsiteY1" fmla="*/ 33915 h 101814"/>
                    <a:gd name="connsiteX2" fmla="*/ 16206 w 92488"/>
                    <a:gd name="connsiteY2" fmla="*/ 29549 h 101814"/>
                    <a:gd name="connsiteX3" fmla="*/ 14808 w 92488"/>
                    <a:gd name="connsiteY3" fmla="*/ 20052 h 101814"/>
                    <a:gd name="connsiteX4" fmla="*/ 34740 w 92488"/>
                    <a:gd name="connsiteY4" fmla="*/ 6189 h 101814"/>
                    <a:gd name="connsiteX5" fmla="*/ 58865 w 92488"/>
                    <a:gd name="connsiteY5" fmla="*/ 25813 h 101814"/>
                    <a:gd name="connsiteX6" fmla="*/ 58865 w 92488"/>
                    <a:gd name="connsiteY6" fmla="*/ 44133 h 101814"/>
                    <a:gd name="connsiteX7" fmla="*/ 694 w 92488"/>
                    <a:gd name="connsiteY7" fmla="*/ 79961 h 101814"/>
                    <a:gd name="connsiteX8" fmla="*/ 25721 w 92488"/>
                    <a:gd name="connsiteY8" fmla="*/ 101972 h 101814"/>
                    <a:gd name="connsiteX9" fmla="*/ 61165 w 92488"/>
                    <a:gd name="connsiteY9" fmla="*/ 88513 h 101814"/>
                    <a:gd name="connsiteX10" fmla="*/ 79248 w 92488"/>
                    <a:gd name="connsiteY10" fmla="*/ 100351 h 101814"/>
                    <a:gd name="connsiteX11" fmla="*/ 92686 w 92488"/>
                    <a:gd name="connsiteY11" fmla="*/ 94545 h 101814"/>
                    <a:gd name="connsiteX12" fmla="*/ 89935 w 92488"/>
                    <a:gd name="connsiteY12" fmla="*/ 92925 h 101814"/>
                    <a:gd name="connsiteX13" fmla="*/ 85516 w 92488"/>
                    <a:gd name="connsiteY13" fmla="*/ 93375 h 101814"/>
                    <a:gd name="connsiteX14" fmla="*/ 75550 w 92488"/>
                    <a:gd name="connsiteY14" fmla="*/ 78341 h 101814"/>
                    <a:gd name="connsiteX15" fmla="*/ 75776 w 92488"/>
                    <a:gd name="connsiteY15" fmla="*/ 23518 h 101814"/>
                    <a:gd name="connsiteX16" fmla="*/ 37310 w 92488"/>
                    <a:gd name="connsiteY16" fmla="*/ 157 h 101814"/>
                    <a:gd name="connsiteX17" fmla="*/ 198 w 92488"/>
                    <a:gd name="connsiteY17" fmla="*/ 26308 h 101814"/>
                    <a:gd name="connsiteX18" fmla="*/ 58865 w 92488"/>
                    <a:gd name="connsiteY18" fmla="*/ 49669 h 101814"/>
                    <a:gd name="connsiteX19" fmla="*/ 58865 w 92488"/>
                    <a:gd name="connsiteY19" fmla="*/ 76946 h 101814"/>
                    <a:gd name="connsiteX20" fmla="*/ 34514 w 92488"/>
                    <a:gd name="connsiteY20" fmla="*/ 95220 h 101814"/>
                    <a:gd name="connsiteX21" fmla="*/ 15755 w 92488"/>
                    <a:gd name="connsiteY21" fmla="*/ 76946 h 101814"/>
                    <a:gd name="connsiteX22" fmla="*/ 58865 w 92488"/>
                    <a:gd name="connsiteY22" fmla="*/ 49669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92488" h="101814">
                      <a:moveTo>
                        <a:pt x="198" y="26308"/>
                      </a:moveTo>
                      <a:cubicBezTo>
                        <a:pt x="198" y="30449"/>
                        <a:pt x="7187" y="33915"/>
                        <a:pt x="11110" y="33915"/>
                      </a:cubicBezTo>
                      <a:cubicBezTo>
                        <a:pt x="15034" y="33915"/>
                        <a:pt x="16206" y="32520"/>
                        <a:pt x="16206" y="29549"/>
                      </a:cubicBezTo>
                      <a:cubicBezTo>
                        <a:pt x="16206" y="26984"/>
                        <a:pt x="14808" y="23518"/>
                        <a:pt x="14808" y="20052"/>
                      </a:cubicBezTo>
                      <a:cubicBezTo>
                        <a:pt x="14808" y="7539"/>
                        <a:pt x="23647" y="6189"/>
                        <a:pt x="34740" y="6189"/>
                      </a:cubicBezTo>
                      <a:cubicBezTo>
                        <a:pt x="52597" y="6189"/>
                        <a:pt x="58865" y="17261"/>
                        <a:pt x="58865" y="25813"/>
                      </a:cubicBezTo>
                      <a:lnTo>
                        <a:pt x="58865" y="44133"/>
                      </a:lnTo>
                      <a:cubicBezTo>
                        <a:pt x="3940" y="53135"/>
                        <a:pt x="694" y="68394"/>
                        <a:pt x="694" y="79961"/>
                      </a:cubicBezTo>
                      <a:cubicBezTo>
                        <a:pt x="694" y="94995"/>
                        <a:pt x="9036" y="101972"/>
                        <a:pt x="25721" y="101972"/>
                      </a:cubicBezTo>
                      <a:cubicBezTo>
                        <a:pt x="38708" y="101972"/>
                        <a:pt x="51425" y="96840"/>
                        <a:pt x="61165" y="88513"/>
                      </a:cubicBezTo>
                      <a:cubicBezTo>
                        <a:pt x="64412" y="96390"/>
                        <a:pt x="70680" y="100351"/>
                        <a:pt x="79248" y="100351"/>
                      </a:cubicBezTo>
                      <a:cubicBezTo>
                        <a:pt x="83216" y="100351"/>
                        <a:pt x="92686" y="99181"/>
                        <a:pt x="92686" y="94545"/>
                      </a:cubicBezTo>
                      <a:cubicBezTo>
                        <a:pt x="92686" y="93375"/>
                        <a:pt x="91784" y="92925"/>
                        <a:pt x="89935" y="92925"/>
                      </a:cubicBezTo>
                      <a:cubicBezTo>
                        <a:pt x="88537" y="92925"/>
                        <a:pt x="86914" y="93375"/>
                        <a:pt x="85516" y="93375"/>
                      </a:cubicBezTo>
                      <a:cubicBezTo>
                        <a:pt x="76723" y="93375"/>
                        <a:pt x="75550" y="85768"/>
                        <a:pt x="75550" y="78341"/>
                      </a:cubicBezTo>
                      <a:lnTo>
                        <a:pt x="75776" y="23518"/>
                      </a:lnTo>
                      <a:cubicBezTo>
                        <a:pt x="75776" y="13120"/>
                        <a:pt x="68380" y="157"/>
                        <a:pt x="37310" y="157"/>
                      </a:cubicBezTo>
                      <a:cubicBezTo>
                        <a:pt x="11561" y="157"/>
                        <a:pt x="198" y="17261"/>
                        <a:pt x="198" y="26308"/>
                      </a:cubicBezTo>
                      <a:close/>
                      <a:moveTo>
                        <a:pt x="58865" y="49669"/>
                      </a:moveTo>
                      <a:lnTo>
                        <a:pt x="58865" y="76946"/>
                      </a:lnTo>
                      <a:cubicBezTo>
                        <a:pt x="58865" y="87838"/>
                        <a:pt x="44480" y="95220"/>
                        <a:pt x="34514" y="95220"/>
                      </a:cubicBezTo>
                      <a:cubicBezTo>
                        <a:pt x="22023" y="95220"/>
                        <a:pt x="15755" y="89684"/>
                        <a:pt x="15755" y="76946"/>
                      </a:cubicBezTo>
                      <a:cubicBezTo>
                        <a:pt x="15755" y="56826"/>
                        <a:pt x="43082" y="53135"/>
                        <a:pt x="58865" y="4966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9" name="Gráfico 12">
                  <a:extLst>
                    <a:ext uri="{FF2B5EF4-FFF2-40B4-BE49-F238E27FC236}">
                      <a16:creationId xmlns:a16="http://schemas.microsoft.com/office/drawing/2014/main" id="{33066EAE-EE52-4B6D-AE01-387739E114B7}"/>
                    </a:ext>
                  </a:extLst>
                </p:cNvPr>
                <p:cNvSpPr/>
                <p:nvPr/>
              </p:nvSpPr>
              <p:spPr>
                <a:xfrm>
                  <a:off x="2617508" y="2745475"/>
                  <a:ext cx="91541" cy="101814"/>
                </a:xfrm>
                <a:custGeom>
                  <a:avLst/>
                  <a:gdLst>
                    <a:gd name="connsiteX0" fmla="*/ 206 w 91541"/>
                    <a:gd name="connsiteY0" fmla="*/ 52910 h 101814"/>
                    <a:gd name="connsiteX1" fmla="*/ 46112 w 91541"/>
                    <a:gd name="connsiteY1" fmla="*/ 101972 h 101814"/>
                    <a:gd name="connsiteX2" fmla="*/ 91748 w 91541"/>
                    <a:gd name="connsiteY2" fmla="*/ 78341 h 101814"/>
                    <a:gd name="connsiteX3" fmla="*/ 89899 w 91541"/>
                    <a:gd name="connsiteY3" fmla="*/ 76946 h 101814"/>
                    <a:gd name="connsiteX4" fmla="*/ 58153 w 91541"/>
                    <a:gd name="connsiteY4" fmla="*/ 90404 h 101814"/>
                    <a:gd name="connsiteX5" fmla="*/ 17117 w 91541"/>
                    <a:gd name="connsiteY5" fmla="*/ 44808 h 101814"/>
                    <a:gd name="connsiteX6" fmla="*/ 44489 w 91541"/>
                    <a:gd name="connsiteY6" fmla="*/ 7764 h 101814"/>
                    <a:gd name="connsiteX7" fmla="*/ 78806 w 91541"/>
                    <a:gd name="connsiteY7" fmla="*/ 27209 h 101814"/>
                    <a:gd name="connsiteX8" fmla="*/ 80655 w 91541"/>
                    <a:gd name="connsiteY8" fmla="*/ 19827 h 101814"/>
                    <a:gd name="connsiteX9" fmla="*/ 80655 w 91541"/>
                    <a:gd name="connsiteY9" fmla="*/ 11275 h 101814"/>
                    <a:gd name="connsiteX10" fmla="*/ 76236 w 91541"/>
                    <a:gd name="connsiteY10" fmla="*/ 4568 h 101814"/>
                    <a:gd name="connsiteX11" fmla="*/ 52381 w 91541"/>
                    <a:gd name="connsiteY11" fmla="*/ 157 h 101814"/>
                    <a:gd name="connsiteX12" fmla="*/ 206 w 91541"/>
                    <a:gd name="connsiteY12" fmla="*/ 52910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1541" h="101814">
                      <a:moveTo>
                        <a:pt x="206" y="52910"/>
                      </a:moveTo>
                      <a:cubicBezTo>
                        <a:pt x="206" y="78116"/>
                        <a:pt x="18966" y="101972"/>
                        <a:pt x="46112" y="101972"/>
                      </a:cubicBezTo>
                      <a:cubicBezTo>
                        <a:pt x="78310" y="101972"/>
                        <a:pt x="91748" y="81582"/>
                        <a:pt x="91748" y="78341"/>
                      </a:cubicBezTo>
                      <a:cubicBezTo>
                        <a:pt x="91748" y="77666"/>
                        <a:pt x="90621" y="76946"/>
                        <a:pt x="89899" y="76946"/>
                      </a:cubicBezTo>
                      <a:cubicBezTo>
                        <a:pt x="85976" y="77216"/>
                        <a:pt x="76461" y="90404"/>
                        <a:pt x="58153" y="90404"/>
                      </a:cubicBezTo>
                      <a:cubicBezTo>
                        <a:pt x="32178" y="90404"/>
                        <a:pt x="17117" y="70014"/>
                        <a:pt x="17117" y="44808"/>
                      </a:cubicBezTo>
                      <a:cubicBezTo>
                        <a:pt x="17117" y="28829"/>
                        <a:pt x="24332" y="7764"/>
                        <a:pt x="44489" y="7764"/>
                      </a:cubicBezTo>
                      <a:cubicBezTo>
                        <a:pt x="70463" y="7764"/>
                        <a:pt x="73440" y="27209"/>
                        <a:pt x="78806" y="27209"/>
                      </a:cubicBezTo>
                      <a:cubicBezTo>
                        <a:pt x="80429" y="27209"/>
                        <a:pt x="80655" y="24463"/>
                        <a:pt x="80655" y="19827"/>
                      </a:cubicBezTo>
                      <a:lnTo>
                        <a:pt x="80655" y="11275"/>
                      </a:lnTo>
                      <a:cubicBezTo>
                        <a:pt x="80655" y="7089"/>
                        <a:pt x="79708" y="6639"/>
                        <a:pt x="76236" y="4568"/>
                      </a:cubicBezTo>
                      <a:cubicBezTo>
                        <a:pt x="72312" y="2228"/>
                        <a:pt x="61850" y="157"/>
                        <a:pt x="52381" y="157"/>
                      </a:cubicBezTo>
                      <a:cubicBezTo>
                        <a:pt x="22934" y="157"/>
                        <a:pt x="206" y="24193"/>
                        <a:pt x="206" y="5291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0" name="Gráfico 12">
                  <a:extLst>
                    <a:ext uri="{FF2B5EF4-FFF2-40B4-BE49-F238E27FC236}">
                      <a16:creationId xmlns:a16="http://schemas.microsoft.com/office/drawing/2014/main" id="{20CABFA8-67C7-4653-B20F-41554E0BFB64}"/>
                    </a:ext>
                  </a:extLst>
                </p:cNvPr>
                <p:cNvSpPr/>
                <p:nvPr/>
              </p:nvSpPr>
              <p:spPr>
                <a:xfrm>
                  <a:off x="2725505" y="2697809"/>
                  <a:ext cx="47980" cy="147860"/>
                </a:xfrm>
                <a:custGeom>
                  <a:avLst/>
                  <a:gdLst>
                    <a:gd name="connsiteX0" fmla="*/ 11579 w 47980"/>
                    <a:gd name="connsiteY0" fmla="*/ 12400 h 147860"/>
                    <a:gd name="connsiteX1" fmla="*/ 21319 w 47980"/>
                    <a:gd name="connsiteY1" fmla="*/ 24463 h 147860"/>
                    <a:gd name="connsiteX2" fmla="*/ 31060 w 47980"/>
                    <a:gd name="connsiteY2" fmla="*/ 12400 h 147860"/>
                    <a:gd name="connsiteX3" fmla="*/ 21319 w 47980"/>
                    <a:gd name="connsiteY3" fmla="*/ 157 h 147860"/>
                    <a:gd name="connsiteX4" fmla="*/ 11579 w 47980"/>
                    <a:gd name="connsiteY4" fmla="*/ 12400 h 147860"/>
                    <a:gd name="connsiteX5" fmla="*/ 215 w 47980"/>
                    <a:gd name="connsiteY5" fmla="*/ 60067 h 147860"/>
                    <a:gd name="connsiteX6" fmla="*/ 12977 w 47980"/>
                    <a:gd name="connsiteY6" fmla="*/ 72355 h 147860"/>
                    <a:gd name="connsiteX7" fmla="*/ 12977 w 47980"/>
                    <a:gd name="connsiteY7" fmla="*/ 128348 h 147860"/>
                    <a:gd name="connsiteX8" fmla="*/ 6934 w 47980"/>
                    <a:gd name="connsiteY8" fmla="*/ 142436 h 147860"/>
                    <a:gd name="connsiteX9" fmla="*/ 2786 w 47980"/>
                    <a:gd name="connsiteY9" fmla="*/ 145452 h 147860"/>
                    <a:gd name="connsiteX10" fmla="*/ 6258 w 47980"/>
                    <a:gd name="connsiteY10" fmla="*/ 148018 h 147860"/>
                    <a:gd name="connsiteX11" fmla="*/ 22492 w 47980"/>
                    <a:gd name="connsiteY11" fmla="*/ 147073 h 147860"/>
                    <a:gd name="connsiteX12" fmla="*/ 43776 w 47980"/>
                    <a:gd name="connsiteY12" fmla="*/ 148018 h 147860"/>
                    <a:gd name="connsiteX13" fmla="*/ 48196 w 47980"/>
                    <a:gd name="connsiteY13" fmla="*/ 145452 h 147860"/>
                    <a:gd name="connsiteX14" fmla="*/ 29887 w 47980"/>
                    <a:gd name="connsiteY14" fmla="*/ 132939 h 147860"/>
                    <a:gd name="connsiteX15" fmla="*/ 29887 w 47980"/>
                    <a:gd name="connsiteY15" fmla="*/ 49444 h 147860"/>
                    <a:gd name="connsiteX16" fmla="*/ 27092 w 47980"/>
                    <a:gd name="connsiteY16" fmla="*/ 45978 h 147860"/>
                    <a:gd name="connsiteX17" fmla="*/ 19471 w 47980"/>
                    <a:gd name="connsiteY17" fmla="*/ 49444 h 147860"/>
                    <a:gd name="connsiteX18" fmla="*/ 3688 w 47980"/>
                    <a:gd name="connsiteY18" fmla="*/ 57051 h 147860"/>
                    <a:gd name="connsiteX19" fmla="*/ 215 w 47980"/>
                    <a:gd name="connsiteY19" fmla="*/ 60067 h 147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47980" h="147860">
                      <a:moveTo>
                        <a:pt x="11579" y="12400"/>
                      </a:moveTo>
                      <a:cubicBezTo>
                        <a:pt x="11579" y="14966"/>
                        <a:pt x="18524" y="24463"/>
                        <a:pt x="21319" y="24463"/>
                      </a:cubicBezTo>
                      <a:cubicBezTo>
                        <a:pt x="24341" y="24463"/>
                        <a:pt x="31060" y="15191"/>
                        <a:pt x="31060" y="12400"/>
                      </a:cubicBezTo>
                      <a:cubicBezTo>
                        <a:pt x="31060" y="9654"/>
                        <a:pt x="24341" y="157"/>
                        <a:pt x="21319" y="157"/>
                      </a:cubicBezTo>
                      <a:cubicBezTo>
                        <a:pt x="18524" y="157"/>
                        <a:pt x="11579" y="9879"/>
                        <a:pt x="11579" y="12400"/>
                      </a:cubicBezTo>
                      <a:close/>
                      <a:moveTo>
                        <a:pt x="215" y="60067"/>
                      </a:moveTo>
                      <a:cubicBezTo>
                        <a:pt x="215" y="64478"/>
                        <a:pt x="12977" y="59616"/>
                        <a:pt x="12977" y="72355"/>
                      </a:cubicBezTo>
                      <a:lnTo>
                        <a:pt x="12977" y="128348"/>
                      </a:lnTo>
                      <a:cubicBezTo>
                        <a:pt x="12977" y="139196"/>
                        <a:pt x="9730" y="141536"/>
                        <a:pt x="6934" y="142436"/>
                      </a:cubicBezTo>
                      <a:cubicBezTo>
                        <a:pt x="4635" y="143157"/>
                        <a:pt x="2786" y="143157"/>
                        <a:pt x="2786" y="145452"/>
                      </a:cubicBezTo>
                      <a:cubicBezTo>
                        <a:pt x="2786" y="147298"/>
                        <a:pt x="3913" y="148018"/>
                        <a:pt x="6258" y="148018"/>
                      </a:cubicBezTo>
                      <a:cubicBezTo>
                        <a:pt x="9279" y="148018"/>
                        <a:pt x="14600" y="147073"/>
                        <a:pt x="22492" y="147073"/>
                      </a:cubicBezTo>
                      <a:cubicBezTo>
                        <a:pt x="31736" y="147073"/>
                        <a:pt x="38951" y="148018"/>
                        <a:pt x="43776" y="148018"/>
                      </a:cubicBezTo>
                      <a:cubicBezTo>
                        <a:pt x="46121" y="148018"/>
                        <a:pt x="48196" y="147523"/>
                        <a:pt x="48196" y="145452"/>
                      </a:cubicBezTo>
                      <a:cubicBezTo>
                        <a:pt x="48196" y="139421"/>
                        <a:pt x="29887" y="144282"/>
                        <a:pt x="29887" y="132939"/>
                      </a:cubicBezTo>
                      <a:lnTo>
                        <a:pt x="29887" y="49444"/>
                      </a:lnTo>
                      <a:cubicBezTo>
                        <a:pt x="29887" y="48049"/>
                        <a:pt x="28986" y="45978"/>
                        <a:pt x="27092" y="45978"/>
                      </a:cubicBezTo>
                      <a:cubicBezTo>
                        <a:pt x="25468" y="45978"/>
                        <a:pt x="22717" y="47103"/>
                        <a:pt x="19471" y="49444"/>
                      </a:cubicBezTo>
                      <a:cubicBezTo>
                        <a:pt x="14600" y="52910"/>
                        <a:pt x="9279" y="55430"/>
                        <a:pt x="3688" y="57051"/>
                      </a:cubicBezTo>
                      <a:cubicBezTo>
                        <a:pt x="1613" y="57771"/>
                        <a:pt x="215" y="57996"/>
                        <a:pt x="215" y="60067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1" name="Gráfico 12">
                  <a:extLst>
                    <a:ext uri="{FF2B5EF4-FFF2-40B4-BE49-F238E27FC236}">
                      <a16:creationId xmlns:a16="http://schemas.microsoft.com/office/drawing/2014/main" id="{A61602FB-6246-4411-8262-03C942FF9DDF}"/>
                    </a:ext>
                  </a:extLst>
                </p:cNvPr>
                <p:cNvSpPr/>
                <p:nvPr/>
              </p:nvSpPr>
              <p:spPr>
                <a:xfrm>
                  <a:off x="2785064" y="2695243"/>
                  <a:ext cx="102003" cy="152046"/>
                </a:xfrm>
                <a:custGeom>
                  <a:avLst/>
                  <a:gdLst>
                    <a:gd name="connsiteX0" fmla="*/ 221 w 102003"/>
                    <a:gd name="connsiteY0" fmla="*/ 103142 h 152046"/>
                    <a:gd name="connsiteX1" fmla="*/ 52170 w 102003"/>
                    <a:gd name="connsiteY1" fmla="*/ 152204 h 152046"/>
                    <a:gd name="connsiteX2" fmla="*/ 102224 w 102003"/>
                    <a:gd name="connsiteY2" fmla="*/ 101972 h 152046"/>
                    <a:gd name="connsiteX3" fmla="*/ 51899 w 102003"/>
                    <a:gd name="connsiteY3" fmla="*/ 50389 h 152046"/>
                    <a:gd name="connsiteX4" fmla="*/ 221 w 102003"/>
                    <a:gd name="connsiteY4" fmla="*/ 103142 h 152046"/>
                    <a:gd name="connsiteX5" fmla="*/ 48201 w 102003"/>
                    <a:gd name="connsiteY5" fmla="*/ 55475 h 152046"/>
                    <a:gd name="connsiteX6" fmla="*/ 85990 w 102003"/>
                    <a:gd name="connsiteY6" fmla="*/ 105438 h 152046"/>
                    <a:gd name="connsiteX7" fmla="*/ 54244 w 102003"/>
                    <a:gd name="connsiteY7" fmla="*/ 147343 h 152046"/>
                    <a:gd name="connsiteX8" fmla="*/ 16455 w 102003"/>
                    <a:gd name="connsiteY8" fmla="*/ 95040 h 152046"/>
                    <a:gd name="connsiteX9" fmla="*/ 48201 w 102003"/>
                    <a:gd name="connsiteY9" fmla="*/ 55475 h 152046"/>
                    <a:gd name="connsiteX10" fmla="*/ 68855 w 102003"/>
                    <a:gd name="connsiteY10" fmla="*/ 5513 h 152046"/>
                    <a:gd name="connsiteX11" fmla="*/ 34763 w 102003"/>
                    <a:gd name="connsiteY11" fmla="*/ 39272 h 152046"/>
                    <a:gd name="connsiteX12" fmla="*/ 42880 w 102003"/>
                    <a:gd name="connsiteY12" fmla="*/ 39272 h 152046"/>
                    <a:gd name="connsiteX13" fmla="*/ 73003 w 102003"/>
                    <a:gd name="connsiteY13" fmla="*/ 20547 h 152046"/>
                    <a:gd name="connsiteX14" fmla="*/ 85765 w 102003"/>
                    <a:gd name="connsiteY14" fmla="*/ 8754 h 152046"/>
                    <a:gd name="connsiteX15" fmla="*/ 78324 w 102003"/>
                    <a:gd name="connsiteY15" fmla="*/ 157 h 152046"/>
                    <a:gd name="connsiteX16" fmla="*/ 68855 w 102003"/>
                    <a:gd name="connsiteY16" fmla="*/ 5513 h 1520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02003" h="152046">
                      <a:moveTo>
                        <a:pt x="221" y="103142"/>
                      </a:moveTo>
                      <a:cubicBezTo>
                        <a:pt x="221" y="134380"/>
                        <a:pt x="22001" y="152204"/>
                        <a:pt x="52170" y="152204"/>
                      </a:cubicBezTo>
                      <a:cubicBezTo>
                        <a:pt x="80669" y="152204"/>
                        <a:pt x="102224" y="130419"/>
                        <a:pt x="102224" y="101972"/>
                      </a:cubicBezTo>
                      <a:cubicBezTo>
                        <a:pt x="102224" y="61957"/>
                        <a:pt x="73454" y="50389"/>
                        <a:pt x="51899" y="50389"/>
                      </a:cubicBezTo>
                      <a:cubicBezTo>
                        <a:pt x="22723" y="50389"/>
                        <a:pt x="221" y="74695"/>
                        <a:pt x="221" y="103142"/>
                      </a:cubicBezTo>
                      <a:close/>
                      <a:moveTo>
                        <a:pt x="48201" y="55475"/>
                      </a:moveTo>
                      <a:cubicBezTo>
                        <a:pt x="76701" y="55475"/>
                        <a:pt x="85990" y="82527"/>
                        <a:pt x="85990" y="105438"/>
                      </a:cubicBezTo>
                      <a:cubicBezTo>
                        <a:pt x="85990" y="133659"/>
                        <a:pt x="73950" y="147343"/>
                        <a:pt x="54244" y="147343"/>
                      </a:cubicBezTo>
                      <a:cubicBezTo>
                        <a:pt x="27097" y="147343"/>
                        <a:pt x="16455" y="117500"/>
                        <a:pt x="16455" y="95040"/>
                      </a:cubicBezTo>
                      <a:cubicBezTo>
                        <a:pt x="16455" y="73300"/>
                        <a:pt x="27368" y="55475"/>
                        <a:pt x="48201" y="55475"/>
                      </a:cubicBezTo>
                      <a:close/>
                      <a:moveTo>
                        <a:pt x="68855" y="5513"/>
                      </a:moveTo>
                      <a:lnTo>
                        <a:pt x="34763" y="39272"/>
                      </a:lnTo>
                      <a:lnTo>
                        <a:pt x="42880" y="39272"/>
                      </a:lnTo>
                      <a:lnTo>
                        <a:pt x="73003" y="20547"/>
                      </a:lnTo>
                      <a:cubicBezTo>
                        <a:pt x="77648" y="17531"/>
                        <a:pt x="85765" y="14065"/>
                        <a:pt x="85765" y="8754"/>
                      </a:cubicBezTo>
                      <a:cubicBezTo>
                        <a:pt x="85765" y="4793"/>
                        <a:pt x="82969" y="157"/>
                        <a:pt x="78324" y="157"/>
                      </a:cubicBezTo>
                      <a:cubicBezTo>
                        <a:pt x="74176" y="157"/>
                        <a:pt x="71380" y="2948"/>
                        <a:pt x="68855" y="551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2" name="Gráfico 12">
                  <a:extLst>
                    <a:ext uri="{FF2B5EF4-FFF2-40B4-BE49-F238E27FC236}">
                      <a16:creationId xmlns:a16="http://schemas.microsoft.com/office/drawing/2014/main" id="{7B284433-8C70-46F2-9888-1E293D4FCBFA}"/>
                    </a:ext>
                  </a:extLst>
                </p:cNvPr>
                <p:cNvSpPr/>
                <p:nvPr/>
              </p:nvSpPr>
              <p:spPr>
                <a:xfrm>
                  <a:off x="2897246" y="2743630"/>
                  <a:ext cx="123558" cy="102039"/>
                </a:xfrm>
                <a:custGeom>
                  <a:avLst/>
                  <a:gdLst>
                    <a:gd name="connsiteX0" fmla="*/ 231 w 123558"/>
                    <a:gd name="connsiteY0" fmla="*/ 14246 h 102039"/>
                    <a:gd name="connsiteX1" fmla="*/ 17367 w 123558"/>
                    <a:gd name="connsiteY1" fmla="*/ 26759 h 102039"/>
                    <a:gd name="connsiteX2" fmla="*/ 17367 w 123558"/>
                    <a:gd name="connsiteY2" fmla="*/ 84823 h 102039"/>
                    <a:gd name="connsiteX3" fmla="*/ 3703 w 123558"/>
                    <a:gd name="connsiteY3" fmla="*/ 99406 h 102039"/>
                    <a:gd name="connsiteX4" fmla="*/ 7897 w 123558"/>
                    <a:gd name="connsiteY4" fmla="*/ 102197 h 102039"/>
                    <a:gd name="connsiteX5" fmla="*/ 27603 w 123558"/>
                    <a:gd name="connsiteY5" fmla="*/ 101252 h 102039"/>
                    <a:gd name="connsiteX6" fmla="*/ 49609 w 123558"/>
                    <a:gd name="connsiteY6" fmla="*/ 102197 h 102039"/>
                    <a:gd name="connsiteX7" fmla="*/ 54705 w 123558"/>
                    <a:gd name="connsiteY7" fmla="*/ 98956 h 102039"/>
                    <a:gd name="connsiteX8" fmla="*/ 34322 w 123558"/>
                    <a:gd name="connsiteY8" fmla="*/ 83652 h 102039"/>
                    <a:gd name="connsiteX9" fmla="*/ 34322 w 123558"/>
                    <a:gd name="connsiteY9" fmla="*/ 29774 h 102039"/>
                    <a:gd name="connsiteX10" fmla="*/ 61649 w 123558"/>
                    <a:gd name="connsiteY10" fmla="*/ 12175 h 102039"/>
                    <a:gd name="connsiteX11" fmla="*/ 88796 w 123558"/>
                    <a:gd name="connsiteY11" fmla="*/ 40622 h 102039"/>
                    <a:gd name="connsiteX12" fmla="*/ 88796 w 123558"/>
                    <a:gd name="connsiteY12" fmla="*/ 84823 h 102039"/>
                    <a:gd name="connsiteX13" fmla="*/ 78785 w 123558"/>
                    <a:gd name="connsiteY13" fmla="*/ 99406 h 102039"/>
                    <a:gd name="connsiteX14" fmla="*/ 82979 w 123558"/>
                    <a:gd name="connsiteY14" fmla="*/ 102197 h 102039"/>
                    <a:gd name="connsiteX15" fmla="*/ 99889 w 123558"/>
                    <a:gd name="connsiteY15" fmla="*/ 101252 h 102039"/>
                    <a:gd name="connsiteX16" fmla="*/ 119821 w 123558"/>
                    <a:gd name="connsiteY16" fmla="*/ 102197 h 102039"/>
                    <a:gd name="connsiteX17" fmla="*/ 123790 w 123558"/>
                    <a:gd name="connsiteY17" fmla="*/ 98956 h 102039"/>
                    <a:gd name="connsiteX18" fmla="*/ 105707 w 123558"/>
                    <a:gd name="connsiteY18" fmla="*/ 83427 h 102039"/>
                    <a:gd name="connsiteX19" fmla="*/ 105707 w 123558"/>
                    <a:gd name="connsiteY19" fmla="*/ 45708 h 102039"/>
                    <a:gd name="connsiteX20" fmla="*/ 67918 w 123558"/>
                    <a:gd name="connsiteY20" fmla="*/ 2003 h 102039"/>
                    <a:gd name="connsiteX21" fmla="*/ 34322 w 123558"/>
                    <a:gd name="connsiteY21" fmla="*/ 19332 h 102039"/>
                    <a:gd name="connsiteX22" fmla="*/ 34322 w 123558"/>
                    <a:gd name="connsiteY22" fmla="*/ 3623 h 102039"/>
                    <a:gd name="connsiteX23" fmla="*/ 31526 w 123558"/>
                    <a:gd name="connsiteY23" fmla="*/ 157 h 102039"/>
                    <a:gd name="connsiteX24" fmla="*/ 16690 w 123558"/>
                    <a:gd name="connsiteY24" fmla="*/ 7089 h 102039"/>
                    <a:gd name="connsiteX25" fmla="*/ 3027 w 123558"/>
                    <a:gd name="connsiteY25" fmla="*/ 11500 h 102039"/>
                    <a:gd name="connsiteX26" fmla="*/ 231 w 123558"/>
                    <a:gd name="connsiteY26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23558" h="102039">
                      <a:moveTo>
                        <a:pt x="231" y="14246"/>
                      </a:moveTo>
                      <a:cubicBezTo>
                        <a:pt x="231" y="19107"/>
                        <a:pt x="17367" y="13345"/>
                        <a:pt x="17367" y="26759"/>
                      </a:cubicBezTo>
                      <a:lnTo>
                        <a:pt x="17367" y="84823"/>
                      </a:lnTo>
                      <a:cubicBezTo>
                        <a:pt x="17367" y="98956"/>
                        <a:pt x="3703" y="94995"/>
                        <a:pt x="3703" y="99406"/>
                      </a:cubicBezTo>
                      <a:cubicBezTo>
                        <a:pt x="3703" y="101702"/>
                        <a:pt x="5101" y="102197"/>
                        <a:pt x="7897" y="102197"/>
                      </a:cubicBezTo>
                      <a:cubicBezTo>
                        <a:pt x="11144" y="102197"/>
                        <a:pt x="14842" y="101252"/>
                        <a:pt x="27603" y="101252"/>
                      </a:cubicBezTo>
                      <a:cubicBezTo>
                        <a:pt x="41041" y="101252"/>
                        <a:pt x="45416" y="102197"/>
                        <a:pt x="49609" y="102197"/>
                      </a:cubicBezTo>
                      <a:cubicBezTo>
                        <a:pt x="53082" y="102197"/>
                        <a:pt x="54705" y="101702"/>
                        <a:pt x="54705" y="98956"/>
                      </a:cubicBezTo>
                      <a:cubicBezTo>
                        <a:pt x="54705" y="92699"/>
                        <a:pt x="34322" y="99181"/>
                        <a:pt x="34322" y="83652"/>
                      </a:cubicBezTo>
                      <a:lnTo>
                        <a:pt x="34322" y="29774"/>
                      </a:lnTo>
                      <a:cubicBezTo>
                        <a:pt x="34322" y="26534"/>
                        <a:pt x="42169" y="12175"/>
                        <a:pt x="61649" y="12175"/>
                      </a:cubicBezTo>
                      <a:cubicBezTo>
                        <a:pt x="81581" y="12175"/>
                        <a:pt x="88796" y="31170"/>
                        <a:pt x="88796" y="40622"/>
                      </a:cubicBezTo>
                      <a:lnTo>
                        <a:pt x="88796" y="84823"/>
                      </a:lnTo>
                      <a:cubicBezTo>
                        <a:pt x="88796" y="99181"/>
                        <a:pt x="78785" y="94770"/>
                        <a:pt x="78785" y="99406"/>
                      </a:cubicBezTo>
                      <a:cubicBezTo>
                        <a:pt x="78785" y="101702"/>
                        <a:pt x="80183" y="102197"/>
                        <a:pt x="82979" y="102197"/>
                      </a:cubicBezTo>
                      <a:cubicBezTo>
                        <a:pt x="86451" y="102197"/>
                        <a:pt x="90645" y="101252"/>
                        <a:pt x="99889" y="101252"/>
                      </a:cubicBezTo>
                      <a:cubicBezTo>
                        <a:pt x="111028" y="101252"/>
                        <a:pt x="116574" y="102197"/>
                        <a:pt x="119821" y="102197"/>
                      </a:cubicBezTo>
                      <a:cubicBezTo>
                        <a:pt x="122166" y="102197"/>
                        <a:pt x="123790" y="101702"/>
                        <a:pt x="123790" y="98956"/>
                      </a:cubicBezTo>
                      <a:cubicBezTo>
                        <a:pt x="123790" y="92474"/>
                        <a:pt x="105707" y="99631"/>
                        <a:pt x="105707" y="83427"/>
                      </a:cubicBezTo>
                      <a:lnTo>
                        <a:pt x="105707" y="45708"/>
                      </a:lnTo>
                      <a:cubicBezTo>
                        <a:pt x="105707" y="22122"/>
                        <a:pt x="95245" y="2003"/>
                        <a:pt x="67918" y="2003"/>
                      </a:cubicBezTo>
                      <a:cubicBezTo>
                        <a:pt x="46813" y="2003"/>
                        <a:pt x="35224" y="19602"/>
                        <a:pt x="34322" y="19332"/>
                      </a:cubicBezTo>
                      <a:lnTo>
                        <a:pt x="34322" y="3623"/>
                      </a:lnTo>
                      <a:cubicBezTo>
                        <a:pt x="34322" y="2228"/>
                        <a:pt x="33375" y="157"/>
                        <a:pt x="31526" y="157"/>
                      </a:cubicBezTo>
                      <a:cubicBezTo>
                        <a:pt x="27603" y="157"/>
                        <a:pt x="23635" y="4298"/>
                        <a:pt x="16690" y="7089"/>
                      </a:cubicBezTo>
                      <a:cubicBezTo>
                        <a:pt x="11595" y="9159"/>
                        <a:pt x="7626" y="10780"/>
                        <a:pt x="3027" y="11500"/>
                      </a:cubicBezTo>
                      <a:cubicBezTo>
                        <a:pt x="231" y="11950"/>
                        <a:pt x="231" y="13795"/>
                        <a:pt x="231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</p:grpSp>
          <p:grpSp>
            <p:nvGrpSpPr>
              <p:cNvPr id="21" name="Gráfico 12">
                <a:extLst>
                  <a:ext uri="{FF2B5EF4-FFF2-40B4-BE49-F238E27FC236}">
                    <a16:creationId xmlns:a16="http://schemas.microsoft.com/office/drawing/2014/main" id="{BBE15D52-0C12-40BB-92F0-27BE60484966}"/>
                  </a:ext>
                </a:extLst>
              </p:cNvPr>
              <p:cNvGrpSpPr/>
              <p:nvPr/>
            </p:nvGrpSpPr>
            <p:grpSpPr>
              <a:xfrm>
                <a:off x="3104492" y="2274904"/>
                <a:ext cx="1783649" cy="199308"/>
                <a:chOff x="3104522" y="2685981"/>
                <a:chExt cx="1783649" cy="199308"/>
              </a:xfrm>
              <a:grpFill/>
            </p:grpSpPr>
            <p:sp>
              <p:nvSpPr>
                <p:cNvPr id="22" name="Gráfico 12">
                  <a:extLst>
                    <a:ext uri="{FF2B5EF4-FFF2-40B4-BE49-F238E27FC236}">
                      <a16:creationId xmlns:a16="http://schemas.microsoft.com/office/drawing/2014/main" id="{968C3EFD-CE9E-48E4-B2A0-2173A7D64651}"/>
                    </a:ext>
                  </a:extLst>
                </p:cNvPr>
                <p:cNvSpPr/>
                <p:nvPr/>
              </p:nvSpPr>
              <p:spPr>
                <a:xfrm>
                  <a:off x="3104522" y="2726131"/>
                  <a:ext cx="101552" cy="159158"/>
                </a:xfrm>
                <a:custGeom>
                  <a:avLst/>
                  <a:gdLst>
                    <a:gd name="connsiteX0" fmla="*/ 248 w 101552"/>
                    <a:gd name="connsiteY0" fmla="*/ 3037 h 159158"/>
                    <a:gd name="connsiteX1" fmla="*/ 13415 w 101552"/>
                    <a:gd name="connsiteY1" fmla="*/ 3037 h 159158"/>
                    <a:gd name="connsiteX2" fmla="*/ 13415 w 101552"/>
                    <a:gd name="connsiteY2" fmla="*/ 23022 h 159158"/>
                    <a:gd name="connsiteX3" fmla="*/ 29289 w 101552"/>
                    <a:gd name="connsiteY3" fmla="*/ 5738 h 159158"/>
                    <a:gd name="connsiteX4" fmla="*/ 52377 w 101552"/>
                    <a:gd name="connsiteY4" fmla="*/ 157 h 159158"/>
                    <a:gd name="connsiteX5" fmla="*/ 88633 w 101552"/>
                    <a:gd name="connsiteY5" fmla="*/ 16001 h 159158"/>
                    <a:gd name="connsiteX6" fmla="*/ 101800 w 101552"/>
                    <a:gd name="connsiteY6" fmla="*/ 58851 h 159158"/>
                    <a:gd name="connsiteX7" fmla="*/ 88452 w 101552"/>
                    <a:gd name="connsiteY7" fmla="*/ 102061 h 159158"/>
                    <a:gd name="connsiteX8" fmla="*/ 51655 w 101552"/>
                    <a:gd name="connsiteY8" fmla="*/ 117545 h 159158"/>
                    <a:gd name="connsiteX9" fmla="*/ 13415 w 101552"/>
                    <a:gd name="connsiteY9" fmla="*/ 95220 h 159158"/>
                    <a:gd name="connsiteX10" fmla="*/ 13415 w 101552"/>
                    <a:gd name="connsiteY10" fmla="*/ 159315 h 159158"/>
                    <a:gd name="connsiteX11" fmla="*/ 248 w 101552"/>
                    <a:gd name="connsiteY11" fmla="*/ 159315 h 159158"/>
                    <a:gd name="connsiteX12" fmla="*/ 50393 w 101552"/>
                    <a:gd name="connsiteY12" fmla="*/ 106022 h 159158"/>
                    <a:gd name="connsiteX13" fmla="*/ 78532 w 101552"/>
                    <a:gd name="connsiteY13" fmla="*/ 93779 h 159158"/>
                    <a:gd name="connsiteX14" fmla="*/ 88272 w 101552"/>
                    <a:gd name="connsiteY14" fmla="*/ 58851 h 159158"/>
                    <a:gd name="connsiteX15" fmla="*/ 78351 w 101552"/>
                    <a:gd name="connsiteY15" fmla="*/ 24103 h 159158"/>
                    <a:gd name="connsiteX16" fmla="*/ 50393 w 101552"/>
                    <a:gd name="connsiteY16" fmla="*/ 11680 h 159158"/>
                    <a:gd name="connsiteX17" fmla="*/ 22615 w 101552"/>
                    <a:gd name="connsiteY17" fmla="*/ 23923 h 159158"/>
                    <a:gd name="connsiteX18" fmla="*/ 12874 w 101552"/>
                    <a:gd name="connsiteY18" fmla="*/ 58851 h 159158"/>
                    <a:gd name="connsiteX19" fmla="*/ 22795 w 101552"/>
                    <a:gd name="connsiteY19" fmla="*/ 93599 h 159158"/>
                    <a:gd name="connsiteX20" fmla="*/ 50393 w 101552"/>
                    <a:gd name="connsiteY20" fmla="*/ 106022 h 15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01552" h="159158">
                      <a:moveTo>
                        <a:pt x="248" y="3037"/>
                      </a:moveTo>
                      <a:lnTo>
                        <a:pt x="13415" y="3037"/>
                      </a:lnTo>
                      <a:lnTo>
                        <a:pt x="13415" y="23022"/>
                      </a:lnTo>
                      <a:cubicBezTo>
                        <a:pt x="17609" y="15235"/>
                        <a:pt x="22885" y="9474"/>
                        <a:pt x="29289" y="5738"/>
                      </a:cubicBezTo>
                      <a:cubicBezTo>
                        <a:pt x="35647" y="2047"/>
                        <a:pt x="43358" y="157"/>
                        <a:pt x="52377" y="157"/>
                      </a:cubicBezTo>
                      <a:cubicBezTo>
                        <a:pt x="67754" y="157"/>
                        <a:pt x="79839" y="5468"/>
                        <a:pt x="88633" y="16001"/>
                      </a:cubicBezTo>
                      <a:cubicBezTo>
                        <a:pt x="97381" y="26443"/>
                        <a:pt x="101800" y="40757"/>
                        <a:pt x="101800" y="58851"/>
                      </a:cubicBezTo>
                      <a:cubicBezTo>
                        <a:pt x="101800" y="77215"/>
                        <a:pt x="97336" y="91619"/>
                        <a:pt x="88452" y="102061"/>
                      </a:cubicBezTo>
                      <a:cubicBezTo>
                        <a:pt x="79524" y="112414"/>
                        <a:pt x="67258" y="117545"/>
                        <a:pt x="51655" y="117545"/>
                      </a:cubicBezTo>
                      <a:cubicBezTo>
                        <a:pt x="34790" y="117545"/>
                        <a:pt x="22074" y="110118"/>
                        <a:pt x="13415" y="95220"/>
                      </a:cubicBezTo>
                      <a:lnTo>
                        <a:pt x="13415" y="159315"/>
                      </a:lnTo>
                      <a:lnTo>
                        <a:pt x="248" y="159315"/>
                      </a:lnTo>
                      <a:close/>
                      <a:moveTo>
                        <a:pt x="50393" y="106022"/>
                      </a:moveTo>
                      <a:cubicBezTo>
                        <a:pt x="62659" y="106022"/>
                        <a:pt x="72038" y="101971"/>
                        <a:pt x="78532" y="93779"/>
                      </a:cubicBezTo>
                      <a:cubicBezTo>
                        <a:pt x="85025" y="85632"/>
                        <a:pt x="88272" y="73975"/>
                        <a:pt x="88272" y="58851"/>
                      </a:cubicBezTo>
                      <a:cubicBezTo>
                        <a:pt x="88272" y="43862"/>
                        <a:pt x="84935" y="32295"/>
                        <a:pt x="78351" y="24103"/>
                      </a:cubicBezTo>
                      <a:cubicBezTo>
                        <a:pt x="71722" y="15821"/>
                        <a:pt x="62388" y="11680"/>
                        <a:pt x="50393" y="11680"/>
                      </a:cubicBezTo>
                      <a:cubicBezTo>
                        <a:pt x="38353" y="11680"/>
                        <a:pt x="29108" y="15776"/>
                        <a:pt x="22615" y="23923"/>
                      </a:cubicBezTo>
                      <a:cubicBezTo>
                        <a:pt x="16121" y="32114"/>
                        <a:pt x="12874" y="43727"/>
                        <a:pt x="12874" y="58851"/>
                      </a:cubicBezTo>
                      <a:cubicBezTo>
                        <a:pt x="12874" y="73614"/>
                        <a:pt x="16166" y="85227"/>
                        <a:pt x="22795" y="93599"/>
                      </a:cubicBezTo>
                      <a:cubicBezTo>
                        <a:pt x="29379" y="101881"/>
                        <a:pt x="38578" y="106022"/>
                        <a:pt x="50393" y="10602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3" name="Gráfico 12">
                  <a:extLst>
                    <a:ext uri="{FF2B5EF4-FFF2-40B4-BE49-F238E27FC236}">
                      <a16:creationId xmlns:a16="http://schemas.microsoft.com/office/drawing/2014/main" id="{2827B8D4-E2E0-41C8-AC2E-E8AA385805C9}"/>
                    </a:ext>
                  </a:extLst>
                </p:cNvPr>
                <p:cNvSpPr/>
                <p:nvPr/>
              </p:nvSpPr>
              <p:spPr>
                <a:xfrm>
                  <a:off x="3227673" y="2726131"/>
                  <a:ext cx="103536" cy="117208"/>
                </a:xfrm>
                <a:custGeom>
                  <a:avLst/>
                  <a:gdLst>
                    <a:gd name="connsiteX0" fmla="*/ 37236 w 103536"/>
                    <a:gd name="connsiteY0" fmla="*/ 117365 h 117208"/>
                    <a:gd name="connsiteX1" fmla="*/ 10180 w 103536"/>
                    <a:gd name="connsiteY1" fmla="*/ 108543 h 117208"/>
                    <a:gd name="connsiteX2" fmla="*/ 259 w 103536"/>
                    <a:gd name="connsiteY2" fmla="*/ 85137 h 117208"/>
                    <a:gd name="connsiteX3" fmla="*/ 4769 w 103536"/>
                    <a:gd name="connsiteY3" fmla="*/ 68393 h 117208"/>
                    <a:gd name="connsiteX4" fmla="*/ 18116 w 103536"/>
                    <a:gd name="connsiteY4" fmla="*/ 57050 h 117208"/>
                    <a:gd name="connsiteX5" fmla="*/ 51486 w 103536"/>
                    <a:gd name="connsiteY5" fmla="*/ 50929 h 117208"/>
                    <a:gd name="connsiteX6" fmla="*/ 58341 w 103536"/>
                    <a:gd name="connsiteY6" fmla="*/ 50209 h 117208"/>
                    <a:gd name="connsiteX7" fmla="*/ 61948 w 103536"/>
                    <a:gd name="connsiteY7" fmla="*/ 49669 h 117208"/>
                    <a:gd name="connsiteX8" fmla="*/ 78002 w 103536"/>
                    <a:gd name="connsiteY8" fmla="*/ 35805 h 117208"/>
                    <a:gd name="connsiteX9" fmla="*/ 71508 w 103536"/>
                    <a:gd name="connsiteY9" fmla="*/ 17261 h 117208"/>
                    <a:gd name="connsiteX10" fmla="*/ 50224 w 103536"/>
                    <a:gd name="connsiteY10" fmla="*/ 11680 h 117208"/>
                    <a:gd name="connsiteX11" fmla="*/ 27135 w 103536"/>
                    <a:gd name="connsiteY11" fmla="*/ 17981 h 117208"/>
                    <a:gd name="connsiteX12" fmla="*/ 18477 w 103536"/>
                    <a:gd name="connsiteY12" fmla="*/ 36346 h 117208"/>
                    <a:gd name="connsiteX13" fmla="*/ 5851 w 103536"/>
                    <a:gd name="connsiteY13" fmla="*/ 36346 h 117208"/>
                    <a:gd name="connsiteX14" fmla="*/ 18116 w 103536"/>
                    <a:gd name="connsiteY14" fmla="*/ 9879 h 117208"/>
                    <a:gd name="connsiteX15" fmla="*/ 50224 w 103536"/>
                    <a:gd name="connsiteY15" fmla="*/ 157 h 117208"/>
                    <a:gd name="connsiteX16" fmla="*/ 80527 w 103536"/>
                    <a:gd name="connsiteY16" fmla="*/ 8799 h 117208"/>
                    <a:gd name="connsiteX17" fmla="*/ 90989 w 103536"/>
                    <a:gd name="connsiteY17" fmla="*/ 34005 h 117208"/>
                    <a:gd name="connsiteX18" fmla="*/ 90989 w 103536"/>
                    <a:gd name="connsiteY18" fmla="*/ 94680 h 117208"/>
                    <a:gd name="connsiteX19" fmla="*/ 92612 w 103536"/>
                    <a:gd name="connsiteY19" fmla="*/ 103322 h 117208"/>
                    <a:gd name="connsiteX20" fmla="*/ 98926 w 103536"/>
                    <a:gd name="connsiteY20" fmla="*/ 105122 h 117208"/>
                    <a:gd name="connsiteX21" fmla="*/ 101631 w 103536"/>
                    <a:gd name="connsiteY21" fmla="*/ 105122 h 117208"/>
                    <a:gd name="connsiteX22" fmla="*/ 103796 w 103536"/>
                    <a:gd name="connsiteY22" fmla="*/ 104762 h 117208"/>
                    <a:gd name="connsiteX23" fmla="*/ 103796 w 103536"/>
                    <a:gd name="connsiteY23" fmla="*/ 114484 h 117208"/>
                    <a:gd name="connsiteX24" fmla="*/ 94416 w 103536"/>
                    <a:gd name="connsiteY24" fmla="*/ 115565 h 117208"/>
                    <a:gd name="connsiteX25" fmla="*/ 78543 w 103536"/>
                    <a:gd name="connsiteY25" fmla="*/ 100081 h 117208"/>
                    <a:gd name="connsiteX26" fmla="*/ 78543 w 103536"/>
                    <a:gd name="connsiteY26" fmla="*/ 98460 h 117208"/>
                    <a:gd name="connsiteX27" fmla="*/ 37236 w 103536"/>
                    <a:gd name="connsiteY27" fmla="*/ 117365 h 117208"/>
                    <a:gd name="connsiteX28" fmla="*/ 38679 w 103536"/>
                    <a:gd name="connsiteY28" fmla="*/ 105662 h 117208"/>
                    <a:gd name="connsiteX29" fmla="*/ 67179 w 103536"/>
                    <a:gd name="connsiteY29" fmla="*/ 96660 h 117208"/>
                    <a:gd name="connsiteX30" fmla="*/ 77641 w 103536"/>
                    <a:gd name="connsiteY30" fmla="*/ 71454 h 117208"/>
                    <a:gd name="connsiteX31" fmla="*/ 77641 w 103536"/>
                    <a:gd name="connsiteY31" fmla="*/ 56150 h 117208"/>
                    <a:gd name="connsiteX32" fmla="*/ 64654 w 103536"/>
                    <a:gd name="connsiteY32" fmla="*/ 59031 h 117208"/>
                    <a:gd name="connsiteX33" fmla="*/ 38499 w 103536"/>
                    <a:gd name="connsiteY33" fmla="*/ 61191 h 117208"/>
                    <a:gd name="connsiteX34" fmla="*/ 19920 w 103536"/>
                    <a:gd name="connsiteY34" fmla="*/ 70554 h 117208"/>
                    <a:gd name="connsiteX35" fmla="*/ 13607 w 103536"/>
                    <a:gd name="connsiteY35" fmla="*/ 84777 h 117208"/>
                    <a:gd name="connsiteX36" fmla="*/ 20281 w 103536"/>
                    <a:gd name="connsiteY36" fmla="*/ 100081 h 117208"/>
                    <a:gd name="connsiteX37" fmla="*/ 38679 w 103536"/>
                    <a:gd name="connsiteY37" fmla="*/ 105662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103536" h="117208">
                      <a:moveTo>
                        <a:pt x="37236" y="117365"/>
                      </a:moveTo>
                      <a:cubicBezTo>
                        <a:pt x="25918" y="117365"/>
                        <a:pt x="16899" y="114439"/>
                        <a:pt x="10180" y="108543"/>
                      </a:cubicBezTo>
                      <a:cubicBezTo>
                        <a:pt x="3551" y="102692"/>
                        <a:pt x="259" y="94860"/>
                        <a:pt x="259" y="85137"/>
                      </a:cubicBezTo>
                      <a:cubicBezTo>
                        <a:pt x="259" y="78656"/>
                        <a:pt x="1747" y="73074"/>
                        <a:pt x="4769" y="68393"/>
                      </a:cubicBezTo>
                      <a:cubicBezTo>
                        <a:pt x="7745" y="63622"/>
                        <a:pt x="12209" y="59841"/>
                        <a:pt x="18116" y="57050"/>
                      </a:cubicBezTo>
                      <a:cubicBezTo>
                        <a:pt x="24971" y="53945"/>
                        <a:pt x="36064" y="51919"/>
                        <a:pt x="51486" y="50929"/>
                      </a:cubicBezTo>
                      <a:lnTo>
                        <a:pt x="58341" y="50209"/>
                      </a:lnTo>
                      <a:lnTo>
                        <a:pt x="61948" y="49669"/>
                      </a:lnTo>
                      <a:cubicBezTo>
                        <a:pt x="72636" y="47508"/>
                        <a:pt x="78002" y="42917"/>
                        <a:pt x="78002" y="35805"/>
                      </a:cubicBezTo>
                      <a:cubicBezTo>
                        <a:pt x="78002" y="27163"/>
                        <a:pt x="75837" y="20997"/>
                        <a:pt x="71508" y="17261"/>
                      </a:cubicBezTo>
                      <a:cubicBezTo>
                        <a:pt x="67179" y="13570"/>
                        <a:pt x="60054" y="11680"/>
                        <a:pt x="50224" y="11680"/>
                      </a:cubicBezTo>
                      <a:cubicBezTo>
                        <a:pt x="40123" y="11680"/>
                        <a:pt x="32411" y="13795"/>
                        <a:pt x="27135" y="17981"/>
                      </a:cubicBezTo>
                      <a:cubicBezTo>
                        <a:pt x="21814" y="22077"/>
                        <a:pt x="18928" y="28199"/>
                        <a:pt x="18477" y="36346"/>
                      </a:cubicBezTo>
                      <a:lnTo>
                        <a:pt x="5851" y="36346"/>
                      </a:lnTo>
                      <a:cubicBezTo>
                        <a:pt x="6076" y="25183"/>
                        <a:pt x="10180" y="16361"/>
                        <a:pt x="18116" y="9879"/>
                      </a:cubicBezTo>
                      <a:cubicBezTo>
                        <a:pt x="26053" y="3398"/>
                        <a:pt x="36740" y="157"/>
                        <a:pt x="50224" y="157"/>
                      </a:cubicBezTo>
                      <a:cubicBezTo>
                        <a:pt x="63572" y="157"/>
                        <a:pt x="73673" y="3037"/>
                        <a:pt x="80527" y="8799"/>
                      </a:cubicBezTo>
                      <a:cubicBezTo>
                        <a:pt x="87472" y="14560"/>
                        <a:pt x="90989" y="22977"/>
                        <a:pt x="90989" y="34005"/>
                      </a:cubicBezTo>
                      <a:lnTo>
                        <a:pt x="90989" y="94680"/>
                      </a:lnTo>
                      <a:cubicBezTo>
                        <a:pt x="90989" y="99136"/>
                        <a:pt x="91530" y="102016"/>
                        <a:pt x="92612" y="103322"/>
                      </a:cubicBezTo>
                      <a:cubicBezTo>
                        <a:pt x="93695" y="104537"/>
                        <a:pt x="95769" y="105122"/>
                        <a:pt x="98926" y="105122"/>
                      </a:cubicBezTo>
                      <a:lnTo>
                        <a:pt x="101631" y="105122"/>
                      </a:lnTo>
                      <a:cubicBezTo>
                        <a:pt x="102578" y="105122"/>
                        <a:pt x="103300" y="105032"/>
                        <a:pt x="103796" y="104762"/>
                      </a:cubicBezTo>
                      <a:lnTo>
                        <a:pt x="103796" y="114484"/>
                      </a:lnTo>
                      <a:cubicBezTo>
                        <a:pt x="100188" y="115205"/>
                        <a:pt x="97032" y="115565"/>
                        <a:pt x="94416" y="115565"/>
                      </a:cubicBezTo>
                      <a:cubicBezTo>
                        <a:pt x="83819" y="115565"/>
                        <a:pt x="78543" y="110433"/>
                        <a:pt x="78543" y="100081"/>
                      </a:cubicBezTo>
                      <a:lnTo>
                        <a:pt x="78543" y="98460"/>
                      </a:lnTo>
                      <a:cubicBezTo>
                        <a:pt x="66728" y="111064"/>
                        <a:pt x="52974" y="117365"/>
                        <a:pt x="37236" y="117365"/>
                      </a:cubicBezTo>
                      <a:close/>
                      <a:moveTo>
                        <a:pt x="38679" y="105662"/>
                      </a:moveTo>
                      <a:cubicBezTo>
                        <a:pt x="50810" y="105662"/>
                        <a:pt x="60325" y="102692"/>
                        <a:pt x="67179" y="96660"/>
                      </a:cubicBezTo>
                      <a:cubicBezTo>
                        <a:pt x="74124" y="90539"/>
                        <a:pt x="77641" y="82167"/>
                        <a:pt x="77641" y="71454"/>
                      </a:cubicBezTo>
                      <a:lnTo>
                        <a:pt x="77641" y="56150"/>
                      </a:lnTo>
                      <a:cubicBezTo>
                        <a:pt x="73898" y="57501"/>
                        <a:pt x="69569" y="58446"/>
                        <a:pt x="64654" y="59031"/>
                      </a:cubicBezTo>
                      <a:cubicBezTo>
                        <a:pt x="59964" y="59751"/>
                        <a:pt x="51216" y="60471"/>
                        <a:pt x="38499" y="61191"/>
                      </a:cubicBezTo>
                      <a:cubicBezTo>
                        <a:pt x="30292" y="63352"/>
                        <a:pt x="24114" y="66503"/>
                        <a:pt x="19920" y="70554"/>
                      </a:cubicBezTo>
                      <a:cubicBezTo>
                        <a:pt x="15681" y="74515"/>
                        <a:pt x="13607" y="79286"/>
                        <a:pt x="13607" y="84777"/>
                      </a:cubicBezTo>
                      <a:cubicBezTo>
                        <a:pt x="13607" y="91169"/>
                        <a:pt x="15817" y="96255"/>
                        <a:pt x="20281" y="100081"/>
                      </a:cubicBezTo>
                      <a:cubicBezTo>
                        <a:pt x="24836" y="103817"/>
                        <a:pt x="30968" y="105662"/>
                        <a:pt x="38679" y="10566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4" name="Gráfico 12">
                  <a:extLst>
                    <a:ext uri="{FF2B5EF4-FFF2-40B4-BE49-F238E27FC236}">
                      <a16:creationId xmlns:a16="http://schemas.microsoft.com/office/drawing/2014/main" id="{661C4400-B040-412F-8B47-DCA569DCF50E}"/>
                    </a:ext>
                  </a:extLst>
                </p:cNvPr>
                <p:cNvSpPr/>
                <p:nvPr/>
              </p:nvSpPr>
              <p:spPr>
                <a:xfrm>
                  <a:off x="3352900" y="2726131"/>
                  <a:ext cx="48341" cy="114327"/>
                </a:xfrm>
                <a:custGeom>
                  <a:avLst/>
                  <a:gdLst>
                    <a:gd name="connsiteX0" fmla="*/ 269 w 48341"/>
                    <a:gd name="connsiteY0" fmla="*/ 3037 h 114327"/>
                    <a:gd name="connsiteX1" fmla="*/ 12716 w 48341"/>
                    <a:gd name="connsiteY1" fmla="*/ 3037 h 114327"/>
                    <a:gd name="connsiteX2" fmla="*/ 12716 w 48341"/>
                    <a:gd name="connsiteY2" fmla="*/ 22482 h 114327"/>
                    <a:gd name="connsiteX3" fmla="*/ 47168 w 48341"/>
                    <a:gd name="connsiteY3" fmla="*/ 157 h 114327"/>
                    <a:gd name="connsiteX4" fmla="*/ 48611 w 48341"/>
                    <a:gd name="connsiteY4" fmla="*/ 157 h 114327"/>
                    <a:gd name="connsiteX5" fmla="*/ 48611 w 48341"/>
                    <a:gd name="connsiteY5" fmla="*/ 13660 h 114327"/>
                    <a:gd name="connsiteX6" fmla="*/ 46987 w 48341"/>
                    <a:gd name="connsiteY6" fmla="*/ 13660 h 114327"/>
                    <a:gd name="connsiteX7" fmla="*/ 13617 w 48341"/>
                    <a:gd name="connsiteY7" fmla="*/ 53090 h 114327"/>
                    <a:gd name="connsiteX8" fmla="*/ 13617 w 48341"/>
                    <a:gd name="connsiteY8" fmla="*/ 114484 h 114327"/>
                    <a:gd name="connsiteX9" fmla="*/ 269 w 48341"/>
                    <a:gd name="connsiteY9" fmla="*/ 114484 h 114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8341" h="114327">
                      <a:moveTo>
                        <a:pt x="269" y="3037"/>
                      </a:moveTo>
                      <a:lnTo>
                        <a:pt x="12716" y="3037"/>
                      </a:lnTo>
                      <a:lnTo>
                        <a:pt x="12716" y="22482"/>
                      </a:lnTo>
                      <a:cubicBezTo>
                        <a:pt x="19074" y="7629"/>
                        <a:pt x="30573" y="157"/>
                        <a:pt x="47168" y="157"/>
                      </a:cubicBezTo>
                      <a:lnTo>
                        <a:pt x="48611" y="157"/>
                      </a:lnTo>
                      <a:lnTo>
                        <a:pt x="48611" y="13660"/>
                      </a:lnTo>
                      <a:lnTo>
                        <a:pt x="46987" y="13660"/>
                      </a:lnTo>
                      <a:cubicBezTo>
                        <a:pt x="24711" y="13660"/>
                        <a:pt x="13617" y="26803"/>
                        <a:pt x="13617" y="53090"/>
                      </a:cubicBezTo>
                      <a:lnTo>
                        <a:pt x="13617" y="114484"/>
                      </a:lnTo>
                      <a:lnTo>
                        <a:pt x="269" y="114484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5" name="Gráfico 12">
                  <a:extLst>
                    <a:ext uri="{FF2B5EF4-FFF2-40B4-BE49-F238E27FC236}">
                      <a16:creationId xmlns:a16="http://schemas.microsoft.com/office/drawing/2014/main" id="{135F47EB-EC7A-4678-A691-635E185CD49D}"/>
                    </a:ext>
                  </a:extLst>
                </p:cNvPr>
                <p:cNvSpPr/>
                <p:nvPr/>
              </p:nvSpPr>
              <p:spPr>
                <a:xfrm>
                  <a:off x="3417670" y="2726131"/>
                  <a:ext cx="103536" cy="117208"/>
                </a:xfrm>
                <a:custGeom>
                  <a:avLst/>
                  <a:gdLst>
                    <a:gd name="connsiteX0" fmla="*/ 37253 w 103536"/>
                    <a:gd name="connsiteY0" fmla="*/ 117365 h 117208"/>
                    <a:gd name="connsiteX1" fmla="*/ 10196 w 103536"/>
                    <a:gd name="connsiteY1" fmla="*/ 108543 h 117208"/>
                    <a:gd name="connsiteX2" fmla="*/ 276 w 103536"/>
                    <a:gd name="connsiteY2" fmla="*/ 85137 h 117208"/>
                    <a:gd name="connsiteX3" fmla="*/ 4785 w 103536"/>
                    <a:gd name="connsiteY3" fmla="*/ 68393 h 117208"/>
                    <a:gd name="connsiteX4" fmla="*/ 18133 w 103536"/>
                    <a:gd name="connsiteY4" fmla="*/ 57050 h 117208"/>
                    <a:gd name="connsiteX5" fmla="*/ 51503 w 103536"/>
                    <a:gd name="connsiteY5" fmla="*/ 50929 h 117208"/>
                    <a:gd name="connsiteX6" fmla="*/ 58357 w 103536"/>
                    <a:gd name="connsiteY6" fmla="*/ 50209 h 117208"/>
                    <a:gd name="connsiteX7" fmla="*/ 61965 w 103536"/>
                    <a:gd name="connsiteY7" fmla="*/ 49669 h 117208"/>
                    <a:gd name="connsiteX8" fmla="*/ 78018 w 103536"/>
                    <a:gd name="connsiteY8" fmla="*/ 35805 h 117208"/>
                    <a:gd name="connsiteX9" fmla="*/ 71525 w 103536"/>
                    <a:gd name="connsiteY9" fmla="*/ 17261 h 117208"/>
                    <a:gd name="connsiteX10" fmla="*/ 50240 w 103536"/>
                    <a:gd name="connsiteY10" fmla="*/ 11680 h 117208"/>
                    <a:gd name="connsiteX11" fmla="*/ 27152 w 103536"/>
                    <a:gd name="connsiteY11" fmla="*/ 17981 h 117208"/>
                    <a:gd name="connsiteX12" fmla="*/ 18494 w 103536"/>
                    <a:gd name="connsiteY12" fmla="*/ 36346 h 117208"/>
                    <a:gd name="connsiteX13" fmla="*/ 5867 w 103536"/>
                    <a:gd name="connsiteY13" fmla="*/ 36346 h 117208"/>
                    <a:gd name="connsiteX14" fmla="*/ 18133 w 103536"/>
                    <a:gd name="connsiteY14" fmla="*/ 9879 h 117208"/>
                    <a:gd name="connsiteX15" fmla="*/ 50240 w 103536"/>
                    <a:gd name="connsiteY15" fmla="*/ 157 h 117208"/>
                    <a:gd name="connsiteX16" fmla="*/ 80544 w 103536"/>
                    <a:gd name="connsiteY16" fmla="*/ 8799 h 117208"/>
                    <a:gd name="connsiteX17" fmla="*/ 91005 w 103536"/>
                    <a:gd name="connsiteY17" fmla="*/ 34005 h 117208"/>
                    <a:gd name="connsiteX18" fmla="*/ 91005 w 103536"/>
                    <a:gd name="connsiteY18" fmla="*/ 94680 h 117208"/>
                    <a:gd name="connsiteX19" fmla="*/ 92629 w 103536"/>
                    <a:gd name="connsiteY19" fmla="*/ 103322 h 117208"/>
                    <a:gd name="connsiteX20" fmla="*/ 98942 w 103536"/>
                    <a:gd name="connsiteY20" fmla="*/ 105122 h 117208"/>
                    <a:gd name="connsiteX21" fmla="*/ 101648 w 103536"/>
                    <a:gd name="connsiteY21" fmla="*/ 105122 h 117208"/>
                    <a:gd name="connsiteX22" fmla="*/ 103812 w 103536"/>
                    <a:gd name="connsiteY22" fmla="*/ 104762 h 117208"/>
                    <a:gd name="connsiteX23" fmla="*/ 103812 w 103536"/>
                    <a:gd name="connsiteY23" fmla="*/ 114484 h 117208"/>
                    <a:gd name="connsiteX24" fmla="*/ 94433 w 103536"/>
                    <a:gd name="connsiteY24" fmla="*/ 115565 h 117208"/>
                    <a:gd name="connsiteX25" fmla="*/ 78559 w 103536"/>
                    <a:gd name="connsiteY25" fmla="*/ 100081 h 117208"/>
                    <a:gd name="connsiteX26" fmla="*/ 78559 w 103536"/>
                    <a:gd name="connsiteY26" fmla="*/ 98460 h 117208"/>
                    <a:gd name="connsiteX27" fmla="*/ 37253 w 103536"/>
                    <a:gd name="connsiteY27" fmla="*/ 117365 h 117208"/>
                    <a:gd name="connsiteX28" fmla="*/ 38696 w 103536"/>
                    <a:gd name="connsiteY28" fmla="*/ 105662 h 117208"/>
                    <a:gd name="connsiteX29" fmla="*/ 67196 w 103536"/>
                    <a:gd name="connsiteY29" fmla="*/ 96660 h 117208"/>
                    <a:gd name="connsiteX30" fmla="*/ 77657 w 103536"/>
                    <a:gd name="connsiteY30" fmla="*/ 71454 h 117208"/>
                    <a:gd name="connsiteX31" fmla="*/ 77657 w 103536"/>
                    <a:gd name="connsiteY31" fmla="*/ 56150 h 117208"/>
                    <a:gd name="connsiteX32" fmla="*/ 64670 w 103536"/>
                    <a:gd name="connsiteY32" fmla="*/ 59031 h 117208"/>
                    <a:gd name="connsiteX33" fmla="*/ 38516 w 103536"/>
                    <a:gd name="connsiteY33" fmla="*/ 61191 h 117208"/>
                    <a:gd name="connsiteX34" fmla="*/ 19937 w 103536"/>
                    <a:gd name="connsiteY34" fmla="*/ 70554 h 117208"/>
                    <a:gd name="connsiteX35" fmla="*/ 13623 w 103536"/>
                    <a:gd name="connsiteY35" fmla="*/ 84777 h 117208"/>
                    <a:gd name="connsiteX36" fmla="*/ 20297 w 103536"/>
                    <a:gd name="connsiteY36" fmla="*/ 100081 h 117208"/>
                    <a:gd name="connsiteX37" fmla="*/ 38696 w 103536"/>
                    <a:gd name="connsiteY37" fmla="*/ 105662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103536" h="117208">
                      <a:moveTo>
                        <a:pt x="37253" y="117365"/>
                      </a:moveTo>
                      <a:cubicBezTo>
                        <a:pt x="25934" y="117365"/>
                        <a:pt x="16915" y="114439"/>
                        <a:pt x="10196" y="108543"/>
                      </a:cubicBezTo>
                      <a:cubicBezTo>
                        <a:pt x="3567" y="102692"/>
                        <a:pt x="276" y="94860"/>
                        <a:pt x="276" y="85137"/>
                      </a:cubicBezTo>
                      <a:cubicBezTo>
                        <a:pt x="276" y="78656"/>
                        <a:pt x="1764" y="73074"/>
                        <a:pt x="4785" y="68393"/>
                      </a:cubicBezTo>
                      <a:cubicBezTo>
                        <a:pt x="7761" y="63622"/>
                        <a:pt x="12226" y="59841"/>
                        <a:pt x="18133" y="57050"/>
                      </a:cubicBezTo>
                      <a:cubicBezTo>
                        <a:pt x="24987" y="53945"/>
                        <a:pt x="36080" y="51919"/>
                        <a:pt x="51503" y="50929"/>
                      </a:cubicBezTo>
                      <a:lnTo>
                        <a:pt x="58357" y="50209"/>
                      </a:lnTo>
                      <a:lnTo>
                        <a:pt x="61965" y="49669"/>
                      </a:lnTo>
                      <a:cubicBezTo>
                        <a:pt x="72652" y="47508"/>
                        <a:pt x="78018" y="42917"/>
                        <a:pt x="78018" y="35805"/>
                      </a:cubicBezTo>
                      <a:cubicBezTo>
                        <a:pt x="78018" y="27163"/>
                        <a:pt x="75854" y="20997"/>
                        <a:pt x="71525" y="17261"/>
                      </a:cubicBezTo>
                      <a:cubicBezTo>
                        <a:pt x="67196" y="13570"/>
                        <a:pt x="60071" y="11680"/>
                        <a:pt x="50240" y="11680"/>
                      </a:cubicBezTo>
                      <a:cubicBezTo>
                        <a:pt x="40139" y="11680"/>
                        <a:pt x="32428" y="13795"/>
                        <a:pt x="27152" y="17981"/>
                      </a:cubicBezTo>
                      <a:cubicBezTo>
                        <a:pt x="21831" y="22077"/>
                        <a:pt x="18945" y="28199"/>
                        <a:pt x="18494" y="36346"/>
                      </a:cubicBezTo>
                      <a:lnTo>
                        <a:pt x="5867" y="36346"/>
                      </a:lnTo>
                      <a:cubicBezTo>
                        <a:pt x="6093" y="25183"/>
                        <a:pt x="10196" y="16361"/>
                        <a:pt x="18133" y="9879"/>
                      </a:cubicBezTo>
                      <a:cubicBezTo>
                        <a:pt x="26070" y="3398"/>
                        <a:pt x="36757" y="157"/>
                        <a:pt x="50240" y="157"/>
                      </a:cubicBezTo>
                      <a:cubicBezTo>
                        <a:pt x="63588" y="157"/>
                        <a:pt x="73689" y="3037"/>
                        <a:pt x="80544" y="8799"/>
                      </a:cubicBezTo>
                      <a:cubicBezTo>
                        <a:pt x="87488" y="14560"/>
                        <a:pt x="91005" y="22977"/>
                        <a:pt x="91005" y="34005"/>
                      </a:cubicBezTo>
                      <a:lnTo>
                        <a:pt x="91005" y="94680"/>
                      </a:lnTo>
                      <a:cubicBezTo>
                        <a:pt x="91005" y="99136"/>
                        <a:pt x="91547" y="102016"/>
                        <a:pt x="92629" y="103322"/>
                      </a:cubicBezTo>
                      <a:cubicBezTo>
                        <a:pt x="93711" y="104537"/>
                        <a:pt x="95785" y="105122"/>
                        <a:pt x="98942" y="105122"/>
                      </a:cubicBezTo>
                      <a:lnTo>
                        <a:pt x="101648" y="105122"/>
                      </a:lnTo>
                      <a:cubicBezTo>
                        <a:pt x="102595" y="105122"/>
                        <a:pt x="103316" y="105032"/>
                        <a:pt x="103812" y="104762"/>
                      </a:cubicBezTo>
                      <a:lnTo>
                        <a:pt x="103812" y="114484"/>
                      </a:lnTo>
                      <a:cubicBezTo>
                        <a:pt x="100205" y="115205"/>
                        <a:pt x="97048" y="115565"/>
                        <a:pt x="94433" y="115565"/>
                      </a:cubicBezTo>
                      <a:cubicBezTo>
                        <a:pt x="83835" y="115565"/>
                        <a:pt x="78559" y="110433"/>
                        <a:pt x="78559" y="100081"/>
                      </a:cubicBezTo>
                      <a:lnTo>
                        <a:pt x="78559" y="98460"/>
                      </a:lnTo>
                      <a:cubicBezTo>
                        <a:pt x="66745" y="111064"/>
                        <a:pt x="52991" y="117365"/>
                        <a:pt x="37253" y="117365"/>
                      </a:cubicBezTo>
                      <a:close/>
                      <a:moveTo>
                        <a:pt x="38696" y="105662"/>
                      </a:moveTo>
                      <a:cubicBezTo>
                        <a:pt x="50826" y="105662"/>
                        <a:pt x="60341" y="102692"/>
                        <a:pt x="67196" y="96660"/>
                      </a:cubicBezTo>
                      <a:cubicBezTo>
                        <a:pt x="74140" y="90539"/>
                        <a:pt x="77657" y="82167"/>
                        <a:pt x="77657" y="71454"/>
                      </a:cubicBezTo>
                      <a:lnTo>
                        <a:pt x="77657" y="56150"/>
                      </a:lnTo>
                      <a:cubicBezTo>
                        <a:pt x="73915" y="57501"/>
                        <a:pt x="69586" y="58446"/>
                        <a:pt x="64670" y="59031"/>
                      </a:cubicBezTo>
                      <a:cubicBezTo>
                        <a:pt x="59980" y="59751"/>
                        <a:pt x="51232" y="60471"/>
                        <a:pt x="38516" y="61191"/>
                      </a:cubicBezTo>
                      <a:cubicBezTo>
                        <a:pt x="30308" y="63352"/>
                        <a:pt x="24130" y="66503"/>
                        <a:pt x="19937" y="70554"/>
                      </a:cubicBezTo>
                      <a:cubicBezTo>
                        <a:pt x="15698" y="74515"/>
                        <a:pt x="13623" y="79286"/>
                        <a:pt x="13623" y="84777"/>
                      </a:cubicBezTo>
                      <a:cubicBezTo>
                        <a:pt x="13623" y="91169"/>
                        <a:pt x="15833" y="96255"/>
                        <a:pt x="20297" y="100081"/>
                      </a:cubicBezTo>
                      <a:cubicBezTo>
                        <a:pt x="24852" y="103817"/>
                        <a:pt x="30985" y="105662"/>
                        <a:pt x="38696" y="10566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6" name="Gráfico 12">
                  <a:extLst>
                    <a:ext uri="{FF2B5EF4-FFF2-40B4-BE49-F238E27FC236}">
                      <a16:creationId xmlns:a16="http://schemas.microsoft.com/office/drawing/2014/main" id="{38E9DDD7-955D-4F40-9D8A-48AC7189ECCF}"/>
                    </a:ext>
                  </a:extLst>
                </p:cNvPr>
                <p:cNvSpPr/>
                <p:nvPr/>
              </p:nvSpPr>
              <p:spPr>
                <a:xfrm>
                  <a:off x="3588925" y="2685981"/>
                  <a:ext cx="134561" cy="154477"/>
                </a:xfrm>
                <a:custGeom>
                  <a:avLst/>
                  <a:gdLst>
                    <a:gd name="connsiteX0" fmla="*/ 59094 w 134561"/>
                    <a:gd name="connsiteY0" fmla="*/ 157 h 154477"/>
                    <a:gd name="connsiteX1" fmla="*/ 76050 w 134561"/>
                    <a:gd name="connsiteY1" fmla="*/ 157 h 154477"/>
                    <a:gd name="connsiteX2" fmla="*/ 134853 w 134561"/>
                    <a:gd name="connsiteY2" fmla="*/ 154634 h 154477"/>
                    <a:gd name="connsiteX3" fmla="*/ 119882 w 134561"/>
                    <a:gd name="connsiteY3" fmla="*/ 154634 h 154477"/>
                    <a:gd name="connsiteX4" fmla="*/ 102385 w 134561"/>
                    <a:gd name="connsiteY4" fmla="*/ 107103 h 154477"/>
                    <a:gd name="connsiteX5" fmla="*/ 32940 w 134561"/>
                    <a:gd name="connsiteY5" fmla="*/ 107103 h 154477"/>
                    <a:gd name="connsiteX6" fmla="*/ 15082 w 134561"/>
                    <a:gd name="connsiteY6" fmla="*/ 154634 h 154477"/>
                    <a:gd name="connsiteX7" fmla="*/ 291 w 134561"/>
                    <a:gd name="connsiteY7" fmla="*/ 154634 h 154477"/>
                    <a:gd name="connsiteX8" fmla="*/ 97515 w 134561"/>
                    <a:gd name="connsiteY8" fmla="*/ 94680 h 154477"/>
                    <a:gd name="connsiteX9" fmla="*/ 67392 w 134561"/>
                    <a:gd name="connsiteY9" fmla="*/ 15280 h 154477"/>
                    <a:gd name="connsiteX10" fmla="*/ 37449 w 134561"/>
                    <a:gd name="connsiteY10" fmla="*/ 94680 h 154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4561" h="154477">
                      <a:moveTo>
                        <a:pt x="59094" y="157"/>
                      </a:moveTo>
                      <a:lnTo>
                        <a:pt x="76050" y="157"/>
                      </a:lnTo>
                      <a:lnTo>
                        <a:pt x="134853" y="154634"/>
                      </a:lnTo>
                      <a:lnTo>
                        <a:pt x="119882" y="154634"/>
                      </a:lnTo>
                      <a:lnTo>
                        <a:pt x="102385" y="107103"/>
                      </a:lnTo>
                      <a:lnTo>
                        <a:pt x="32940" y="107103"/>
                      </a:lnTo>
                      <a:lnTo>
                        <a:pt x="15082" y="154634"/>
                      </a:lnTo>
                      <a:lnTo>
                        <a:pt x="291" y="154634"/>
                      </a:lnTo>
                      <a:close/>
                      <a:moveTo>
                        <a:pt x="97515" y="94680"/>
                      </a:moveTo>
                      <a:lnTo>
                        <a:pt x="67392" y="15280"/>
                      </a:lnTo>
                      <a:lnTo>
                        <a:pt x="37449" y="94680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7" name="Gráfico 12">
                  <a:extLst>
                    <a:ext uri="{FF2B5EF4-FFF2-40B4-BE49-F238E27FC236}">
                      <a16:creationId xmlns:a16="http://schemas.microsoft.com/office/drawing/2014/main" id="{80FD949A-15D9-4C89-A8F9-407CF155C9EB}"/>
                    </a:ext>
                  </a:extLst>
                </p:cNvPr>
                <p:cNvSpPr/>
                <p:nvPr/>
              </p:nvSpPr>
              <p:spPr>
                <a:xfrm>
                  <a:off x="3735876" y="2685981"/>
                  <a:ext cx="101191" cy="157537"/>
                </a:xfrm>
                <a:custGeom>
                  <a:avLst/>
                  <a:gdLst>
                    <a:gd name="connsiteX0" fmla="*/ 49185 w 101191"/>
                    <a:gd name="connsiteY0" fmla="*/ 157695 h 157537"/>
                    <a:gd name="connsiteX1" fmla="*/ 13471 w 101191"/>
                    <a:gd name="connsiteY1" fmla="*/ 142031 h 157537"/>
                    <a:gd name="connsiteX2" fmla="*/ 303 w 101191"/>
                    <a:gd name="connsiteY2" fmla="*/ 99001 h 157537"/>
                    <a:gd name="connsiteX3" fmla="*/ 6436 w 101191"/>
                    <a:gd name="connsiteY3" fmla="*/ 67853 h 157537"/>
                    <a:gd name="connsiteX4" fmla="*/ 23752 w 101191"/>
                    <a:gd name="connsiteY4" fmla="*/ 47508 h 157537"/>
                    <a:gd name="connsiteX5" fmla="*/ 50087 w 101191"/>
                    <a:gd name="connsiteY5" fmla="*/ 40306 h 157537"/>
                    <a:gd name="connsiteX6" fmla="*/ 88508 w 101191"/>
                    <a:gd name="connsiteY6" fmla="*/ 62452 h 157537"/>
                    <a:gd name="connsiteX7" fmla="*/ 88508 w 101191"/>
                    <a:gd name="connsiteY7" fmla="*/ 157 h 157537"/>
                    <a:gd name="connsiteX8" fmla="*/ 101495 w 101191"/>
                    <a:gd name="connsiteY8" fmla="*/ 157 h 157537"/>
                    <a:gd name="connsiteX9" fmla="*/ 101495 w 101191"/>
                    <a:gd name="connsiteY9" fmla="*/ 154634 h 157537"/>
                    <a:gd name="connsiteX10" fmla="*/ 88508 w 101191"/>
                    <a:gd name="connsiteY10" fmla="*/ 154634 h 157537"/>
                    <a:gd name="connsiteX11" fmla="*/ 88508 w 101191"/>
                    <a:gd name="connsiteY11" fmla="*/ 135729 h 157537"/>
                    <a:gd name="connsiteX12" fmla="*/ 49185 w 101191"/>
                    <a:gd name="connsiteY12" fmla="*/ 157695 h 157537"/>
                    <a:gd name="connsiteX13" fmla="*/ 51711 w 101191"/>
                    <a:gd name="connsiteY13" fmla="*/ 146172 h 157537"/>
                    <a:gd name="connsiteX14" fmla="*/ 79850 w 101191"/>
                    <a:gd name="connsiteY14" fmla="*/ 133929 h 157537"/>
                    <a:gd name="connsiteX15" fmla="*/ 89590 w 101191"/>
                    <a:gd name="connsiteY15" fmla="*/ 99001 h 157537"/>
                    <a:gd name="connsiteX16" fmla="*/ 79669 w 101191"/>
                    <a:gd name="connsiteY16" fmla="*/ 64252 h 157537"/>
                    <a:gd name="connsiteX17" fmla="*/ 51711 w 101191"/>
                    <a:gd name="connsiteY17" fmla="*/ 51829 h 157537"/>
                    <a:gd name="connsiteX18" fmla="*/ 23752 w 101191"/>
                    <a:gd name="connsiteY18" fmla="*/ 64072 h 157537"/>
                    <a:gd name="connsiteX19" fmla="*/ 14012 w 101191"/>
                    <a:gd name="connsiteY19" fmla="*/ 99001 h 157537"/>
                    <a:gd name="connsiteX20" fmla="*/ 23933 w 101191"/>
                    <a:gd name="connsiteY20" fmla="*/ 133929 h 157537"/>
                    <a:gd name="connsiteX21" fmla="*/ 51711 w 101191"/>
                    <a:gd name="connsiteY21" fmla="*/ 146172 h 157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01191" h="157537">
                      <a:moveTo>
                        <a:pt x="49185" y="157695"/>
                      </a:moveTo>
                      <a:cubicBezTo>
                        <a:pt x="34124" y="157695"/>
                        <a:pt x="22219" y="152474"/>
                        <a:pt x="13471" y="142031"/>
                      </a:cubicBezTo>
                      <a:cubicBezTo>
                        <a:pt x="4677" y="131588"/>
                        <a:pt x="303" y="117275"/>
                        <a:pt x="303" y="99001"/>
                      </a:cubicBezTo>
                      <a:cubicBezTo>
                        <a:pt x="303" y="87118"/>
                        <a:pt x="2332" y="76765"/>
                        <a:pt x="6436" y="67853"/>
                      </a:cubicBezTo>
                      <a:cubicBezTo>
                        <a:pt x="10494" y="58986"/>
                        <a:pt x="16267" y="52189"/>
                        <a:pt x="23752" y="47508"/>
                      </a:cubicBezTo>
                      <a:cubicBezTo>
                        <a:pt x="31193" y="42737"/>
                        <a:pt x="39986" y="40306"/>
                        <a:pt x="50087" y="40306"/>
                      </a:cubicBezTo>
                      <a:cubicBezTo>
                        <a:pt x="67629" y="40306"/>
                        <a:pt x="80436" y="47688"/>
                        <a:pt x="88508" y="62452"/>
                      </a:cubicBezTo>
                      <a:lnTo>
                        <a:pt x="88508" y="157"/>
                      </a:lnTo>
                      <a:lnTo>
                        <a:pt x="101495" y="157"/>
                      </a:lnTo>
                      <a:lnTo>
                        <a:pt x="101495" y="154634"/>
                      </a:lnTo>
                      <a:lnTo>
                        <a:pt x="88508" y="154634"/>
                      </a:lnTo>
                      <a:lnTo>
                        <a:pt x="88508" y="135729"/>
                      </a:lnTo>
                      <a:cubicBezTo>
                        <a:pt x="79940" y="150403"/>
                        <a:pt x="66862" y="157695"/>
                        <a:pt x="49185" y="157695"/>
                      </a:cubicBezTo>
                      <a:close/>
                      <a:moveTo>
                        <a:pt x="51711" y="146172"/>
                      </a:moveTo>
                      <a:cubicBezTo>
                        <a:pt x="63976" y="146172"/>
                        <a:pt x="73356" y="142121"/>
                        <a:pt x="79850" y="133929"/>
                      </a:cubicBezTo>
                      <a:cubicBezTo>
                        <a:pt x="86343" y="125782"/>
                        <a:pt x="89590" y="114124"/>
                        <a:pt x="89590" y="99001"/>
                      </a:cubicBezTo>
                      <a:cubicBezTo>
                        <a:pt x="89590" y="84012"/>
                        <a:pt x="86253" y="72444"/>
                        <a:pt x="79669" y="64252"/>
                      </a:cubicBezTo>
                      <a:cubicBezTo>
                        <a:pt x="73040" y="55970"/>
                        <a:pt x="63706" y="51829"/>
                        <a:pt x="51711" y="51829"/>
                      </a:cubicBezTo>
                      <a:cubicBezTo>
                        <a:pt x="39670" y="51829"/>
                        <a:pt x="30336" y="55925"/>
                        <a:pt x="23752" y="64072"/>
                      </a:cubicBezTo>
                      <a:cubicBezTo>
                        <a:pt x="17259" y="72264"/>
                        <a:pt x="14012" y="83877"/>
                        <a:pt x="14012" y="99001"/>
                      </a:cubicBezTo>
                      <a:cubicBezTo>
                        <a:pt x="14012" y="114034"/>
                        <a:pt x="17304" y="125647"/>
                        <a:pt x="23933" y="133929"/>
                      </a:cubicBezTo>
                      <a:cubicBezTo>
                        <a:pt x="30516" y="142121"/>
                        <a:pt x="39806" y="146172"/>
                        <a:pt x="51711" y="14617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8" name="Gráfico 12">
                  <a:extLst>
                    <a:ext uri="{FF2B5EF4-FFF2-40B4-BE49-F238E27FC236}">
                      <a16:creationId xmlns:a16="http://schemas.microsoft.com/office/drawing/2014/main" id="{253C1E55-1512-4970-A8B7-6B69F7554001}"/>
                    </a:ext>
                  </a:extLst>
                </p:cNvPr>
                <p:cNvSpPr/>
                <p:nvPr/>
              </p:nvSpPr>
              <p:spPr>
                <a:xfrm>
                  <a:off x="3865014" y="2726131"/>
                  <a:ext cx="102634" cy="117208"/>
                </a:xfrm>
                <a:custGeom>
                  <a:avLst/>
                  <a:gdLst>
                    <a:gd name="connsiteX0" fmla="*/ 51542 w 102634"/>
                    <a:gd name="connsiteY0" fmla="*/ 117365 h 117208"/>
                    <a:gd name="connsiteX1" fmla="*/ 13662 w 102634"/>
                    <a:gd name="connsiteY1" fmla="*/ 102061 h 117208"/>
                    <a:gd name="connsiteX2" fmla="*/ 314 w 102634"/>
                    <a:gd name="connsiteY2" fmla="*/ 58851 h 117208"/>
                    <a:gd name="connsiteX3" fmla="*/ 13662 w 102634"/>
                    <a:gd name="connsiteY3" fmla="*/ 15641 h 117208"/>
                    <a:gd name="connsiteX4" fmla="*/ 51542 w 102634"/>
                    <a:gd name="connsiteY4" fmla="*/ 157 h 117208"/>
                    <a:gd name="connsiteX5" fmla="*/ 89421 w 102634"/>
                    <a:gd name="connsiteY5" fmla="*/ 15641 h 117208"/>
                    <a:gd name="connsiteX6" fmla="*/ 102949 w 102634"/>
                    <a:gd name="connsiteY6" fmla="*/ 58851 h 117208"/>
                    <a:gd name="connsiteX7" fmla="*/ 89421 w 102634"/>
                    <a:gd name="connsiteY7" fmla="*/ 102061 h 117208"/>
                    <a:gd name="connsiteX8" fmla="*/ 51542 w 102634"/>
                    <a:gd name="connsiteY8" fmla="*/ 117365 h 117208"/>
                    <a:gd name="connsiteX9" fmla="*/ 51542 w 102634"/>
                    <a:gd name="connsiteY9" fmla="*/ 106022 h 117208"/>
                    <a:gd name="connsiteX10" fmla="*/ 79500 w 102634"/>
                    <a:gd name="connsiteY10" fmla="*/ 93779 h 117208"/>
                    <a:gd name="connsiteX11" fmla="*/ 89421 w 102634"/>
                    <a:gd name="connsiteY11" fmla="*/ 58851 h 117208"/>
                    <a:gd name="connsiteX12" fmla="*/ 79500 w 102634"/>
                    <a:gd name="connsiteY12" fmla="*/ 24103 h 117208"/>
                    <a:gd name="connsiteX13" fmla="*/ 51542 w 102634"/>
                    <a:gd name="connsiteY13" fmla="*/ 11680 h 117208"/>
                    <a:gd name="connsiteX14" fmla="*/ 23583 w 102634"/>
                    <a:gd name="connsiteY14" fmla="*/ 24103 h 117208"/>
                    <a:gd name="connsiteX15" fmla="*/ 13662 w 102634"/>
                    <a:gd name="connsiteY15" fmla="*/ 58851 h 117208"/>
                    <a:gd name="connsiteX16" fmla="*/ 23583 w 102634"/>
                    <a:gd name="connsiteY16" fmla="*/ 93779 h 117208"/>
                    <a:gd name="connsiteX17" fmla="*/ 51542 w 102634"/>
                    <a:gd name="connsiteY17" fmla="*/ 106022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02634" h="117208">
                      <a:moveTo>
                        <a:pt x="51542" y="117365"/>
                      </a:moveTo>
                      <a:cubicBezTo>
                        <a:pt x="35308" y="117365"/>
                        <a:pt x="22681" y="112279"/>
                        <a:pt x="13662" y="102061"/>
                      </a:cubicBezTo>
                      <a:cubicBezTo>
                        <a:pt x="4734" y="91889"/>
                        <a:pt x="314" y="77485"/>
                        <a:pt x="314" y="58851"/>
                      </a:cubicBezTo>
                      <a:cubicBezTo>
                        <a:pt x="314" y="40261"/>
                        <a:pt x="4734" y="25858"/>
                        <a:pt x="13662" y="15641"/>
                      </a:cubicBezTo>
                      <a:cubicBezTo>
                        <a:pt x="22681" y="5333"/>
                        <a:pt x="35308" y="157"/>
                        <a:pt x="51542" y="157"/>
                      </a:cubicBezTo>
                      <a:cubicBezTo>
                        <a:pt x="67866" y="157"/>
                        <a:pt x="80492" y="5333"/>
                        <a:pt x="89421" y="15641"/>
                      </a:cubicBezTo>
                      <a:cubicBezTo>
                        <a:pt x="98440" y="25858"/>
                        <a:pt x="102949" y="40261"/>
                        <a:pt x="102949" y="58851"/>
                      </a:cubicBezTo>
                      <a:cubicBezTo>
                        <a:pt x="102949" y="77485"/>
                        <a:pt x="98440" y="91889"/>
                        <a:pt x="89421" y="102061"/>
                      </a:cubicBezTo>
                      <a:cubicBezTo>
                        <a:pt x="80492" y="112279"/>
                        <a:pt x="67866" y="117365"/>
                        <a:pt x="51542" y="117365"/>
                      </a:cubicBezTo>
                      <a:close/>
                      <a:moveTo>
                        <a:pt x="51542" y="106022"/>
                      </a:moveTo>
                      <a:cubicBezTo>
                        <a:pt x="63537" y="106022"/>
                        <a:pt x="72871" y="101971"/>
                        <a:pt x="79500" y="93779"/>
                      </a:cubicBezTo>
                      <a:cubicBezTo>
                        <a:pt x="86084" y="85632"/>
                        <a:pt x="89421" y="73975"/>
                        <a:pt x="89421" y="58851"/>
                      </a:cubicBezTo>
                      <a:cubicBezTo>
                        <a:pt x="89421" y="43862"/>
                        <a:pt x="86084" y="32295"/>
                        <a:pt x="79500" y="24103"/>
                      </a:cubicBezTo>
                      <a:cubicBezTo>
                        <a:pt x="72871" y="15821"/>
                        <a:pt x="63537" y="11680"/>
                        <a:pt x="51542" y="11680"/>
                      </a:cubicBezTo>
                      <a:cubicBezTo>
                        <a:pt x="39501" y="11680"/>
                        <a:pt x="30167" y="15821"/>
                        <a:pt x="23583" y="24103"/>
                      </a:cubicBezTo>
                      <a:cubicBezTo>
                        <a:pt x="16954" y="32295"/>
                        <a:pt x="13662" y="43862"/>
                        <a:pt x="13662" y="58851"/>
                      </a:cubicBezTo>
                      <a:cubicBezTo>
                        <a:pt x="13662" y="73885"/>
                        <a:pt x="16954" y="85497"/>
                        <a:pt x="23583" y="93779"/>
                      </a:cubicBezTo>
                      <a:cubicBezTo>
                        <a:pt x="30167" y="101971"/>
                        <a:pt x="39501" y="106022"/>
                        <a:pt x="51542" y="10602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9" name="Gráfico 12">
                  <a:extLst>
                    <a:ext uri="{FF2B5EF4-FFF2-40B4-BE49-F238E27FC236}">
                      <a16:creationId xmlns:a16="http://schemas.microsoft.com/office/drawing/2014/main" id="{416B5651-8C77-4C11-A685-B8AF124F4603}"/>
                    </a:ext>
                  </a:extLst>
                </p:cNvPr>
                <p:cNvSpPr/>
                <p:nvPr/>
              </p:nvSpPr>
              <p:spPr>
                <a:xfrm>
                  <a:off x="3996238" y="2685981"/>
                  <a:ext cx="12987" cy="154477"/>
                </a:xfrm>
                <a:custGeom>
                  <a:avLst/>
                  <a:gdLst>
                    <a:gd name="connsiteX0" fmla="*/ 325 w 12987"/>
                    <a:gd name="connsiteY0" fmla="*/ 157 h 154477"/>
                    <a:gd name="connsiteX1" fmla="*/ 13312 w 12987"/>
                    <a:gd name="connsiteY1" fmla="*/ 157 h 154477"/>
                    <a:gd name="connsiteX2" fmla="*/ 13312 w 12987"/>
                    <a:gd name="connsiteY2" fmla="*/ 154634 h 154477"/>
                    <a:gd name="connsiteX3" fmla="*/ 325 w 12987"/>
                    <a:gd name="connsiteY3" fmla="*/ 154634 h 154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87" h="154477">
                      <a:moveTo>
                        <a:pt x="325" y="157"/>
                      </a:moveTo>
                      <a:lnTo>
                        <a:pt x="13312" y="157"/>
                      </a:lnTo>
                      <a:lnTo>
                        <a:pt x="13312" y="154634"/>
                      </a:lnTo>
                      <a:lnTo>
                        <a:pt x="325" y="154634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0" name="Gráfico 12">
                  <a:extLst>
                    <a:ext uri="{FF2B5EF4-FFF2-40B4-BE49-F238E27FC236}">
                      <a16:creationId xmlns:a16="http://schemas.microsoft.com/office/drawing/2014/main" id="{DEBB2FA7-3455-4C89-B0E5-99908F804272}"/>
                    </a:ext>
                  </a:extLst>
                </p:cNvPr>
                <p:cNvSpPr/>
                <p:nvPr/>
              </p:nvSpPr>
              <p:spPr>
                <a:xfrm>
                  <a:off x="4038013" y="2726131"/>
                  <a:ext cx="96682" cy="117388"/>
                </a:xfrm>
                <a:custGeom>
                  <a:avLst/>
                  <a:gdLst>
                    <a:gd name="connsiteX0" fmla="*/ 49031 w 96682"/>
                    <a:gd name="connsiteY0" fmla="*/ 117545 h 117388"/>
                    <a:gd name="connsiteX1" fmla="*/ 13136 w 96682"/>
                    <a:gd name="connsiteY1" fmla="*/ 102241 h 117388"/>
                    <a:gd name="connsiteX2" fmla="*/ 329 w 96682"/>
                    <a:gd name="connsiteY2" fmla="*/ 59211 h 117388"/>
                    <a:gd name="connsiteX3" fmla="*/ 13316 w 96682"/>
                    <a:gd name="connsiteY3" fmla="*/ 15821 h 117388"/>
                    <a:gd name="connsiteX4" fmla="*/ 49392 w 96682"/>
                    <a:gd name="connsiteY4" fmla="*/ 157 h 117388"/>
                    <a:gd name="connsiteX5" fmla="*/ 84385 w 96682"/>
                    <a:gd name="connsiteY5" fmla="*/ 15100 h 117388"/>
                    <a:gd name="connsiteX6" fmla="*/ 97012 w 96682"/>
                    <a:gd name="connsiteY6" fmla="*/ 56870 h 117388"/>
                    <a:gd name="connsiteX7" fmla="*/ 97012 w 96682"/>
                    <a:gd name="connsiteY7" fmla="*/ 61191 h 117388"/>
                    <a:gd name="connsiteX8" fmla="*/ 13497 w 96682"/>
                    <a:gd name="connsiteY8" fmla="*/ 61191 h 117388"/>
                    <a:gd name="connsiteX9" fmla="*/ 13497 w 96682"/>
                    <a:gd name="connsiteY9" fmla="*/ 61912 h 117388"/>
                    <a:gd name="connsiteX10" fmla="*/ 23237 w 96682"/>
                    <a:gd name="connsiteY10" fmla="*/ 94500 h 117388"/>
                    <a:gd name="connsiteX11" fmla="*/ 49753 w 96682"/>
                    <a:gd name="connsiteY11" fmla="*/ 106562 h 117388"/>
                    <a:gd name="connsiteX12" fmla="*/ 71759 w 96682"/>
                    <a:gd name="connsiteY12" fmla="*/ 99541 h 117388"/>
                    <a:gd name="connsiteX13" fmla="*/ 82581 w 96682"/>
                    <a:gd name="connsiteY13" fmla="*/ 80096 h 117388"/>
                    <a:gd name="connsiteX14" fmla="*/ 95388 w 96682"/>
                    <a:gd name="connsiteY14" fmla="*/ 80096 h 117388"/>
                    <a:gd name="connsiteX15" fmla="*/ 80597 w 96682"/>
                    <a:gd name="connsiteY15" fmla="*/ 107283 h 117388"/>
                    <a:gd name="connsiteX16" fmla="*/ 49031 w 96682"/>
                    <a:gd name="connsiteY16" fmla="*/ 117545 h 117388"/>
                    <a:gd name="connsiteX17" fmla="*/ 83664 w 96682"/>
                    <a:gd name="connsiteY17" fmla="*/ 50929 h 117388"/>
                    <a:gd name="connsiteX18" fmla="*/ 73563 w 96682"/>
                    <a:gd name="connsiteY18" fmla="*/ 21942 h 117388"/>
                    <a:gd name="connsiteX19" fmla="*/ 49212 w 96682"/>
                    <a:gd name="connsiteY19" fmla="*/ 11319 h 117388"/>
                    <a:gd name="connsiteX20" fmla="*/ 24139 w 96682"/>
                    <a:gd name="connsiteY20" fmla="*/ 22122 h 117388"/>
                    <a:gd name="connsiteX21" fmla="*/ 13677 w 96682"/>
                    <a:gd name="connsiteY21" fmla="*/ 50929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6682" h="117388">
                      <a:moveTo>
                        <a:pt x="49031" y="117545"/>
                      </a:moveTo>
                      <a:cubicBezTo>
                        <a:pt x="33744" y="117545"/>
                        <a:pt x="21794" y="112459"/>
                        <a:pt x="13136" y="102241"/>
                      </a:cubicBezTo>
                      <a:cubicBezTo>
                        <a:pt x="4568" y="91934"/>
                        <a:pt x="329" y="77575"/>
                        <a:pt x="329" y="59211"/>
                      </a:cubicBezTo>
                      <a:cubicBezTo>
                        <a:pt x="329" y="40622"/>
                        <a:pt x="4658" y="26173"/>
                        <a:pt x="13316" y="15821"/>
                      </a:cubicBezTo>
                      <a:cubicBezTo>
                        <a:pt x="21975" y="5378"/>
                        <a:pt x="33970" y="157"/>
                        <a:pt x="49392" y="157"/>
                      </a:cubicBezTo>
                      <a:cubicBezTo>
                        <a:pt x="64408" y="157"/>
                        <a:pt x="76088" y="5153"/>
                        <a:pt x="84385" y="15100"/>
                      </a:cubicBezTo>
                      <a:cubicBezTo>
                        <a:pt x="92773" y="25093"/>
                        <a:pt x="97012" y="39001"/>
                        <a:pt x="97012" y="56870"/>
                      </a:cubicBezTo>
                      <a:lnTo>
                        <a:pt x="97012" y="61191"/>
                      </a:lnTo>
                      <a:lnTo>
                        <a:pt x="13497" y="61191"/>
                      </a:lnTo>
                      <a:lnTo>
                        <a:pt x="13497" y="61912"/>
                      </a:lnTo>
                      <a:cubicBezTo>
                        <a:pt x="13497" y="75505"/>
                        <a:pt x="16744" y="86353"/>
                        <a:pt x="23237" y="94500"/>
                      </a:cubicBezTo>
                      <a:cubicBezTo>
                        <a:pt x="29821" y="102556"/>
                        <a:pt x="38660" y="106562"/>
                        <a:pt x="49753" y="106562"/>
                      </a:cubicBezTo>
                      <a:cubicBezTo>
                        <a:pt x="58501" y="106562"/>
                        <a:pt x="65851" y="104222"/>
                        <a:pt x="71759" y="99541"/>
                      </a:cubicBezTo>
                      <a:cubicBezTo>
                        <a:pt x="77621" y="94770"/>
                        <a:pt x="81229" y="88288"/>
                        <a:pt x="82581" y="80096"/>
                      </a:cubicBezTo>
                      <a:lnTo>
                        <a:pt x="95388" y="80096"/>
                      </a:lnTo>
                      <a:cubicBezTo>
                        <a:pt x="93945" y="91394"/>
                        <a:pt x="88985" y="100441"/>
                        <a:pt x="80597" y="107283"/>
                      </a:cubicBezTo>
                      <a:cubicBezTo>
                        <a:pt x="72300" y="114124"/>
                        <a:pt x="61748" y="117545"/>
                        <a:pt x="49031" y="117545"/>
                      </a:cubicBezTo>
                      <a:close/>
                      <a:moveTo>
                        <a:pt x="83664" y="50929"/>
                      </a:moveTo>
                      <a:cubicBezTo>
                        <a:pt x="83032" y="38596"/>
                        <a:pt x="79695" y="28919"/>
                        <a:pt x="73563" y="21942"/>
                      </a:cubicBezTo>
                      <a:cubicBezTo>
                        <a:pt x="67430" y="14875"/>
                        <a:pt x="59313" y="11319"/>
                        <a:pt x="49212" y="11319"/>
                      </a:cubicBezTo>
                      <a:cubicBezTo>
                        <a:pt x="38975" y="11319"/>
                        <a:pt x="30633" y="14920"/>
                        <a:pt x="24139" y="22122"/>
                      </a:cubicBezTo>
                      <a:cubicBezTo>
                        <a:pt x="17736" y="29324"/>
                        <a:pt x="14263" y="38956"/>
                        <a:pt x="13677" y="50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1" name="Gráfico 12">
                  <a:extLst>
                    <a:ext uri="{FF2B5EF4-FFF2-40B4-BE49-F238E27FC236}">
                      <a16:creationId xmlns:a16="http://schemas.microsoft.com/office/drawing/2014/main" id="{50489E10-A3A0-478E-A595-74FDD83DDC1D}"/>
                    </a:ext>
                  </a:extLst>
                </p:cNvPr>
                <p:cNvSpPr/>
                <p:nvPr/>
              </p:nvSpPr>
              <p:spPr>
                <a:xfrm>
                  <a:off x="4157260" y="2726131"/>
                  <a:ext cx="86040" cy="117388"/>
                </a:xfrm>
                <a:custGeom>
                  <a:avLst/>
                  <a:gdLst>
                    <a:gd name="connsiteX0" fmla="*/ 43811 w 86040"/>
                    <a:gd name="connsiteY0" fmla="*/ 117545 h 117388"/>
                    <a:gd name="connsiteX1" fmla="*/ 12425 w 86040"/>
                    <a:gd name="connsiteY1" fmla="*/ 107283 h 117388"/>
                    <a:gd name="connsiteX2" fmla="*/ 340 w 86040"/>
                    <a:gd name="connsiteY2" fmla="*/ 79736 h 117388"/>
                    <a:gd name="connsiteX3" fmla="*/ 13146 w 86040"/>
                    <a:gd name="connsiteY3" fmla="*/ 79736 h 117388"/>
                    <a:gd name="connsiteX4" fmla="*/ 21985 w 86040"/>
                    <a:gd name="connsiteY4" fmla="*/ 98460 h 117388"/>
                    <a:gd name="connsiteX5" fmla="*/ 43089 w 86040"/>
                    <a:gd name="connsiteY5" fmla="*/ 105662 h 117388"/>
                    <a:gd name="connsiteX6" fmla="*/ 65095 w 86040"/>
                    <a:gd name="connsiteY6" fmla="*/ 100261 h 117388"/>
                    <a:gd name="connsiteX7" fmla="*/ 73212 w 86040"/>
                    <a:gd name="connsiteY7" fmla="*/ 85317 h 117388"/>
                    <a:gd name="connsiteX8" fmla="*/ 45073 w 86040"/>
                    <a:gd name="connsiteY8" fmla="*/ 65152 h 117388"/>
                    <a:gd name="connsiteX9" fmla="*/ 40564 w 86040"/>
                    <a:gd name="connsiteY9" fmla="*/ 64072 h 117388"/>
                    <a:gd name="connsiteX10" fmla="*/ 17475 w 86040"/>
                    <a:gd name="connsiteY10" fmla="*/ 56330 h 117388"/>
                    <a:gd name="connsiteX11" fmla="*/ 5931 w 86040"/>
                    <a:gd name="connsiteY11" fmla="*/ 46608 h 117388"/>
                    <a:gd name="connsiteX12" fmla="*/ 2684 w 86040"/>
                    <a:gd name="connsiteY12" fmla="*/ 32385 h 117388"/>
                    <a:gd name="connsiteX13" fmla="*/ 13327 w 86040"/>
                    <a:gd name="connsiteY13" fmla="*/ 9159 h 117388"/>
                    <a:gd name="connsiteX14" fmla="*/ 41105 w 86040"/>
                    <a:gd name="connsiteY14" fmla="*/ 157 h 117388"/>
                    <a:gd name="connsiteX15" fmla="*/ 71048 w 86040"/>
                    <a:gd name="connsiteY15" fmla="*/ 9519 h 117388"/>
                    <a:gd name="connsiteX16" fmla="*/ 83313 w 86040"/>
                    <a:gd name="connsiteY16" fmla="*/ 35625 h 117388"/>
                    <a:gd name="connsiteX17" fmla="*/ 70146 w 86040"/>
                    <a:gd name="connsiteY17" fmla="*/ 35625 h 117388"/>
                    <a:gd name="connsiteX18" fmla="*/ 61668 w 86040"/>
                    <a:gd name="connsiteY18" fmla="*/ 17981 h 117388"/>
                    <a:gd name="connsiteX19" fmla="*/ 40924 w 86040"/>
                    <a:gd name="connsiteY19" fmla="*/ 11680 h 117388"/>
                    <a:gd name="connsiteX20" fmla="*/ 22706 w 86040"/>
                    <a:gd name="connsiteY20" fmla="*/ 16901 h 117388"/>
                    <a:gd name="connsiteX21" fmla="*/ 15852 w 86040"/>
                    <a:gd name="connsiteY21" fmla="*/ 30764 h 117388"/>
                    <a:gd name="connsiteX22" fmla="*/ 23247 w 86040"/>
                    <a:gd name="connsiteY22" fmla="*/ 43187 h 117388"/>
                    <a:gd name="connsiteX23" fmla="*/ 46336 w 86040"/>
                    <a:gd name="connsiteY23" fmla="*/ 52549 h 117388"/>
                    <a:gd name="connsiteX24" fmla="*/ 52288 w 86040"/>
                    <a:gd name="connsiteY24" fmla="*/ 54170 h 117388"/>
                    <a:gd name="connsiteX25" fmla="*/ 72671 w 86040"/>
                    <a:gd name="connsiteY25" fmla="*/ 61552 h 117388"/>
                    <a:gd name="connsiteX26" fmla="*/ 83133 w 86040"/>
                    <a:gd name="connsiteY26" fmla="*/ 71274 h 117388"/>
                    <a:gd name="connsiteX27" fmla="*/ 86380 w 86040"/>
                    <a:gd name="connsiteY27" fmla="*/ 85497 h 117388"/>
                    <a:gd name="connsiteX28" fmla="*/ 80968 w 86040"/>
                    <a:gd name="connsiteY28" fmla="*/ 102061 h 117388"/>
                    <a:gd name="connsiteX29" fmla="*/ 65997 w 86040"/>
                    <a:gd name="connsiteY29" fmla="*/ 113404 h 117388"/>
                    <a:gd name="connsiteX30" fmla="*/ 43811 w 86040"/>
                    <a:gd name="connsiteY30" fmla="*/ 117545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86040" h="117388">
                      <a:moveTo>
                        <a:pt x="43811" y="117545"/>
                      </a:moveTo>
                      <a:cubicBezTo>
                        <a:pt x="30823" y="117545"/>
                        <a:pt x="20361" y="114124"/>
                        <a:pt x="12425" y="107283"/>
                      </a:cubicBezTo>
                      <a:cubicBezTo>
                        <a:pt x="4578" y="100351"/>
                        <a:pt x="565" y="91169"/>
                        <a:pt x="340" y="79736"/>
                      </a:cubicBezTo>
                      <a:lnTo>
                        <a:pt x="13146" y="79736"/>
                      </a:lnTo>
                      <a:cubicBezTo>
                        <a:pt x="13507" y="87433"/>
                        <a:pt x="16438" y="93689"/>
                        <a:pt x="21985" y="98460"/>
                      </a:cubicBezTo>
                      <a:cubicBezTo>
                        <a:pt x="27486" y="103277"/>
                        <a:pt x="34521" y="105662"/>
                        <a:pt x="43089" y="105662"/>
                      </a:cubicBezTo>
                      <a:cubicBezTo>
                        <a:pt x="52469" y="105662"/>
                        <a:pt x="59774" y="103862"/>
                        <a:pt x="65095" y="100261"/>
                      </a:cubicBezTo>
                      <a:cubicBezTo>
                        <a:pt x="70506" y="96570"/>
                        <a:pt x="73212" y="91574"/>
                        <a:pt x="73212" y="85317"/>
                      </a:cubicBezTo>
                      <a:cubicBezTo>
                        <a:pt x="73212" y="76450"/>
                        <a:pt x="63832" y="69744"/>
                        <a:pt x="45073" y="65152"/>
                      </a:cubicBezTo>
                      <a:lnTo>
                        <a:pt x="40564" y="64072"/>
                      </a:lnTo>
                      <a:cubicBezTo>
                        <a:pt x="30553" y="61552"/>
                        <a:pt x="22887" y="58986"/>
                        <a:pt x="17475" y="56330"/>
                      </a:cubicBezTo>
                      <a:cubicBezTo>
                        <a:pt x="12064" y="53585"/>
                        <a:pt x="8186" y="50344"/>
                        <a:pt x="5931" y="46608"/>
                      </a:cubicBezTo>
                      <a:cubicBezTo>
                        <a:pt x="3767" y="42917"/>
                        <a:pt x="2684" y="38146"/>
                        <a:pt x="2684" y="32385"/>
                      </a:cubicBezTo>
                      <a:cubicBezTo>
                        <a:pt x="2684" y="22797"/>
                        <a:pt x="6202" y="15055"/>
                        <a:pt x="13327" y="9159"/>
                      </a:cubicBezTo>
                      <a:cubicBezTo>
                        <a:pt x="20407" y="3173"/>
                        <a:pt x="29651" y="157"/>
                        <a:pt x="41105" y="157"/>
                      </a:cubicBezTo>
                      <a:cubicBezTo>
                        <a:pt x="53596" y="157"/>
                        <a:pt x="63562" y="3308"/>
                        <a:pt x="71048" y="9519"/>
                      </a:cubicBezTo>
                      <a:cubicBezTo>
                        <a:pt x="78488" y="15776"/>
                        <a:pt x="82592" y="24463"/>
                        <a:pt x="83313" y="35625"/>
                      </a:cubicBezTo>
                      <a:lnTo>
                        <a:pt x="70146" y="35625"/>
                      </a:lnTo>
                      <a:cubicBezTo>
                        <a:pt x="69650" y="28064"/>
                        <a:pt x="66809" y="22212"/>
                        <a:pt x="61668" y="17981"/>
                      </a:cubicBezTo>
                      <a:cubicBezTo>
                        <a:pt x="56617" y="13795"/>
                        <a:pt x="49673" y="11680"/>
                        <a:pt x="40924" y="11680"/>
                      </a:cubicBezTo>
                      <a:cubicBezTo>
                        <a:pt x="33349" y="11680"/>
                        <a:pt x="27261" y="13435"/>
                        <a:pt x="22706" y="16901"/>
                      </a:cubicBezTo>
                      <a:cubicBezTo>
                        <a:pt x="18107" y="20412"/>
                        <a:pt x="15852" y="25003"/>
                        <a:pt x="15852" y="30764"/>
                      </a:cubicBezTo>
                      <a:cubicBezTo>
                        <a:pt x="15852" y="35580"/>
                        <a:pt x="18287" y="39721"/>
                        <a:pt x="23247" y="43187"/>
                      </a:cubicBezTo>
                      <a:cubicBezTo>
                        <a:pt x="28163" y="46698"/>
                        <a:pt x="35874" y="49804"/>
                        <a:pt x="46336" y="52549"/>
                      </a:cubicBezTo>
                      <a:lnTo>
                        <a:pt x="52288" y="54170"/>
                      </a:lnTo>
                      <a:cubicBezTo>
                        <a:pt x="61037" y="56330"/>
                        <a:pt x="67846" y="58806"/>
                        <a:pt x="72671" y="61552"/>
                      </a:cubicBezTo>
                      <a:cubicBezTo>
                        <a:pt x="77586" y="64207"/>
                        <a:pt x="81058" y="67448"/>
                        <a:pt x="83133" y="71274"/>
                      </a:cubicBezTo>
                      <a:cubicBezTo>
                        <a:pt x="85297" y="75010"/>
                        <a:pt x="86380" y="79736"/>
                        <a:pt x="86380" y="85497"/>
                      </a:cubicBezTo>
                      <a:cubicBezTo>
                        <a:pt x="86380" y="91754"/>
                        <a:pt x="84576" y="97290"/>
                        <a:pt x="80968" y="102061"/>
                      </a:cubicBezTo>
                      <a:cubicBezTo>
                        <a:pt x="77451" y="106878"/>
                        <a:pt x="72491" y="110658"/>
                        <a:pt x="65997" y="113404"/>
                      </a:cubicBezTo>
                      <a:cubicBezTo>
                        <a:pt x="59594" y="116150"/>
                        <a:pt x="52198" y="117545"/>
                        <a:pt x="43811" y="11754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2" name="Gráfico 12">
                  <a:extLst>
                    <a:ext uri="{FF2B5EF4-FFF2-40B4-BE49-F238E27FC236}">
                      <a16:creationId xmlns:a16="http://schemas.microsoft.com/office/drawing/2014/main" id="{9609F8BE-5E7F-4873-A065-B30A3AA4CC6A}"/>
                    </a:ext>
                  </a:extLst>
                </p:cNvPr>
                <p:cNvSpPr/>
                <p:nvPr/>
              </p:nvSpPr>
              <p:spPr>
                <a:xfrm>
                  <a:off x="4266311" y="2726131"/>
                  <a:ext cx="95239" cy="117208"/>
                </a:xfrm>
                <a:custGeom>
                  <a:avLst/>
                  <a:gdLst>
                    <a:gd name="connsiteX0" fmla="*/ 49231 w 95239"/>
                    <a:gd name="connsiteY0" fmla="*/ 117365 h 117208"/>
                    <a:gd name="connsiteX1" fmla="*/ 13336 w 95239"/>
                    <a:gd name="connsiteY1" fmla="*/ 101881 h 117208"/>
                    <a:gd name="connsiteX2" fmla="*/ 349 w 95239"/>
                    <a:gd name="connsiteY2" fmla="*/ 59571 h 117208"/>
                    <a:gd name="connsiteX3" fmla="*/ 13697 w 95239"/>
                    <a:gd name="connsiteY3" fmla="*/ 16001 h 117208"/>
                    <a:gd name="connsiteX4" fmla="*/ 49953 w 95239"/>
                    <a:gd name="connsiteY4" fmla="*/ 157 h 117208"/>
                    <a:gd name="connsiteX5" fmla="*/ 80797 w 95239"/>
                    <a:gd name="connsiteY5" fmla="*/ 10779 h 117208"/>
                    <a:gd name="connsiteX6" fmla="*/ 94145 w 95239"/>
                    <a:gd name="connsiteY6" fmla="*/ 38506 h 117208"/>
                    <a:gd name="connsiteX7" fmla="*/ 81699 w 95239"/>
                    <a:gd name="connsiteY7" fmla="*/ 38506 h 117208"/>
                    <a:gd name="connsiteX8" fmla="*/ 71418 w 95239"/>
                    <a:gd name="connsiteY8" fmla="*/ 19061 h 117208"/>
                    <a:gd name="connsiteX9" fmla="*/ 49953 w 95239"/>
                    <a:gd name="connsiteY9" fmla="*/ 11680 h 117208"/>
                    <a:gd name="connsiteX10" fmla="*/ 23437 w 95239"/>
                    <a:gd name="connsiteY10" fmla="*/ 24283 h 117208"/>
                    <a:gd name="connsiteX11" fmla="*/ 13697 w 95239"/>
                    <a:gd name="connsiteY11" fmla="*/ 58491 h 117208"/>
                    <a:gd name="connsiteX12" fmla="*/ 23618 w 95239"/>
                    <a:gd name="connsiteY12" fmla="*/ 93599 h 117208"/>
                    <a:gd name="connsiteX13" fmla="*/ 50314 w 95239"/>
                    <a:gd name="connsiteY13" fmla="*/ 106382 h 117208"/>
                    <a:gd name="connsiteX14" fmla="*/ 71959 w 95239"/>
                    <a:gd name="connsiteY14" fmla="*/ 98280 h 117208"/>
                    <a:gd name="connsiteX15" fmla="*/ 82782 w 95239"/>
                    <a:gd name="connsiteY15" fmla="*/ 75955 h 117208"/>
                    <a:gd name="connsiteX16" fmla="*/ 95588 w 95239"/>
                    <a:gd name="connsiteY16" fmla="*/ 75955 h 117208"/>
                    <a:gd name="connsiteX17" fmla="*/ 81339 w 95239"/>
                    <a:gd name="connsiteY17" fmla="*/ 106382 h 117208"/>
                    <a:gd name="connsiteX18" fmla="*/ 49231 w 95239"/>
                    <a:gd name="connsiteY18" fmla="*/ 117365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95239" h="117208">
                      <a:moveTo>
                        <a:pt x="49231" y="117365"/>
                      </a:moveTo>
                      <a:cubicBezTo>
                        <a:pt x="34080" y="117365"/>
                        <a:pt x="22085" y="112234"/>
                        <a:pt x="13336" y="101881"/>
                      </a:cubicBezTo>
                      <a:cubicBezTo>
                        <a:pt x="4678" y="91574"/>
                        <a:pt x="349" y="77485"/>
                        <a:pt x="349" y="59571"/>
                      </a:cubicBezTo>
                      <a:cubicBezTo>
                        <a:pt x="349" y="41117"/>
                        <a:pt x="4768" y="26578"/>
                        <a:pt x="13697" y="16001"/>
                      </a:cubicBezTo>
                      <a:cubicBezTo>
                        <a:pt x="22581" y="5468"/>
                        <a:pt x="34666" y="157"/>
                        <a:pt x="49953" y="157"/>
                      </a:cubicBezTo>
                      <a:cubicBezTo>
                        <a:pt x="62444" y="157"/>
                        <a:pt x="72726" y="3713"/>
                        <a:pt x="80797" y="10779"/>
                      </a:cubicBezTo>
                      <a:cubicBezTo>
                        <a:pt x="88959" y="17756"/>
                        <a:pt x="93424" y="26983"/>
                        <a:pt x="94145" y="38506"/>
                      </a:cubicBezTo>
                      <a:lnTo>
                        <a:pt x="81699" y="38506"/>
                      </a:lnTo>
                      <a:cubicBezTo>
                        <a:pt x="80707" y="30359"/>
                        <a:pt x="77280" y="23878"/>
                        <a:pt x="71418" y="19061"/>
                      </a:cubicBezTo>
                      <a:cubicBezTo>
                        <a:pt x="65646" y="14155"/>
                        <a:pt x="58476" y="11680"/>
                        <a:pt x="49953" y="11680"/>
                      </a:cubicBezTo>
                      <a:cubicBezTo>
                        <a:pt x="38769" y="11680"/>
                        <a:pt x="29931" y="15911"/>
                        <a:pt x="23437" y="24283"/>
                      </a:cubicBezTo>
                      <a:cubicBezTo>
                        <a:pt x="16944" y="32565"/>
                        <a:pt x="13697" y="43997"/>
                        <a:pt x="13697" y="58491"/>
                      </a:cubicBezTo>
                      <a:cubicBezTo>
                        <a:pt x="13697" y="73254"/>
                        <a:pt x="16989" y="84957"/>
                        <a:pt x="23618" y="93599"/>
                      </a:cubicBezTo>
                      <a:cubicBezTo>
                        <a:pt x="30202" y="102151"/>
                        <a:pt x="39130" y="106382"/>
                        <a:pt x="50314" y="106382"/>
                      </a:cubicBezTo>
                      <a:cubicBezTo>
                        <a:pt x="58836" y="106382"/>
                        <a:pt x="66052" y="103682"/>
                        <a:pt x="71959" y="98280"/>
                      </a:cubicBezTo>
                      <a:cubicBezTo>
                        <a:pt x="77821" y="92879"/>
                        <a:pt x="81429" y="85452"/>
                        <a:pt x="82782" y="75955"/>
                      </a:cubicBezTo>
                      <a:lnTo>
                        <a:pt x="95588" y="75955"/>
                      </a:lnTo>
                      <a:cubicBezTo>
                        <a:pt x="94506" y="88828"/>
                        <a:pt x="89726" y="98956"/>
                        <a:pt x="81339" y="106382"/>
                      </a:cubicBezTo>
                      <a:cubicBezTo>
                        <a:pt x="73041" y="113719"/>
                        <a:pt x="62309" y="117365"/>
                        <a:pt x="49231" y="11736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3" name="Gráfico 12">
                  <a:extLst>
                    <a:ext uri="{FF2B5EF4-FFF2-40B4-BE49-F238E27FC236}">
                      <a16:creationId xmlns:a16="http://schemas.microsoft.com/office/drawing/2014/main" id="{D6210658-368A-48F3-8D4E-1375A27F3818}"/>
                    </a:ext>
                  </a:extLst>
                </p:cNvPr>
                <p:cNvSpPr/>
                <p:nvPr/>
              </p:nvSpPr>
              <p:spPr>
                <a:xfrm>
                  <a:off x="4381644" y="2726131"/>
                  <a:ext cx="96682" cy="117388"/>
                </a:xfrm>
                <a:custGeom>
                  <a:avLst/>
                  <a:gdLst>
                    <a:gd name="connsiteX0" fmla="*/ 49061 w 96682"/>
                    <a:gd name="connsiteY0" fmla="*/ 117545 h 117388"/>
                    <a:gd name="connsiteX1" fmla="*/ 13166 w 96682"/>
                    <a:gd name="connsiteY1" fmla="*/ 102241 h 117388"/>
                    <a:gd name="connsiteX2" fmla="*/ 359 w 96682"/>
                    <a:gd name="connsiteY2" fmla="*/ 59211 h 117388"/>
                    <a:gd name="connsiteX3" fmla="*/ 13346 w 96682"/>
                    <a:gd name="connsiteY3" fmla="*/ 15821 h 117388"/>
                    <a:gd name="connsiteX4" fmla="*/ 49422 w 96682"/>
                    <a:gd name="connsiteY4" fmla="*/ 157 h 117388"/>
                    <a:gd name="connsiteX5" fmla="*/ 84415 w 96682"/>
                    <a:gd name="connsiteY5" fmla="*/ 15100 h 117388"/>
                    <a:gd name="connsiteX6" fmla="*/ 97041 w 96682"/>
                    <a:gd name="connsiteY6" fmla="*/ 56870 h 117388"/>
                    <a:gd name="connsiteX7" fmla="*/ 97041 w 96682"/>
                    <a:gd name="connsiteY7" fmla="*/ 61191 h 117388"/>
                    <a:gd name="connsiteX8" fmla="*/ 13527 w 96682"/>
                    <a:gd name="connsiteY8" fmla="*/ 61191 h 117388"/>
                    <a:gd name="connsiteX9" fmla="*/ 13527 w 96682"/>
                    <a:gd name="connsiteY9" fmla="*/ 61912 h 117388"/>
                    <a:gd name="connsiteX10" fmla="*/ 23267 w 96682"/>
                    <a:gd name="connsiteY10" fmla="*/ 94500 h 117388"/>
                    <a:gd name="connsiteX11" fmla="*/ 49782 w 96682"/>
                    <a:gd name="connsiteY11" fmla="*/ 106562 h 117388"/>
                    <a:gd name="connsiteX12" fmla="*/ 71789 w 96682"/>
                    <a:gd name="connsiteY12" fmla="*/ 99541 h 117388"/>
                    <a:gd name="connsiteX13" fmla="*/ 82611 w 96682"/>
                    <a:gd name="connsiteY13" fmla="*/ 80096 h 117388"/>
                    <a:gd name="connsiteX14" fmla="*/ 95418 w 96682"/>
                    <a:gd name="connsiteY14" fmla="*/ 80096 h 117388"/>
                    <a:gd name="connsiteX15" fmla="*/ 80627 w 96682"/>
                    <a:gd name="connsiteY15" fmla="*/ 107283 h 117388"/>
                    <a:gd name="connsiteX16" fmla="*/ 49061 w 96682"/>
                    <a:gd name="connsiteY16" fmla="*/ 117545 h 117388"/>
                    <a:gd name="connsiteX17" fmla="*/ 83693 w 96682"/>
                    <a:gd name="connsiteY17" fmla="*/ 50929 h 117388"/>
                    <a:gd name="connsiteX18" fmla="*/ 73592 w 96682"/>
                    <a:gd name="connsiteY18" fmla="*/ 21942 h 117388"/>
                    <a:gd name="connsiteX19" fmla="*/ 49241 w 96682"/>
                    <a:gd name="connsiteY19" fmla="*/ 11319 h 117388"/>
                    <a:gd name="connsiteX20" fmla="*/ 24169 w 96682"/>
                    <a:gd name="connsiteY20" fmla="*/ 22122 h 117388"/>
                    <a:gd name="connsiteX21" fmla="*/ 13707 w 96682"/>
                    <a:gd name="connsiteY21" fmla="*/ 50929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6682" h="117388">
                      <a:moveTo>
                        <a:pt x="49061" y="117545"/>
                      </a:moveTo>
                      <a:cubicBezTo>
                        <a:pt x="33774" y="117545"/>
                        <a:pt x="21824" y="112459"/>
                        <a:pt x="13166" y="102241"/>
                      </a:cubicBezTo>
                      <a:cubicBezTo>
                        <a:pt x="4598" y="91934"/>
                        <a:pt x="359" y="77575"/>
                        <a:pt x="359" y="59211"/>
                      </a:cubicBezTo>
                      <a:cubicBezTo>
                        <a:pt x="359" y="40622"/>
                        <a:pt x="4688" y="26173"/>
                        <a:pt x="13346" y="15821"/>
                      </a:cubicBezTo>
                      <a:cubicBezTo>
                        <a:pt x="22004" y="5378"/>
                        <a:pt x="33999" y="157"/>
                        <a:pt x="49422" y="157"/>
                      </a:cubicBezTo>
                      <a:cubicBezTo>
                        <a:pt x="64438" y="157"/>
                        <a:pt x="76118" y="5153"/>
                        <a:pt x="84415" y="15100"/>
                      </a:cubicBezTo>
                      <a:cubicBezTo>
                        <a:pt x="92803" y="25093"/>
                        <a:pt x="97041" y="39001"/>
                        <a:pt x="97041" y="56870"/>
                      </a:cubicBezTo>
                      <a:lnTo>
                        <a:pt x="97041" y="61191"/>
                      </a:lnTo>
                      <a:lnTo>
                        <a:pt x="13527" y="61191"/>
                      </a:lnTo>
                      <a:lnTo>
                        <a:pt x="13527" y="61912"/>
                      </a:lnTo>
                      <a:cubicBezTo>
                        <a:pt x="13527" y="75505"/>
                        <a:pt x="16773" y="86353"/>
                        <a:pt x="23267" y="94500"/>
                      </a:cubicBezTo>
                      <a:cubicBezTo>
                        <a:pt x="29851" y="102556"/>
                        <a:pt x="38689" y="106562"/>
                        <a:pt x="49782" y="106562"/>
                      </a:cubicBezTo>
                      <a:cubicBezTo>
                        <a:pt x="58531" y="106562"/>
                        <a:pt x="65881" y="104222"/>
                        <a:pt x="71789" y="99541"/>
                      </a:cubicBezTo>
                      <a:cubicBezTo>
                        <a:pt x="77651" y="94770"/>
                        <a:pt x="81258" y="88288"/>
                        <a:pt x="82611" y="80096"/>
                      </a:cubicBezTo>
                      <a:lnTo>
                        <a:pt x="95418" y="80096"/>
                      </a:lnTo>
                      <a:cubicBezTo>
                        <a:pt x="93975" y="91394"/>
                        <a:pt x="89015" y="100441"/>
                        <a:pt x="80627" y="107283"/>
                      </a:cubicBezTo>
                      <a:cubicBezTo>
                        <a:pt x="72330" y="114124"/>
                        <a:pt x="61778" y="117545"/>
                        <a:pt x="49061" y="117545"/>
                      </a:cubicBezTo>
                      <a:close/>
                      <a:moveTo>
                        <a:pt x="83693" y="50929"/>
                      </a:moveTo>
                      <a:cubicBezTo>
                        <a:pt x="83062" y="38596"/>
                        <a:pt x="79725" y="28919"/>
                        <a:pt x="73592" y="21942"/>
                      </a:cubicBezTo>
                      <a:cubicBezTo>
                        <a:pt x="67459" y="14875"/>
                        <a:pt x="59342" y="11319"/>
                        <a:pt x="49241" y="11319"/>
                      </a:cubicBezTo>
                      <a:cubicBezTo>
                        <a:pt x="39005" y="11319"/>
                        <a:pt x="30662" y="14920"/>
                        <a:pt x="24169" y="22122"/>
                      </a:cubicBezTo>
                      <a:cubicBezTo>
                        <a:pt x="17765" y="29324"/>
                        <a:pt x="14293" y="38956"/>
                        <a:pt x="13707" y="50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4" name="Gráfico 12">
                  <a:extLst>
                    <a:ext uri="{FF2B5EF4-FFF2-40B4-BE49-F238E27FC236}">
                      <a16:creationId xmlns:a16="http://schemas.microsoft.com/office/drawing/2014/main" id="{B227C699-FE9F-4479-A6DC-256CAF1FAA5A}"/>
                    </a:ext>
                  </a:extLst>
                </p:cNvPr>
                <p:cNvSpPr/>
                <p:nvPr/>
              </p:nvSpPr>
              <p:spPr>
                <a:xfrm>
                  <a:off x="4505580" y="2726131"/>
                  <a:ext cx="87483" cy="114327"/>
                </a:xfrm>
                <a:custGeom>
                  <a:avLst/>
                  <a:gdLst>
                    <a:gd name="connsiteX0" fmla="*/ 369 w 87483"/>
                    <a:gd name="connsiteY0" fmla="*/ 3037 h 114327"/>
                    <a:gd name="connsiteX1" fmla="*/ 12815 w 87483"/>
                    <a:gd name="connsiteY1" fmla="*/ 3037 h 114327"/>
                    <a:gd name="connsiteX2" fmla="*/ 12815 w 87483"/>
                    <a:gd name="connsiteY2" fmla="*/ 20862 h 114327"/>
                    <a:gd name="connsiteX3" fmla="*/ 49793 w 87483"/>
                    <a:gd name="connsiteY3" fmla="*/ 157 h 114327"/>
                    <a:gd name="connsiteX4" fmla="*/ 70175 w 87483"/>
                    <a:gd name="connsiteY4" fmla="*/ 4298 h 114327"/>
                    <a:gd name="connsiteX5" fmla="*/ 83343 w 87483"/>
                    <a:gd name="connsiteY5" fmla="*/ 15821 h 114327"/>
                    <a:gd name="connsiteX6" fmla="*/ 86950 w 87483"/>
                    <a:gd name="connsiteY6" fmla="*/ 25183 h 114327"/>
                    <a:gd name="connsiteX7" fmla="*/ 87852 w 87483"/>
                    <a:gd name="connsiteY7" fmla="*/ 43367 h 114327"/>
                    <a:gd name="connsiteX8" fmla="*/ 87852 w 87483"/>
                    <a:gd name="connsiteY8" fmla="*/ 114484 h 114327"/>
                    <a:gd name="connsiteX9" fmla="*/ 74685 w 87483"/>
                    <a:gd name="connsiteY9" fmla="*/ 114484 h 114327"/>
                    <a:gd name="connsiteX10" fmla="*/ 74685 w 87483"/>
                    <a:gd name="connsiteY10" fmla="*/ 45348 h 114327"/>
                    <a:gd name="connsiteX11" fmla="*/ 71979 w 87483"/>
                    <a:gd name="connsiteY11" fmla="*/ 25003 h 114327"/>
                    <a:gd name="connsiteX12" fmla="*/ 63501 w 87483"/>
                    <a:gd name="connsiteY12" fmla="*/ 14920 h 114327"/>
                    <a:gd name="connsiteX13" fmla="*/ 47267 w 87483"/>
                    <a:gd name="connsiteY13" fmla="*/ 11860 h 114327"/>
                    <a:gd name="connsiteX14" fmla="*/ 22556 w 87483"/>
                    <a:gd name="connsiteY14" fmla="*/ 21762 h 114327"/>
                    <a:gd name="connsiteX15" fmla="*/ 13537 w 87483"/>
                    <a:gd name="connsiteY15" fmla="*/ 48769 h 114327"/>
                    <a:gd name="connsiteX16" fmla="*/ 13537 w 87483"/>
                    <a:gd name="connsiteY16" fmla="*/ 114484 h 114327"/>
                    <a:gd name="connsiteX17" fmla="*/ 369 w 87483"/>
                    <a:gd name="connsiteY17" fmla="*/ 114484 h 114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87483" h="114327">
                      <a:moveTo>
                        <a:pt x="369" y="3037"/>
                      </a:moveTo>
                      <a:lnTo>
                        <a:pt x="12815" y="3037"/>
                      </a:lnTo>
                      <a:lnTo>
                        <a:pt x="12815" y="20862"/>
                      </a:lnTo>
                      <a:cubicBezTo>
                        <a:pt x="21338" y="7088"/>
                        <a:pt x="33649" y="157"/>
                        <a:pt x="49793" y="157"/>
                      </a:cubicBezTo>
                      <a:cubicBezTo>
                        <a:pt x="57594" y="157"/>
                        <a:pt x="64403" y="1552"/>
                        <a:pt x="70175" y="4298"/>
                      </a:cubicBezTo>
                      <a:cubicBezTo>
                        <a:pt x="75947" y="7088"/>
                        <a:pt x="80322" y="10914"/>
                        <a:pt x="83343" y="15821"/>
                      </a:cubicBezTo>
                      <a:cubicBezTo>
                        <a:pt x="85147" y="18836"/>
                        <a:pt x="86319" y="21942"/>
                        <a:pt x="86950" y="25183"/>
                      </a:cubicBezTo>
                      <a:cubicBezTo>
                        <a:pt x="87537" y="29144"/>
                        <a:pt x="87852" y="35220"/>
                        <a:pt x="87852" y="43367"/>
                      </a:cubicBezTo>
                      <a:lnTo>
                        <a:pt x="87852" y="114484"/>
                      </a:lnTo>
                      <a:lnTo>
                        <a:pt x="74685" y="114484"/>
                      </a:lnTo>
                      <a:lnTo>
                        <a:pt x="74685" y="45348"/>
                      </a:lnTo>
                      <a:cubicBezTo>
                        <a:pt x="74685" y="36616"/>
                        <a:pt x="73783" y="29819"/>
                        <a:pt x="71979" y="25003"/>
                      </a:cubicBezTo>
                      <a:cubicBezTo>
                        <a:pt x="70266" y="20232"/>
                        <a:pt x="67470" y="16856"/>
                        <a:pt x="63501" y="14920"/>
                      </a:cubicBezTo>
                      <a:cubicBezTo>
                        <a:pt x="59623" y="12895"/>
                        <a:pt x="54212" y="11860"/>
                        <a:pt x="47267" y="11860"/>
                      </a:cubicBezTo>
                      <a:cubicBezTo>
                        <a:pt x="36806" y="11860"/>
                        <a:pt x="28553" y="15190"/>
                        <a:pt x="22556" y="21762"/>
                      </a:cubicBezTo>
                      <a:cubicBezTo>
                        <a:pt x="16513" y="28379"/>
                        <a:pt x="13537" y="37381"/>
                        <a:pt x="13537" y="48769"/>
                      </a:cubicBezTo>
                      <a:lnTo>
                        <a:pt x="13537" y="114484"/>
                      </a:lnTo>
                      <a:lnTo>
                        <a:pt x="369" y="114484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5" name="Gráfico 12">
                  <a:extLst>
                    <a:ext uri="{FF2B5EF4-FFF2-40B4-BE49-F238E27FC236}">
                      <a16:creationId xmlns:a16="http://schemas.microsoft.com/office/drawing/2014/main" id="{3279E141-5826-48B4-A8E8-C299EFCABF90}"/>
                    </a:ext>
                  </a:extLst>
                </p:cNvPr>
                <p:cNvSpPr/>
                <p:nvPr/>
              </p:nvSpPr>
              <p:spPr>
                <a:xfrm>
                  <a:off x="4614678" y="2696964"/>
                  <a:ext cx="48882" cy="146375"/>
                </a:xfrm>
                <a:custGeom>
                  <a:avLst/>
                  <a:gdLst>
                    <a:gd name="connsiteX0" fmla="*/ 33208 w 48882"/>
                    <a:gd name="connsiteY0" fmla="*/ 146532 h 146375"/>
                    <a:gd name="connsiteX1" fmla="*/ 19680 w 48882"/>
                    <a:gd name="connsiteY1" fmla="*/ 141671 h 146375"/>
                    <a:gd name="connsiteX2" fmla="*/ 15712 w 48882"/>
                    <a:gd name="connsiteY2" fmla="*/ 123847 h 146375"/>
                    <a:gd name="connsiteX3" fmla="*/ 15712 w 48882"/>
                    <a:gd name="connsiteY3" fmla="*/ 42647 h 146375"/>
                    <a:gd name="connsiteX4" fmla="*/ 380 w 48882"/>
                    <a:gd name="connsiteY4" fmla="*/ 42647 h 146375"/>
                    <a:gd name="connsiteX5" fmla="*/ 380 w 48882"/>
                    <a:gd name="connsiteY5" fmla="*/ 32205 h 146375"/>
                    <a:gd name="connsiteX6" fmla="*/ 15712 w 48882"/>
                    <a:gd name="connsiteY6" fmla="*/ 32205 h 146375"/>
                    <a:gd name="connsiteX7" fmla="*/ 15712 w 48882"/>
                    <a:gd name="connsiteY7" fmla="*/ 157 h 146375"/>
                    <a:gd name="connsiteX8" fmla="*/ 28519 w 48882"/>
                    <a:gd name="connsiteY8" fmla="*/ 157 h 146375"/>
                    <a:gd name="connsiteX9" fmla="*/ 28519 w 48882"/>
                    <a:gd name="connsiteY9" fmla="*/ 32205 h 146375"/>
                    <a:gd name="connsiteX10" fmla="*/ 49262 w 48882"/>
                    <a:gd name="connsiteY10" fmla="*/ 32205 h 146375"/>
                    <a:gd name="connsiteX11" fmla="*/ 49262 w 48882"/>
                    <a:gd name="connsiteY11" fmla="*/ 42647 h 146375"/>
                    <a:gd name="connsiteX12" fmla="*/ 28519 w 48882"/>
                    <a:gd name="connsiteY12" fmla="*/ 42647 h 146375"/>
                    <a:gd name="connsiteX13" fmla="*/ 28519 w 48882"/>
                    <a:gd name="connsiteY13" fmla="*/ 123847 h 146375"/>
                    <a:gd name="connsiteX14" fmla="*/ 30322 w 48882"/>
                    <a:gd name="connsiteY14" fmla="*/ 133209 h 146375"/>
                    <a:gd name="connsiteX15" fmla="*/ 36816 w 48882"/>
                    <a:gd name="connsiteY15" fmla="*/ 135729 h 146375"/>
                    <a:gd name="connsiteX16" fmla="*/ 41325 w 48882"/>
                    <a:gd name="connsiteY16" fmla="*/ 135189 h 146375"/>
                    <a:gd name="connsiteX17" fmla="*/ 44753 w 48882"/>
                    <a:gd name="connsiteY17" fmla="*/ 134649 h 146375"/>
                    <a:gd name="connsiteX18" fmla="*/ 49262 w 48882"/>
                    <a:gd name="connsiteY18" fmla="*/ 133749 h 146375"/>
                    <a:gd name="connsiteX19" fmla="*/ 49262 w 48882"/>
                    <a:gd name="connsiteY19" fmla="*/ 144011 h 146375"/>
                    <a:gd name="connsiteX20" fmla="*/ 33208 w 48882"/>
                    <a:gd name="connsiteY20" fmla="*/ 146532 h 146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8882" h="146375">
                      <a:moveTo>
                        <a:pt x="33208" y="146532"/>
                      </a:moveTo>
                      <a:cubicBezTo>
                        <a:pt x="26805" y="146532"/>
                        <a:pt x="22296" y="144912"/>
                        <a:pt x="19680" y="141671"/>
                      </a:cubicBezTo>
                      <a:cubicBezTo>
                        <a:pt x="17020" y="138340"/>
                        <a:pt x="15712" y="132399"/>
                        <a:pt x="15712" y="123847"/>
                      </a:cubicBezTo>
                      <a:lnTo>
                        <a:pt x="15712" y="42647"/>
                      </a:lnTo>
                      <a:lnTo>
                        <a:pt x="380" y="42647"/>
                      </a:lnTo>
                      <a:lnTo>
                        <a:pt x="380" y="32205"/>
                      </a:lnTo>
                      <a:lnTo>
                        <a:pt x="15712" y="32205"/>
                      </a:lnTo>
                      <a:lnTo>
                        <a:pt x="15712" y="157"/>
                      </a:lnTo>
                      <a:lnTo>
                        <a:pt x="28519" y="157"/>
                      </a:lnTo>
                      <a:lnTo>
                        <a:pt x="28519" y="32205"/>
                      </a:lnTo>
                      <a:lnTo>
                        <a:pt x="49262" y="32205"/>
                      </a:lnTo>
                      <a:lnTo>
                        <a:pt x="49262" y="42647"/>
                      </a:lnTo>
                      <a:lnTo>
                        <a:pt x="28519" y="42647"/>
                      </a:lnTo>
                      <a:lnTo>
                        <a:pt x="28519" y="123847"/>
                      </a:lnTo>
                      <a:cubicBezTo>
                        <a:pt x="28519" y="128438"/>
                        <a:pt x="29105" y="131543"/>
                        <a:pt x="30322" y="133209"/>
                      </a:cubicBezTo>
                      <a:cubicBezTo>
                        <a:pt x="31495" y="134919"/>
                        <a:pt x="33659" y="135729"/>
                        <a:pt x="36816" y="135729"/>
                      </a:cubicBezTo>
                      <a:cubicBezTo>
                        <a:pt x="37402" y="135729"/>
                        <a:pt x="38890" y="135549"/>
                        <a:pt x="41325" y="135189"/>
                      </a:cubicBezTo>
                      <a:cubicBezTo>
                        <a:pt x="42272" y="135099"/>
                        <a:pt x="43400" y="134919"/>
                        <a:pt x="44753" y="134649"/>
                      </a:cubicBezTo>
                      <a:cubicBezTo>
                        <a:pt x="46196" y="134424"/>
                        <a:pt x="47684" y="134109"/>
                        <a:pt x="49262" y="133749"/>
                      </a:cubicBezTo>
                      <a:lnTo>
                        <a:pt x="49262" y="144011"/>
                      </a:lnTo>
                      <a:cubicBezTo>
                        <a:pt x="43490" y="145677"/>
                        <a:pt x="38124" y="146532"/>
                        <a:pt x="33208" y="14653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6" name="Gráfico 12">
                  <a:extLst>
                    <a:ext uri="{FF2B5EF4-FFF2-40B4-BE49-F238E27FC236}">
                      <a16:creationId xmlns:a16="http://schemas.microsoft.com/office/drawing/2014/main" id="{07C7DCAC-F1BA-49B1-AFEA-F29F1857ECFF}"/>
                    </a:ext>
                  </a:extLst>
                </p:cNvPr>
                <p:cNvSpPr/>
                <p:nvPr/>
              </p:nvSpPr>
              <p:spPr>
                <a:xfrm>
                  <a:off x="4682885" y="2726131"/>
                  <a:ext cx="96682" cy="117388"/>
                </a:xfrm>
                <a:custGeom>
                  <a:avLst/>
                  <a:gdLst>
                    <a:gd name="connsiteX0" fmla="*/ 49087 w 96682"/>
                    <a:gd name="connsiteY0" fmla="*/ 117545 h 117388"/>
                    <a:gd name="connsiteX1" fmla="*/ 13192 w 96682"/>
                    <a:gd name="connsiteY1" fmla="*/ 102241 h 117388"/>
                    <a:gd name="connsiteX2" fmla="*/ 385 w 96682"/>
                    <a:gd name="connsiteY2" fmla="*/ 59211 h 117388"/>
                    <a:gd name="connsiteX3" fmla="*/ 13372 w 96682"/>
                    <a:gd name="connsiteY3" fmla="*/ 15821 h 117388"/>
                    <a:gd name="connsiteX4" fmla="*/ 49448 w 96682"/>
                    <a:gd name="connsiteY4" fmla="*/ 157 h 117388"/>
                    <a:gd name="connsiteX5" fmla="*/ 84441 w 96682"/>
                    <a:gd name="connsiteY5" fmla="*/ 15100 h 117388"/>
                    <a:gd name="connsiteX6" fmla="*/ 97067 w 96682"/>
                    <a:gd name="connsiteY6" fmla="*/ 56870 h 117388"/>
                    <a:gd name="connsiteX7" fmla="*/ 97067 w 96682"/>
                    <a:gd name="connsiteY7" fmla="*/ 61191 h 117388"/>
                    <a:gd name="connsiteX8" fmla="*/ 13553 w 96682"/>
                    <a:gd name="connsiteY8" fmla="*/ 61191 h 117388"/>
                    <a:gd name="connsiteX9" fmla="*/ 13553 w 96682"/>
                    <a:gd name="connsiteY9" fmla="*/ 61912 h 117388"/>
                    <a:gd name="connsiteX10" fmla="*/ 23293 w 96682"/>
                    <a:gd name="connsiteY10" fmla="*/ 94500 h 117388"/>
                    <a:gd name="connsiteX11" fmla="*/ 49809 w 96682"/>
                    <a:gd name="connsiteY11" fmla="*/ 106562 h 117388"/>
                    <a:gd name="connsiteX12" fmla="*/ 71815 w 96682"/>
                    <a:gd name="connsiteY12" fmla="*/ 99541 h 117388"/>
                    <a:gd name="connsiteX13" fmla="*/ 82637 w 96682"/>
                    <a:gd name="connsiteY13" fmla="*/ 80096 h 117388"/>
                    <a:gd name="connsiteX14" fmla="*/ 95444 w 96682"/>
                    <a:gd name="connsiteY14" fmla="*/ 80096 h 117388"/>
                    <a:gd name="connsiteX15" fmla="*/ 80653 w 96682"/>
                    <a:gd name="connsiteY15" fmla="*/ 107283 h 117388"/>
                    <a:gd name="connsiteX16" fmla="*/ 49087 w 96682"/>
                    <a:gd name="connsiteY16" fmla="*/ 117545 h 117388"/>
                    <a:gd name="connsiteX17" fmla="*/ 83720 w 96682"/>
                    <a:gd name="connsiteY17" fmla="*/ 50929 h 117388"/>
                    <a:gd name="connsiteX18" fmla="*/ 73618 w 96682"/>
                    <a:gd name="connsiteY18" fmla="*/ 21942 h 117388"/>
                    <a:gd name="connsiteX19" fmla="*/ 49267 w 96682"/>
                    <a:gd name="connsiteY19" fmla="*/ 11319 h 117388"/>
                    <a:gd name="connsiteX20" fmla="*/ 24195 w 96682"/>
                    <a:gd name="connsiteY20" fmla="*/ 22122 h 117388"/>
                    <a:gd name="connsiteX21" fmla="*/ 13733 w 96682"/>
                    <a:gd name="connsiteY21" fmla="*/ 50929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6682" h="117388">
                      <a:moveTo>
                        <a:pt x="49087" y="117545"/>
                      </a:moveTo>
                      <a:cubicBezTo>
                        <a:pt x="33800" y="117545"/>
                        <a:pt x="21850" y="112459"/>
                        <a:pt x="13192" y="102241"/>
                      </a:cubicBezTo>
                      <a:cubicBezTo>
                        <a:pt x="4624" y="91934"/>
                        <a:pt x="385" y="77575"/>
                        <a:pt x="385" y="59211"/>
                      </a:cubicBezTo>
                      <a:cubicBezTo>
                        <a:pt x="385" y="40622"/>
                        <a:pt x="4714" y="26173"/>
                        <a:pt x="13372" y="15821"/>
                      </a:cubicBezTo>
                      <a:cubicBezTo>
                        <a:pt x="22030" y="5378"/>
                        <a:pt x="34026" y="157"/>
                        <a:pt x="49448" y="157"/>
                      </a:cubicBezTo>
                      <a:cubicBezTo>
                        <a:pt x="64464" y="157"/>
                        <a:pt x="76144" y="5153"/>
                        <a:pt x="84441" y="15100"/>
                      </a:cubicBezTo>
                      <a:cubicBezTo>
                        <a:pt x="92829" y="25093"/>
                        <a:pt x="97067" y="39001"/>
                        <a:pt x="97067" y="56870"/>
                      </a:cubicBezTo>
                      <a:lnTo>
                        <a:pt x="97067" y="61191"/>
                      </a:lnTo>
                      <a:lnTo>
                        <a:pt x="13553" y="61191"/>
                      </a:lnTo>
                      <a:lnTo>
                        <a:pt x="13553" y="61912"/>
                      </a:lnTo>
                      <a:cubicBezTo>
                        <a:pt x="13553" y="75505"/>
                        <a:pt x="16799" y="86353"/>
                        <a:pt x="23293" y="94500"/>
                      </a:cubicBezTo>
                      <a:cubicBezTo>
                        <a:pt x="29877" y="102556"/>
                        <a:pt x="38715" y="106562"/>
                        <a:pt x="49809" y="106562"/>
                      </a:cubicBezTo>
                      <a:cubicBezTo>
                        <a:pt x="58557" y="106562"/>
                        <a:pt x="65907" y="104222"/>
                        <a:pt x="71815" y="99541"/>
                      </a:cubicBezTo>
                      <a:cubicBezTo>
                        <a:pt x="77677" y="94770"/>
                        <a:pt x="81284" y="88288"/>
                        <a:pt x="82637" y="80096"/>
                      </a:cubicBezTo>
                      <a:lnTo>
                        <a:pt x="95444" y="80096"/>
                      </a:lnTo>
                      <a:cubicBezTo>
                        <a:pt x="94001" y="91394"/>
                        <a:pt x="89041" y="100441"/>
                        <a:pt x="80653" y="107283"/>
                      </a:cubicBezTo>
                      <a:cubicBezTo>
                        <a:pt x="72356" y="114124"/>
                        <a:pt x="61804" y="117545"/>
                        <a:pt x="49087" y="117545"/>
                      </a:cubicBezTo>
                      <a:close/>
                      <a:moveTo>
                        <a:pt x="83720" y="50929"/>
                      </a:moveTo>
                      <a:cubicBezTo>
                        <a:pt x="83088" y="38596"/>
                        <a:pt x="79751" y="28919"/>
                        <a:pt x="73618" y="21942"/>
                      </a:cubicBezTo>
                      <a:cubicBezTo>
                        <a:pt x="67486" y="14875"/>
                        <a:pt x="59369" y="11319"/>
                        <a:pt x="49267" y="11319"/>
                      </a:cubicBezTo>
                      <a:cubicBezTo>
                        <a:pt x="39031" y="11319"/>
                        <a:pt x="30689" y="14920"/>
                        <a:pt x="24195" y="22122"/>
                      </a:cubicBezTo>
                      <a:cubicBezTo>
                        <a:pt x="17792" y="29324"/>
                        <a:pt x="14319" y="38956"/>
                        <a:pt x="13733" y="50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7" name="Gráfico 12">
                  <a:extLst>
                    <a:ext uri="{FF2B5EF4-FFF2-40B4-BE49-F238E27FC236}">
                      <a16:creationId xmlns:a16="http://schemas.microsoft.com/office/drawing/2014/main" id="{BF38F59C-8B8C-4B1D-9826-5CE166B9E6CB}"/>
                    </a:ext>
                  </a:extLst>
                </p:cNvPr>
                <p:cNvSpPr/>
                <p:nvPr/>
              </p:nvSpPr>
              <p:spPr>
                <a:xfrm>
                  <a:off x="4802132" y="2726131"/>
                  <a:ext cx="86040" cy="117388"/>
                </a:xfrm>
                <a:custGeom>
                  <a:avLst/>
                  <a:gdLst>
                    <a:gd name="connsiteX0" fmla="*/ 43866 w 86040"/>
                    <a:gd name="connsiteY0" fmla="*/ 117545 h 117388"/>
                    <a:gd name="connsiteX1" fmla="*/ 12481 w 86040"/>
                    <a:gd name="connsiteY1" fmla="*/ 107283 h 117388"/>
                    <a:gd name="connsiteX2" fmla="*/ 395 w 86040"/>
                    <a:gd name="connsiteY2" fmla="*/ 79736 h 117388"/>
                    <a:gd name="connsiteX3" fmla="*/ 13202 w 86040"/>
                    <a:gd name="connsiteY3" fmla="*/ 79736 h 117388"/>
                    <a:gd name="connsiteX4" fmla="*/ 22041 w 86040"/>
                    <a:gd name="connsiteY4" fmla="*/ 98460 h 117388"/>
                    <a:gd name="connsiteX5" fmla="*/ 43145 w 86040"/>
                    <a:gd name="connsiteY5" fmla="*/ 105662 h 117388"/>
                    <a:gd name="connsiteX6" fmla="*/ 65151 w 86040"/>
                    <a:gd name="connsiteY6" fmla="*/ 100261 h 117388"/>
                    <a:gd name="connsiteX7" fmla="*/ 73268 w 86040"/>
                    <a:gd name="connsiteY7" fmla="*/ 85317 h 117388"/>
                    <a:gd name="connsiteX8" fmla="*/ 45129 w 86040"/>
                    <a:gd name="connsiteY8" fmla="*/ 65152 h 117388"/>
                    <a:gd name="connsiteX9" fmla="*/ 40620 w 86040"/>
                    <a:gd name="connsiteY9" fmla="*/ 64072 h 117388"/>
                    <a:gd name="connsiteX10" fmla="*/ 17531 w 86040"/>
                    <a:gd name="connsiteY10" fmla="*/ 56330 h 117388"/>
                    <a:gd name="connsiteX11" fmla="*/ 5987 w 86040"/>
                    <a:gd name="connsiteY11" fmla="*/ 46608 h 117388"/>
                    <a:gd name="connsiteX12" fmla="*/ 2740 w 86040"/>
                    <a:gd name="connsiteY12" fmla="*/ 32385 h 117388"/>
                    <a:gd name="connsiteX13" fmla="*/ 13383 w 86040"/>
                    <a:gd name="connsiteY13" fmla="*/ 9159 h 117388"/>
                    <a:gd name="connsiteX14" fmla="*/ 41161 w 86040"/>
                    <a:gd name="connsiteY14" fmla="*/ 157 h 117388"/>
                    <a:gd name="connsiteX15" fmla="*/ 71103 w 86040"/>
                    <a:gd name="connsiteY15" fmla="*/ 9519 h 117388"/>
                    <a:gd name="connsiteX16" fmla="*/ 83369 w 86040"/>
                    <a:gd name="connsiteY16" fmla="*/ 35625 h 117388"/>
                    <a:gd name="connsiteX17" fmla="*/ 70201 w 86040"/>
                    <a:gd name="connsiteY17" fmla="*/ 35625 h 117388"/>
                    <a:gd name="connsiteX18" fmla="*/ 61724 w 86040"/>
                    <a:gd name="connsiteY18" fmla="*/ 17981 h 117388"/>
                    <a:gd name="connsiteX19" fmla="*/ 40980 w 86040"/>
                    <a:gd name="connsiteY19" fmla="*/ 11680 h 117388"/>
                    <a:gd name="connsiteX20" fmla="*/ 22762 w 86040"/>
                    <a:gd name="connsiteY20" fmla="*/ 16901 h 117388"/>
                    <a:gd name="connsiteX21" fmla="*/ 15908 w 86040"/>
                    <a:gd name="connsiteY21" fmla="*/ 30764 h 117388"/>
                    <a:gd name="connsiteX22" fmla="*/ 23303 w 86040"/>
                    <a:gd name="connsiteY22" fmla="*/ 43187 h 117388"/>
                    <a:gd name="connsiteX23" fmla="*/ 46392 w 86040"/>
                    <a:gd name="connsiteY23" fmla="*/ 52549 h 117388"/>
                    <a:gd name="connsiteX24" fmla="*/ 52344 w 86040"/>
                    <a:gd name="connsiteY24" fmla="*/ 54170 h 117388"/>
                    <a:gd name="connsiteX25" fmla="*/ 72727 w 86040"/>
                    <a:gd name="connsiteY25" fmla="*/ 61552 h 117388"/>
                    <a:gd name="connsiteX26" fmla="*/ 83189 w 86040"/>
                    <a:gd name="connsiteY26" fmla="*/ 71274 h 117388"/>
                    <a:gd name="connsiteX27" fmla="*/ 86435 w 86040"/>
                    <a:gd name="connsiteY27" fmla="*/ 85497 h 117388"/>
                    <a:gd name="connsiteX28" fmla="*/ 81024 w 86040"/>
                    <a:gd name="connsiteY28" fmla="*/ 102061 h 117388"/>
                    <a:gd name="connsiteX29" fmla="*/ 66053 w 86040"/>
                    <a:gd name="connsiteY29" fmla="*/ 113404 h 117388"/>
                    <a:gd name="connsiteX30" fmla="*/ 43866 w 86040"/>
                    <a:gd name="connsiteY30" fmla="*/ 117545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86040" h="117388">
                      <a:moveTo>
                        <a:pt x="43866" y="117545"/>
                      </a:moveTo>
                      <a:cubicBezTo>
                        <a:pt x="30879" y="117545"/>
                        <a:pt x="20417" y="114124"/>
                        <a:pt x="12481" y="107283"/>
                      </a:cubicBezTo>
                      <a:cubicBezTo>
                        <a:pt x="4634" y="100351"/>
                        <a:pt x="621" y="91169"/>
                        <a:pt x="395" y="79736"/>
                      </a:cubicBezTo>
                      <a:lnTo>
                        <a:pt x="13202" y="79736"/>
                      </a:lnTo>
                      <a:cubicBezTo>
                        <a:pt x="13563" y="87433"/>
                        <a:pt x="16494" y="93689"/>
                        <a:pt x="22041" y="98460"/>
                      </a:cubicBezTo>
                      <a:cubicBezTo>
                        <a:pt x="27542" y="103277"/>
                        <a:pt x="34577" y="105662"/>
                        <a:pt x="43145" y="105662"/>
                      </a:cubicBezTo>
                      <a:cubicBezTo>
                        <a:pt x="52524" y="105662"/>
                        <a:pt x="59830" y="103862"/>
                        <a:pt x="65151" y="100261"/>
                      </a:cubicBezTo>
                      <a:cubicBezTo>
                        <a:pt x="70562" y="96570"/>
                        <a:pt x="73268" y="91574"/>
                        <a:pt x="73268" y="85317"/>
                      </a:cubicBezTo>
                      <a:cubicBezTo>
                        <a:pt x="73268" y="76450"/>
                        <a:pt x="63888" y="69744"/>
                        <a:pt x="45129" y="65152"/>
                      </a:cubicBezTo>
                      <a:lnTo>
                        <a:pt x="40620" y="64072"/>
                      </a:lnTo>
                      <a:cubicBezTo>
                        <a:pt x="30609" y="61552"/>
                        <a:pt x="22943" y="58986"/>
                        <a:pt x="17531" y="56330"/>
                      </a:cubicBezTo>
                      <a:cubicBezTo>
                        <a:pt x="12120" y="53585"/>
                        <a:pt x="8242" y="50344"/>
                        <a:pt x="5987" y="46608"/>
                      </a:cubicBezTo>
                      <a:cubicBezTo>
                        <a:pt x="3823" y="42917"/>
                        <a:pt x="2740" y="38146"/>
                        <a:pt x="2740" y="32385"/>
                      </a:cubicBezTo>
                      <a:cubicBezTo>
                        <a:pt x="2740" y="22797"/>
                        <a:pt x="6258" y="15055"/>
                        <a:pt x="13383" y="9159"/>
                      </a:cubicBezTo>
                      <a:cubicBezTo>
                        <a:pt x="20462" y="3173"/>
                        <a:pt x="29707" y="157"/>
                        <a:pt x="41161" y="157"/>
                      </a:cubicBezTo>
                      <a:cubicBezTo>
                        <a:pt x="53652" y="157"/>
                        <a:pt x="63618" y="3308"/>
                        <a:pt x="71103" y="9519"/>
                      </a:cubicBezTo>
                      <a:cubicBezTo>
                        <a:pt x="78544" y="15776"/>
                        <a:pt x="82648" y="24463"/>
                        <a:pt x="83369" y="35625"/>
                      </a:cubicBezTo>
                      <a:lnTo>
                        <a:pt x="70201" y="35625"/>
                      </a:lnTo>
                      <a:cubicBezTo>
                        <a:pt x="69705" y="28064"/>
                        <a:pt x="66864" y="22212"/>
                        <a:pt x="61724" y="17981"/>
                      </a:cubicBezTo>
                      <a:cubicBezTo>
                        <a:pt x="56673" y="13795"/>
                        <a:pt x="49729" y="11680"/>
                        <a:pt x="40980" y="11680"/>
                      </a:cubicBezTo>
                      <a:cubicBezTo>
                        <a:pt x="33404" y="11680"/>
                        <a:pt x="27317" y="13435"/>
                        <a:pt x="22762" y="16901"/>
                      </a:cubicBezTo>
                      <a:cubicBezTo>
                        <a:pt x="18163" y="20412"/>
                        <a:pt x="15908" y="25003"/>
                        <a:pt x="15908" y="30764"/>
                      </a:cubicBezTo>
                      <a:cubicBezTo>
                        <a:pt x="15908" y="35580"/>
                        <a:pt x="18343" y="39721"/>
                        <a:pt x="23303" y="43187"/>
                      </a:cubicBezTo>
                      <a:cubicBezTo>
                        <a:pt x="28219" y="46698"/>
                        <a:pt x="35930" y="49804"/>
                        <a:pt x="46392" y="52549"/>
                      </a:cubicBezTo>
                      <a:lnTo>
                        <a:pt x="52344" y="54170"/>
                      </a:lnTo>
                      <a:cubicBezTo>
                        <a:pt x="61092" y="56330"/>
                        <a:pt x="67902" y="58806"/>
                        <a:pt x="72727" y="61552"/>
                      </a:cubicBezTo>
                      <a:cubicBezTo>
                        <a:pt x="77642" y="64207"/>
                        <a:pt x="81114" y="67448"/>
                        <a:pt x="83189" y="71274"/>
                      </a:cubicBezTo>
                      <a:cubicBezTo>
                        <a:pt x="85353" y="75010"/>
                        <a:pt x="86435" y="79736"/>
                        <a:pt x="86435" y="85497"/>
                      </a:cubicBezTo>
                      <a:cubicBezTo>
                        <a:pt x="86435" y="91754"/>
                        <a:pt x="84632" y="97290"/>
                        <a:pt x="81024" y="102061"/>
                      </a:cubicBezTo>
                      <a:cubicBezTo>
                        <a:pt x="77507" y="106878"/>
                        <a:pt x="72546" y="110658"/>
                        <a:pt x="66053" y="113404"/>
                      </a:cubicBezTo>
                      <a:cubicBezTo>
                        <a:pt x="59649" y="116150"/>
                        <a:pt x="52254" y="117545"/>
                        <a:pt x="43866" y="11754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7990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88CCF69-4B16-48B2-8B63-4752A3629F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430"/>
          <a:stretch/>
        </p:blipFill>
        <p:spPr>
          <a:xfrm>
            <a:off x="0" y="4692912"/>
            <a:ext cx="9144000" cy="2165088"/>
          </a:xfrm>
          <a:prstGeom prst="rect">
            <a:avLst/>
          </a:prstGeom>
        </p:spPr>
      </p:pic>
      <p:sp>
        <p:nvSpPr>
          <p:cNvPr id="37" name="Título 36">
            <a:extLst>
              <a:ext uri="{FF2B5EF4-FFF2-40B4-BE49-F238E27FC236}">
                <a16:creationId xmlns:a16="http://schemas.microsoft.com/office/drawing/2014/main" id="{DD48C8EC-56C5-4A2A-BB21-811BC510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911" y="2251112"/>
            <a:ext cx="1632108" cy="73380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AR" b="1" dirty="0">
                <a:solidFill>
                  <a:srgbClr val="042E40"/>
                </a:solidFill>
              </a:rPr>
              <a:t>¿Qué es?</a:t>
            </a:r>
            <a:endParaRPr lang="es-ES" b="1" dirty="0">
              <a:solidFill>
                <a:srgbClr val="042E4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496E66-3A4B-4617-8D7C-D91AD354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4</a:t>
            </a:fld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8CB29B7-7406-4811-AA15-DBD22410C7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071" b="32160"/>
          <a:stretch/>
        </p:blipFill>
        <p:spPr>
          <a:xfrm>
            <a:off x="0" y="0"/>
            <a:ext cx="9144000" cy="1904370"/>
          </a:xfrm>
          <a:prstGeom prst="rect">
            <a:avLst/>
          </a:prstGeo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81542A0F-9441-4BB3-8E78-CBB7163CCD33}"/>
              </a:ext>
            </a:extLst>
          </p:cNvPr>
          <p:cNvGrpSpPr/>
          <p:nvPr/>
        </p:nvGrpSpPr>
        <p:grpSpPr>
          <a:xfrm>
            <a:off x="2352593" y="3060483"/>
            <a:ext cx="3932935" cy="1285686"/>
            <a:chOff x="321136" y="1277805"/>
            <a:chExt cx="4589913" cy="1339761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878D5210-DCCE-4AA4-94E1-B12AA308D819}"/>
                </a:ext>
              </a:extLst>
            </p:cNvPr>
            <p:cNvGrpSpPr/>
            <p:nvPr/>
          </p:nvGrpSpPr>
          <p:grpSpPr>
            <a:xfrm>
              <a:off x="378489" y="1277805"/>
              <a:ext cx="4499134" cy="944642"/>
              <a:chOff x="408717" y="1141778"/>
              <a:chExt cx="4499134" cy="944642"/>
            </a:xfrm>
            <a:solidFill>
              <a:srgbClr val="042E40"/>
            </a:solidFill>
          </p:grpSpPr>
          <p:grpSp>
            <p:nvGrpSpPr>
              <p:cNvPr id="66" name="Gráfico 12">
                <a:extLst>
                  <a:ext uri="{FF2B5EF4-FFF2-40B4-BE49-F238E27FC236}">
                    <a16:creationId xmlns:a16="http://schemas.microsoft.com/office/drawing/2014/main" id="{AC91822B-6B67-45E5-9048-7801ADB471BD}"/>
                  </a:ext>
                </a:extLst>
              </p:cNvPr>
              <p:cNvGrpSpPr/>
              <p:nvPr/>
            </p:nvGrpSpPr>
            <p:grpSpPr>
              <a:xfrm>
                <a:off x="834096" y="1141778"/>
                <a:ext cx="4073755" cy="944642"/>
                <a:chOff x="834126" y="1552855"/>
                <a:chExt cx="4073755" cy="944642"/>
              </a:xfrm>
              <a:grpFill/>
            </p:grpSpPr>
            <p:sp>
              <p:nvSpPr>
                <p:cNvPr id="70" name="Gráfico 12">
                  <a:extLst>
                    <a:ext uri="{FF2B5EF4-FFF2-40B4-BE49-F238E27FC236}">
                      <a16:creationId xmlns:a16="http://schemas.microsoft.com/office/drawing/2014/main" id="{7725B29A-A929-4E07-A960-EE36229516D0}"/>
                    </a:ext>
                  </a:extLst>
                </p:cNvPr>
                <p:cNvSpPr/>
                <p:nvPr/>
              </p:nvSpPr>
              <p:spPr>
                <a:xfrm>
                  <a:off x="834126" y="1552855"/>
                  <a:ext cx="776479" cy="744164"/>
                </a:xfrm>
                <a:custGeom>
                  <a:avLst/>
                  <a:gdLst>
                    <a:gd name="connsiteX0" fmla="*/ 306964 w 776479"/>
                    <a:gd name="connsiteY0" fmla="*/ 176867 h 744164"/>
                    <a:gd name="connsiteX1" fmla="*/ 74232 w 776479"/>
                    <a:gd name="connsiteY1" fmla="*/ 672346 h 744164"/>
                    <a:gd name="connsiteX2" fmla="*/ 52 w 776479"/>
                    <a:gd name="connsiteY2" fmla="*/ 732976 h 744164"/>
                    <a:gd name="connsiteX3" fmla="*/ 10378 w 776479"/>
                    <a:gd name="connsiteY3" fmla="*/ 744274 h 744164"/>
                    <a:gd name="connsiteX4" fmla="*/ 91728 w 776479"/>
                    <a:gd name="connsiteY4" fmla="*/ 740178 h 744164"/>
                    <a:gd name="connsiteX5" fmla="*/ 189538 w 776479"/>
                    <a:gd name="connsiteY5" fmla="*/ 744274 h 744164"/>
                    <a:gd name="connsiteX6" fmla="*/ 206043 w 776479"/>
                    <a:gd name="connsiteY6" fmla="*/ 728880 h 744164"/>
                    <a:gd name="connsiteX7" fmla="*/ 132900 w 776479"/>
                    <a:gd name="connsiteY7" fmla="*/ 661049 h 744164"/>
                    <a:gd name="connsiteX8" fmla="*/ 141152 w 776479"/>
                    <a:gd name="connsiteY8" fmla="*/ 623015 h 744164"/>
                    <a:gd name="connsiteX9" fmla="*/ 206043 w 776479"/>
                    <a:gd name="connsiteY9" fmla="*/ 481140 h 744164"/>
                    <a:gd name="connsiteX10" fmla="*/ 248251 w 776479"/>
                    <a:gd name="connsiteY10" fmla="*/ 459580 h 744164"/>
                    <a:gd name="connsiteX11" fmla="*/ 483057 w 776479"/>
                    <a:gd name="connsiteY11" fmla="*/ 459580 h 744164"/>
                    <a:gd name="connsiteX12" fmla="*/ 526303 w 776479"/>
                    <a:gd name="connsiteY12" fmla="*/ 498604 h 744164"/>
                    <a:gd name="connsiteX13" fmla="*/ 559267 w 776479"/>
                    <a:gd name="connsiteY13" fmla="*/ 582910 h 744164"/>
                    <a:gd name="connsiteX14" fmla="*/ 591194 w 776479"/>
                    <a:gd name="connsiteY14" fmla="*/ 680538 h 744164"/>
                    <a:gd name="connsiteX15" fmla="*/ 529369 w 776479"/>
                    <a:gd name="connsiteY15" fmla="*/ 734011 h 744164"/>
                    <a:gd name="connsiteX16" fmla="*/ 552052 w 776479"/>
                    <a:gd name="connsiteY16" fmla="*/ 744274 h 744164"/>
                    <a:gd name="connsiteX17" fmla="*/ 636468 w 776479"/>
                    <a:gd name="connsiteY17" fmla="*/ 740178 h 744164"/>
                    <a:gd name="connsiteX18" fmla="*/ 761109 w 776479"/>
                    <a:gd name="connsiteY18" fmla="*/ 744274 h 744164"/>
                    <a:gd name="connsiteX19" fmla="*/ 776532 w 776479"/>
                    <a:gd name="connsiteY19" fmla="*/ 735047 h 744164"/>
                    <a:gd name="connsiteX20" fmla="*/ 709611 w 776479"/>
                    <a:gd name="connsiteY20" fmla="*/ 707275 h 744164"/>
                    <a:gd name="connsiteX21" fmla="*/ 634439 w 776479"/>
                    <a:gd name="connsiteY21" fmla="*/ 567471 h 744164"/>
                    <a:gd name="connsiteX22" fmla="*/ 428448 w 776479"/>
                    <a:gd name="connsiteY22" fmla="*/ 58668 h 744164"/>
                    <a:gd name="connsiteX23" fmla="*/ 398596 w 776479"/>
                    <a:gd name="connsiteY23" fmla="*/ 109 h 744164"/>
                    <a:gd name="connsiteX24" fmla="*/ 306964 w 776479"/>
                    <a:gd name="connsiteY24" fmla="*/ 176867 h 744164"/>
                    <a:gd name="connsiteX25" fmla="*/ 364640 w 776479"/>
                    <a:gd name="connsiteY25" fmla="*/ 146034 h 744164"/>
                    <a:gd name="connsiteX26" fmla="*/ 372847 w 776479"/>
                    <a:gd name="connsiteY26" fmla="*/ 136807 h 744164"/>
                    <a:gd name="connsiteX27" fmla="*/ 383173 w 776479"/>
                    <a:gd name="connsiteY27" fmla="*/ 151211 h 744164"/>
                    <a:gd name="connsiteX28" fmla="*/ 482020 w 776479"/>
                    <a:gd name="connsiteY28" fmla="*/ 393774 h 744164"/>
                    <a:gd name="connsiteX29" fmla="*/ 485087 w 776479"/>
                    <a:gd name="connsiteY29" fmla="*/ 405072 h 744164"/>
                    <a:gd name="connsiteX30" fmla="*/ 467590 w 776479"/>
                    <a:gd name="connsiteY30" fmla="*/ 414344 h 744164"/>
                    <a:gd name="connsiteX31" fmla="*/ 259570 w 776479"/>
                    <a:gd name="connsiteY31" fmla="*/ 414344 h 744164"/>
                    <a:gd name="connsiteX32" fmla="*/ 245185 w 776479"/>
                    <a:gd name="connsiteY32" fmla="*/ 405072 h 744164"/>
                    <a:gd name="connsiteX33" fmla="*/ 249288 w 776479"/>
                    <a:gd name="connsiteY33" fmla="*/ 393774 h 744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776479" h="744164">
                      <a:moveTo>
                        <a:pt x="306964" y="176867"/>
                      </a:moveTo>
                      <a:lnTo>
                        <a:pt x="74232" y="672346"/>
                      </a:lnTo>
                      <a:cubicBezTo>
                        <a:pt x="47446" y="728880"/>
                        <a:pt x="52" y="711416"/>
                        <a:pt x="52" y="732976"/>
                      </a:cubicBezTo>
                      <a:cubicBezTo>
                        <a:pt x="52" y="740178"/>
                        <a:pt x="4200" y="744274"/>
                        <a:pt x="10378" y="744274"/>
                      </a:cubicBezTo>
                      <a:cubicBezTo>
                        <a:pt x="34053" y="744274"/>
                        <a:pt x="64942" y="740178"/>
                        <a:pt x="91728" y="740178"/>
                      </a:cubicBezTo>
                      <a:cubicBezTo>
                        <a:pt x="124692" y="740178"/>
                        <a:pt x="144263" y="744274"/>
                        <a:pt x="189538" y="744274"/>
                      </a:cubicBezTo>
                      <a:cubicBezTo>
                        <a:pt x="198828" y="744274"/>
                        <a:pt x="206043" y="741213"/>
                        <a:pt x="206043" y="728880"/>
                      </a:cubicBezTo>
                      <a:cubicBezTo>
                        <a:pt x="206043" y="703179"/>
                        <a:pt x="132900" y="731941"/>
                        <a:pt x="132900" y="661049"/>
                      </a:cubicBezTo>
                      <a:cubicBezTo>
                        <a:pt x="132900" y="651776"/>
                        <a:pt x="134974" y="635347"/>
                        <a:pt x="141152" y="623015"/>
                      </a:cubicBezTo>
                      <a:lnTo>
                        <a:pt x="206043" y="481140"/>
                      </a:lnTo>
                      <a:cubicBezTo>
                        <a:pt x="214250" y="463676"/>
                        <a:pt x="229717" y="459580"/>
                        <a:pt x="248251" y="459580"/>
                      </a:cubicBezTo>
                      <a:lnTo>
                        <a:pt x="483057" y="459580"/>
                      </a:lnTo>
                      <a:cubicBezTo>
                        <a:pt x="506732" y="459580"/>
                        <a:pt x="516021" y="472903"/>
                        <a:pt x="526303" y="498604"/>
                      </a:cubicBezTo>
                      <a:lnTo>
                        <a:pt x="559267" y="582910"/>
                      </a:lnTo>
                      <a:cubicBezTo>
                        <a:pt x="577801" y="630171"/>
                        <a:pt x="591194" y="662039"/>
                        <a:pt x="591194" y="680538"/>
                      </a:cubicBezTo>
                      <a:cubicBezTo>
                        <a:pt x="591194" y="719608"/>
                        <a:pt x="529369" y="709345"/>
                        <a:pt x="529369" y="734011"/>
                      </a:cubicBezTo>
                      <a:cubicBezTo>
                        <a:pt x="529369" y="744274"/>
                        <a:pt x="545874" y="744274"/>
                        <a:pt x="552052" y="744274"/>
                      </a:cubicBezTo>
                      <a:cubicBezTo>
                        <a:pt x="579830" y="744274"/>
                        <a:pt x="606616" y="740178"/>
                        <a:pt x="636468" y="740178"/>
                      </a:cubicBezTo>
                      <a:cubicBezTo>
                        <a:pt x="675610" y="740178"/>
                        <a:pt x="721967" y="744274"/>
                        <a:pt x="761109" y="744274"/>
                      </a:cubicBezTo>
                      <a:cubicBezTo>
                        <a:pt x="769316" y="744274"/>
                        <a:pt x="776532" y="744274"/>
                        <a:pt x="776532" y="735047"/>
                      </a:cubicBezTo>
                      <a:cubicBezTo>
                        <a:pt x="776532" y="715512"/>
                        <a:pt x="742575" y="723749"/>
                        <a:pt x="709611" y="707275"/>
                      </a:cubicBezTo>
                      <a:cubicBezTo>
                        <a:pt x="674573" y="689811"/>
                        <a:pt x="649861" y="604515"/>
                        <a:pt x="634439" y="567471"/>
                      </a:cubicBezTo>
                      <a:lnTo>
                        <a:pt x="428448" y="58668"/>
                      </a:lnTo>
                      <a:cubicBezTo>
                        <a:pt x="413026" y="21669"/>
                        <a:pt x="409914" y="109"/>
                        <a:pt x="398596" y="109"/>
                      </a:cubicBezTo>
                      <a:cubicBezTo>
                        <a:pt x="385203" y="109"/>
                        <a:pt x="384165" y="12442"/>
                        <a:pt x="306964" y="176867"/>
                      </a:cubicBezTo>
                      <a:close/>
                      <a:moveTo>
                        <a:pt x="364640" y="146034"/>
                      </a:moveTo>
                      <a:cubicBezTo>
                        <a:pt x="365632" y="142974"/>
                        <a:pt x="369780" y="136807"/>
                        <a:pt x="372847" y="136807"/>
                      </a:cubicBezTo>
                      <a:cubicBezTo>
                        <a:pt x="377988" y="136807"/>
                        <a:pt x="381099" y="145044"/>
                        <a:pt x="383173" y="151211"/>
                      </a:cubicBezTo>
                      <a:lnTo>
                        <a:pt x="482020" y="393774"/>
                      </a:lnTo>
                      <a:cubicBezTo>
                        <a:pt x="483057" y="397870"/>
                        <a:pt x="485087" y="402011"/>
                        <a:pt x="485087" y="405072"/>
                      </a:cubicBezTo>
                      <a:cubicBezTo>
                        <a:pt x="485087" y="411238"/>
                        <a:pt x="479946" y="414344"/>
                        <a:pt x="467590" y="414344"/>
                      </a:cubicBezTo>
                      <a:lnTo>
                        <a:pt x="259570" y="414344"/>
                      </a:lnTo>
                      <a:cubicBezTo>
                        <a:pt x="251363" y="414344"/>
                        <a:pt x="245185" y="411238"/>
                        <a:pt x="245185" y="405072"/>
                      </a:cubicBezTo>
                      <a:cubicBezTo>
                        <a:pt x="245185" y="400976"/>
                        <a:pt x="247214" y="397870"/>
                        <a:pt x="249288" y="393774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1" name="Gráfico 12">
                  <a:extLst>
                    <a:ext uri="{FF2B5EF4-FFF2-40B4-BE49-F238E27FC236}">
                      <a16:creationId xmlns:a16="http://schemas.microsoft.com/office/drawing/2014/main" id="{B2029A96-A48F-43C5-963C-0E6A30799458}"/>
                    </a:ext>
                  </a:extLst>
                </p:cNvPr>
                <p:cNvSpPr/>
                <p:nvPr/>
              </p:nvSpPr>
              <p:spPr>
                <a:xfrm>
                  <a:off x="1657957" y="1769717"/>
                  <a:ext cx="298614" cy="534503"/>
                </a:xfrm>
                <a:custGeom>
                  <a:avLst/>
                  <a:gdLst>
                    <a:gd name="connsiteX0" fmla="*/ 121 w 298614"/>
                    <a:gd name="connsiteY0" fmla="*/ 130641 h 534503"/>
                    <a:gd name="connsiteX1" fmla="*/ 55722 w 298614"/>
                    <a:gd name="connsiteY1" fmla="*/ 137842 h 534503"/>
                    <a:gd name="connsiteX2" fmla="*/ 55722 w 298614"/>
                    <a:gd name="connsiteY2" fmla="*/ 417450 h 534503"/>
                    <a:gd name="connsiteX3" fmla="*/ 171074 w 298614"/>
                    <a:gd name="connsiteY3" fmla="*/ 534613 h 534503"/>
                    <a:gd name="connsiteX4" fmla="*/ 298736 w 298614"/>
                    <a:gd name="connsiteY4" fmla="*/ 484246 h 534503"/>
                    <a:gd name="connsiteX5" fmla="*/ 290529 w 298614"/>
                    <a:gd name="connsiteY5" fmla="*/ 475019 h 534503"/>
                    <a:gd name="connsiteX6" fmla="*/ 203001 w 298614"/>
                    <a:gd name="connsiteY6" fmla="*/ 498650 h 534503"/>
                    <a:gd name="connsiteX7" fmla="*/ 130895 w 298614"/>
                    <a:gd name="connsiteY7" fmla="*/ 436985 h 534503"/>
                    <a:gd name="connsiteX8" fmla="*/ 130895 w 298614"/>
                    <a:gd name="connsiteY8" fmla="*/ 137842 h 534503"/>
                    <a:gd name="connsiteX9" fmla="*/ 264780 w 298614"/>
                    <a:gd name="connsiteY9" fmla="*/ 137842 h 534503"/>
                    <a:gd name="connsiteX10" fmla="*/ 291566 w 298614"/>
                    <a:gd name="connsiteY10" fmla="*/ 86440 h 534503"/>
                    <a:gd name="connsiteX11" fmla="*/ 284351 w 298614"/>
                    <a:gd name="connsiteY11" fmla="*/ 78248 h 534503"/>
                    <a:gd name="connsiteX12" fmla="*/ 246246 w 298614"/>
                    <a:gd name="connsiteY12" fmla="*/ 95712 h 534503"/>
                    <a:gd name="connsiteX13" fmla="*/ 130895 w 298614"/>
                    <a:gd name="connsiteY13" fmla="*/ 95712 h 534503"/>
                    <a:gd name="connsiteX14" fmla="*/ 118539 w 298614"/>
                    <a:gd name="connsiteY14" fmla="*/ 109 h 534503"/>
                    <a:gd name="connsiteX15" fmla="*/ 68078 w 298614"/>
                    <a:gd name="connsiteY15" fmla="*/ 58713 h 534503"/>
                    <a:gd name="connsiteX16" fmla="*/ 121 w 298614"/>
                    <a:gd name="connsiteY16" fmla="*/ 130641 h 5345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98614" h="534503">
                      <a:moveTo>
                        <a:pt x="121" y="130641"/>
                      </a:moveTo>
                      <a:cubicBezTo>
                        <a:pt x="121" y="137842"/>
                        <a:pt x="7336" y="137842"/>
                        <a:pt x="55722" y="137842"/>
                      </a:cubicBezTo>
                      <a:lnTo>
                        <a:pt x="55722" y="417450"/>
                      </a:lnTo>
                      <a:cubicBezTo>
                        <a:pt x="55722" y="494554"/>
                        <a:pt x="93827" y="534613"/>
                        <a:pt x="171074" y="534613"/>
                      </a:cubicBezTo>
                      <a:cubicBezTo>
                        <a:pt x="244172" y="534613"/>
                        <a:pt x="298736" y="499685"/>
                        <a:pt x="298736" y="484246"/>
                      </a:cubicBezTo>
                      <a:cubicBezTo>
                        <a:pt x="298736" y="477044"/>
                        <a:pt x="295670" y="475019"/>
                        <a:pt x="290529" y="475019"/>
                      </a:cubicBezTo>
                      <a:cubicBezTo>
                        <a:pt x="273032" y="475019"/>
                        <a:pt x="257565" y="498650"/>
                        <a:pt x="203001" y="498650"/>
                      </a:cubicBezTo>
                      <a:cubicBezTo>
                        <a:pt x="144288" y="498650"/>
                        <a:pt x="130895" y="459580"/>
                        <a:pt x="130895" y="436985"/>
                      </a:cubicBezTo>
                      <a:lnTo>
                        <a:pt x="130895" y="137842"/>
                      </a:lnTo>
                      <a:lnTo>
                        <a:pt x="264780" y="137842"/>
                      </a:lnTo>
                      <a:cubicBezTo>
                        <a:pt x="289492" y="93642"/>
                        <a:pt x="291566" y="91616"/>
                        <a:pt x="291566" y="86440"/>
                      </a:cubicBezTo>
                      <a:cubicBezTo>
                        <a:pt x="291566" y="82344"/>
                        <a:pt x="288454" y="78248"/>
                        <a:pt x="284351" y="78248"/>
                      </a:cubicBezTo>
                      <a:cubicBezTo>
                        <a:pt x="282276" y="78248"/>
                        <a:pt x="268883" y="95712"/>
                        <a:pt x="246246" y="95712"/>
                      </a:cubicBezTo>
                      <a:lnTo>
                        <a:pt x="130895" y="95712"/>
                      </a:lnTo>
                      <a:cubicBezTo>
                        <a:pt x="130895" y="22705"/>
                        <a:pt x="130895" y="109"/>
                        <a:pt x="118539" y="109"/>
                      </a:cubicBezTo>
                      <a:cubicBezTo>
                        <a:pt x="107220" y="109"/>
                        <a:pt x="98968" y="25810"/>
                        <a:pt x="68078" y="58713"/>
                      </a:cubicBezTo>
                      <a:cubicBezTo>
                        <a:pt x="33085" y="96748"/>
                        <a:pt x="121" y="122449"/>
                        <a:pt x="121" y="130641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2" name="Gráfico 12">
                  <a:extLst>
                    <a:ext uri="{FF2B5EF4-FFF2-40B4-BE49-F238E27FC236}">
                      <a16:creationId xmlns:a16="http://schemas.microsoft.com/office/drawing/2014/main" id="{3B3521BA-B914-483E-904C-851E3626D010}"/>
                    </a:ext>
                  </a:extLst>
                </p:cNvPr>
                <p:cNvSpPr/>
                <p:nvPr/>
              </p:nvSpPr>
              <p:spPr>
                <a:xfrm>
                  <a:off x="2001902" y="1851952"/>
                  <a:ext cx="390291" cy="452269"/>
                </a:xfrm>
                <a:custGeom>
                  <a:avLst/>
                  <a:gdLst>
                    <a:gd name="connsiteX0" fmla="*/ 151 w 390291"/>
                    <a:gd name="connsiteY0" fmla="*/ 240647 h 452269"/>
                    <a:gd name="connsiteX1" fmla="*/ 208171 w 390291"/>
                    <a:gd name="connsiteY1" fmla="*/ 452378 h 452269"/>
                    <a:gd name="connsiteX2" fmla="*/ 390442 w 390291"/>
                    <a:gd name="connsiteY2" fmla="*/ 353715 h 452269"/>
                    <a:gd name="connsiteX3" fmla="*/ 386294 w 390291"/>
                    <a:gd name="connsiteY3" fmla="*/ 347548 h 452269"/>
                    <a:gd name="connsiteX4" fmla="*/ 241090 w 390291"/>
                    <a:gd name="connsiteY4" fmla="*/ 400976 h 452269"/>
                    <a:gd name="connsiteX5" fmla="*/ 75323 w 390291"/>
                    <a:gd name="connsiteY5" fmla="*/ 181008 h 452269"/>
                    <a:gd name="connsiteX6" fmla="*/ 361582 w 390291"/>
                    <a:gd name="connsiteY6" fmla="*/ 181008 h 452269"/>
                    <a:gd name="connsiteX7" fmla="*/ 384265 w 390291"/>
                    <a:gd name="connsiteY7" fmla="*/ 163544 h 452269"/>
                    <a:gd name="connsiteX8" fmla="*/ 201993 w 390291"/>
                    <a:gd name="connsiteY8" fmla="*/ 109 h 452269"/>
                    <a:gd name="connsiteX9" fmla="*/ 151 w 390291"/>
                    <a:gd name="connsiteY9" fmla="*/ 240647 h 452269"/>
                    <a:gd name="connsiteX10" fmla="*/ 75323 w 390291"/>
                    <a:gd name="connsiteY10" fmla="*/ 153281 h 452269"/>
                    <a:gd name="connsiteX11" fmla="*/ 184451 w 390291"/>
                    <a:gd name="connsiteY11" fmla="*/ 23740 h 452269"/>
                    <a:gd name="connsiteX12" fmla="*/ 298766 w 390291"/>
                    <a:gd name="connsiteY12" fmla="*/ 132711 h 452269"/>
                    <a:gd name="connsiteX13" fmla="*/ 280232 w 390291"/>
                    <a:gd name="connsiteY13" fmla="*/ 153281 h 452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90291" h="452269">
                      <a:moveTo>
                        <a:pt x="151" y="240647"/>
                      </a:moveTo>
                      <a:cubicBezTo>
                        <a:pt x="151" y="309514"/>
                        <a:pt x="53678" y="452378"/>
                        <a:pt x="208171" y="452378"/>
                      </a:cubicBezTo>
                      <a:cubicBezTo>
                        <a:pt x="300840" y="452378"/>
                        <a:pt x="390442" y="379416"/>
                        <a:pt x="390442" y="353715"/>
                      </a:cubicBezTo>
                      <a:cubicBezTo>
                        <a:pt x="390442" y="349619"/>
                        <a:pt x="389405" y="347548"/>
                        <a:pt x="386294" y="347548"/>
                      </a:cubicBezTo>
                      <a:cubicBezTo>
                        <a:pt x="362619" y="347548"/>
                        <a:pt x="331730" y="400976"/>
                        <a:pt x="241090" y="400976"/>
                      </a:cubicBezTo>
                      <a:cubicBezTo>
                        <a:pt x="175207" y="400976"/>
                        <a:pt x="75323" y="346513"/>
                        <a:pt x="75323" y="181008"/>
                      </a:cubicBezTo>
                      <a:lnTo>
                        <a:pt x="361582" y="181008"/>
                      </a:lnTo>
                      <a:cubicBezTo>
                        <a:pt x="380116" y="181008"/>
                        <a:pt x="384265" y="175877"/>
                        <a:pt x="384265" y="163544"/>
                      </a:cubicBezTo>
                      <a:cubicBezTo>
                        <a:pt x="384265" y="121414"/>
                        <a:pt x="327626" y="109"/>
                        <a:pt x="201993" y="109"/>
                      </a:cubicBezTo>
                      <a:cubicBezTo>
                        <a:pt x="72212" y="109"/>
                        <a:pt x="151" y="112141"/>
                        <a:pt x="151" y="240647"/>
                      </a:cubicBezTo>
                      <a:close/>
                      <a:moveTo>
                        <a:pt x="75323" y="153281"/>
                      </a:moveTo>
                      <a:cubicBezTo>
                        <a:pt x="75323" y="94677"/>
                        <a:pt x="122672" y="23740"/>
                        <a:pt x="184451" y="23740"/>
                      </a:cubicBezTo>
                      <a:cubicBezTo>
                        <a:pt x="242127" y="23740"/>
                        <a:pt x="298766" y="76178"/>
                        <a:pt x="298766" y="132711"/>
                      </a:cubicBezTo>
                      <a:cubicBezTo>
                        <a:pt x="298766" y="146079"/>
                        <a:pt x="293625" y="153281"/>
                        <a:pt x="280232" y="153281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3" name="Gráfico 12">
                  <a:extLst>
                    <a:ext uri="{FF2B5EF4-FFF2-40B4-BE49-F238E27FC236}">
                      <a16:creationId xmlns:a16="http://schemas.microsoft.com/office/drawing/2014/main" id="{5F4E08B2-96CE-4BDA-9C90-0B776DD3EABD}"/>
                    </a:ext>
                  </a:extLst>
                </p:cNvPr>
                <p:cNvSpPr/>
                <p:nvPr/>
              </p:nvSpPr>
              <p:spPr>
                <a:xfrm>
                  <a:off x="2442608" y="1843715"/>
                  <a:ext cx="321297" cy="453304"/>
                </a:xfrm>
                <a:custGeom>
                  <a:avLst/>
                  <a:gdLst>
                    <a:gd name="connsiteX0" fmla="*/ 190 w 321297"/>
                    <a:gd name="connsiteY0" fmla="*/ 62809 h 453304"/>
                    <a:gd name="connsiteX1" fmla="*/ 74325 w 321297"/>
                    <a:gd name="connsiteY1" fmla="*/ 118353 h 453304"/>
                    <a:gd name="connsiteX2" fmla="*/ 74325 w 321297"/>
                    <a:gd name="connsiteY2" fmla="*/ 385582 h 453304"/>
                    <a:gd name="connsiteX3" fmla="*/ 21836 w 321297"/>
                    <a:gd name="connsiteY3" fmla="*/ 444186 h 453304"/>
                    <a:gd name="connsiteX4" fmla="*/ 33154 w 321297"/>
                    <a:gd name="connsiteY4" fmla="*/ 453414 h 453304"/>
                    <a:gd name="connsiteX5" fmla="*/ 126860 w 321297"/>
                    <a:gd name="connsiteY5" fmla="*/ 449318 h 453304"/>
                    <a:gd name="connsiteX6" fmla="*/ 224715 w 321297"/>
                    <a:gd name="connsiteY6" fmla="*/ 453414 h 453304"/>
                    <a:gd name="connsiteX7" fmla="*/ 241175 w 321297"/>
                    <a:gd name="connsiteY7" fmla="*/ 442116 h 453304"/>
                    <a:gd name="connsiteX8" fmla="*/ 149543 w 321297"/>
                    <a:gd name="connsiteY8" fmla="*/ 364022 h 453304"/>
                    <a:gd name="connsiteX9" fmla="*/ 149543 w 321297"/>
                    <a:gd name="connsiteY9" fmla="*/ 136852 h 453304"/>
                    <a:gd name="connsiteX10" fmla="*/ 216463 w 321297"/>
                    <a:gd name="connsiteY10" fmla="*/ 77213 h 453304"/>
                    <a:gd name="connsiteX11" fmla="*/ 284420 w 321297"/>
                    <a:gd name="connsiteY11" fmla="*/ 100844 h 453304"/>
                    <a:gd name="connsiteX12" fmla="*/ 321488 w 321297"/>
                    <a:gd name="connsiteY12" fmla="*/ 54617 h 453304"/>
                    <a:gd name="connsiteX13" fmla="*/ 253530 w 321297"/>
                    <a:gd name="connsiteY13" fmla="*/ 8346 h 453304"/>
                    <a:gd name="connsiteX14" fmla="*/ 151572 w 321297"/>
                    <a:gd name="connsiteY14" fmla="*/ 93642 h 453304"/>
                    <a:gd name="connsiteX15" fmla="*/ 149543 w 321297"/>
                    <a:gd name="connsiteY15" fmla="*/ 93642 h 453304"/>
                    <a:gd name="connsiteX16" fmla="*/ 149543 w 321297"/>
                    <a:gd name="connsiteY16" fmla="*/ 15548 h 453304"/>
                    <a:gd name="connsiteX17" fmla="*/ 137187 w 321297"/>
                    <a:gd name="connsiteY17" fmla="*/ 109 h 453304"/>
                    <a:gd name="connsiteX18" fmla="*/ 65081 w 321297"/>
                    <a:gd name="connsiteY18" fmla="*/ 35083 h 453304"/>
                    <a:gd name="connsiteX19" fmla="*/ 18724 w 321297"/>
                    <a:gd name="connsiteY19" fmla="*/ 50476 h 453304"/>
                    <a:gd name="connsiteX20" fmla="*/ 190 w 321297"/>
                    <a:gd name="connsiteY20" fmla="*/ 62809 h 453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21297" h="453304">
                      <a:moveTo>
                        <a:pt x="190" y="62809"/>
                      </a:moveTo>
                      <a:cubicBezTo>
                        <a:pt x="190" y="84415"/>
                        <a:pt x="74325" y="58713"/>
                        <a:pt x="74325" y="118353"/>
                      </a:cubicBezTo>
                      <a:lnTo>
                        <a:pt x="74325" y="385582"/>
                      </a:lnTo>
                      <a:cubicBezTo>
                        <a:pt x="74325" y="426722"/>
                        <a:pt x="21836" y="422581"/>
                        <a:pt x="21836" y="444186"/>
                      </a:cubicBezTo>
                      <a:cubicBezTo>
                        <a:pt x="21836" y="450353"/>
                        <a:pt x="24902" y="453414"/>
                        <a:pt x="33154" y="453414"/>
                      </a:cubicBezTo>
                      <a:cubicBezTo>
                        <a:pt x="42444" y="453414"/>
                        <a:pt x="57866" y="449318"/>
                        <a:pt x="126860" y="449318"/>
                      </a:cubicBezTo>
                      <a:cubicBezTo>
                        <a:pt x="187648" y="449318"/>
                        <a:pt x="208211" y="453414"/>
                        <a:pt x="224715" y="453414"/>
                      </a:cubicBezTo>
                      <a:cubicBezTo>
                        <a:pt x="236034" y="453414"/>
                        <a:pt x="241175" y="451388"/>
                        <a:pt x="241175" y="442116"/>
                      </a:cubicBezTo>
                      <a:cubicBezTo>
                        <a:pt x="241175" y="409213"/>
                        <a:pt x="149543" y="457555"/>
                        <a:pt x="149543" y="364022"/>
                      </a:cubicBezTo>
                      <a:lnTo>
                        <a:pt x="149543" y="136852"/>
                      </a:lnTo>
                      <a:cubicBezTo>
                        <a:pt x="149543" y="124519"/>
                        <a:pt x="175247" y="77213"/>
                        <a:pt x="216463" y="77213"/>
                      </a:cubicBezTo>
                      <a:cubicBezTo>
                        <a:pt x="253530" y="77213"/>
                        <a:pt x="263812" y="100844"/>
                        <a:pt x="284420" y="100844"/>
                      </a:cubicBezTo>
                      <a:cubicBezTo>
                        <a:pt x="296776" y="100844"/>
                        <a:pt x="321488" y="70011"/>
                        <a:pt x="321488" y="54617"/>
                      </a:cubicBezTo>
                      <a:cubicBezTo>
                        <a:pt x="321488" y="35083"/>
                        <a:pt x="275176" y="8346"/>
                        <a:pt x="253530" y="8346"/>
                      </a:cubicBezTo>
                      <a:cubicBezTo>
                        <a:pt x="209248" y="8346"/>
                        <a:pt x="171143" y="66950"/>
                        <a:pt x="151572" y="93642"/>
                      </a:cubicBezTo>
                      <a:lnTo>
                        <a:pt x="149543" y="93642"/>
                      </a:lnTo>
                      <a:lnTo>
                        <a:pt x="149543" y="15548"/>
                      </a:lnTo>
                      <a:cubicBezTo>
                        <a:pt x="149543" y="9381"/>
                        <a:pt x="144357" y="109"/>
                        <a:pt x="137187" y="109"/>
                      </a:cubicBezTo>
                      <a:cubicBezTo>
                        <a:pt x="120682" y="109"/>
                        <a:pt x="99082" y="19644"/>
                        <a:pt x="65081" y="35083"/>
                      </a:cubicBezTo>
                      <a:cubicBezTo>
                        <a:pt x="47585" y="42284"/>
                        <a:pt x="31080" y="47416"/>
                        <a:pt x="18724" y="50476"/>
                      </a:cubicBezTo>
                      <a:cubicBezTo>
                        <a:pt x="9480" y="52547"/>
                        <a:pt x="190" y="54617"/>
                        <a:pt x="190" y="6280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4" name="Gráfico 12">
                  <a:extLst>
                    <a:ext uri="{FF2B5EF4-FFF2-40B4-BE49-F238E27FC236}">
                      <a16:creationId xmlns:a16="http://schemas.microsoft.com/office/drawing/2014/main" id="{BBAE2FAE-2476-435B-A1F5-352B112D3752}"/>
                    </a:ext>
                  </a:extLst>
                </p:cNvPr>
                <p:cNvSpPr/>
                <p:nvPr/>
              </p:nvSpPr>
              <p:spPr>
                <a:xfrm>
                  <a:off x="2785516" y="1843715"/>
                  <a:ext cx="321297" cy="453304"/>
                </a:xfrm>
                <a:custGeom>
                  <a:avLst/>
                  <a:gdLst>
                    <a:gd name="connsiteX0" fmla="*/ 220 w 321297"/>
                    <a:gd name="connsiteY0" fmla="*/ 62809 h 453304"/>
                    <a:gd name="connsiteX1" fmla="*/ 74355 w 321297"/>
                    <a:gd name="connsiteY1" fmla="*/ 118353 h 453304"/>
                    <a:gd name="connsiteX2" fmla="*/ 74355 w 321297"/>
                    <a:gd name="connsiteY2" fmla="*/ 385582 h 453304"/>
                    <a:gd name="connsiteX3" fmla="*/ 21865 w 321297"/>
                    <a:gd name="connsiteY3" fmla="*/ 444186 h 453304"/>
                    <a:gd name="connsiteX4" fmla="*/ 33184 w 321297"/>
                    <a:gd name="connsiteY4" fmla="*/ 453414 h 453304"/>
                    <a:gd name="connsiteX5" fmla="*/ 126890 w 321297"/>
                    <a:gd name="connsiteY5" fmla="*/ 449318 h 453304"/>
                    <a:gd name="connsiteX6" fmla="*/ 224745 w 321297"/>
                    <a:gd name="connsiteY6" fmla="*/ 453414 h 453304"/>
                    <a:gd name="connsiteX7" fmla="*/ 241204 w 321297"/>
                    <a:gd name="connsiteY7" fmla="*/ 442116 h 453304"/>
                    <a:gd name="connsiteX8" fmla="*/ 149573 w 321297"/>
                    <a:gd name="connsiteY8" fmla="*/ 364022 h 453304"/>
                    <a:gd name="connsiteX9" fmla="*/ 149573 w 321297"/>
                    <a:gd name="connsiteY9" fmla="*/ 136852 h 453304"/>
                    <a:gd name="connsiteX10" fmla="*/ 216493 w 321297"/>
                    <a:gd name="connsiteY10" fmla="*/ 77213 h 453304"/>
                    <a:gd name="connsiteX11" fmla="*/ 284450 w 321297"/>
                    <a:gd name="connsiteY11" fmla="*/ 100844 h 453304"/>
                    <a:gd name="connsiteX12" fmla="*/ 321517 w 321297"/>
                    <a:gd name="connsiteY12" fmla="*/ 54617 h 453304"/>
                    <a:gd name="connsiteX13" fmla="*/ 253560 w 321297"/>
                    <a:gd name="connsiteY13" fmla="*/ 8346 h 453304"/>
                    <a:gd name="connsiteX14" fmla="*/ 151602 w 321297"/>
                    <a:gd name="connsiteY14" fmla="*/ 93642 h 453304"/>
                    <a:gd name="connsiteX15" fmla="*/ 149573 w 321297"/>
                    <a:gd name="connsiteY15" fmla="*/ 93642 h 453304"/>
                    <a:gd name="connsiteX16" fmla="*/ 149573 w 321297"/>
                    <a:gd name="connsiteY16" fmla="*/ 15548 h 453304"/>
                    <a:gd name="connsiteX17" fmla="*/ 137217 w 321297"/>
                    <a:gd name="connsiteY17" fmla="*/ 109 h 453304"/>
                    <a:gd name="connsiteX18" fmla="*/ 65111 w 321297"/>
                    <a:gd name="connsiteY18" fmla="*/ 35083 h 453304"/>
                    <a:gd name="connsiteX19" fmla="*/ 18754 w 321297"/>
                    <a:gd name="connsiteY19" fmla="*/ 50476 h 453304"/>
                    <a:gd name="connsiteX20" fmla="*/ 220 w 321297"/>
                    <a:gd name="connsiteY20" fmla="*/ 62809 h 453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21297" h="453304">
                      <a:moveTo>
                        <a:pt x="220" y="62809"/>
                      </a:moveTo>
                      <a:cubicBezTo>
                        <a:pt x="220" y="84415"/>
                        <a:pt x="74355" y="58713"/>
                        <a:pt x="74355" y="118353"/>
                      </a:cubicBezTo>
                      <a:lnTo>
                        <a:pt x="74355" y="385582"/>
                      </a:lnTo>
                      <a:cubicBezTo>
                        <a:pt x="74355" y="426722"/>
                        <a:pt x="21865" y="422581"/>
                        <a:pt x="21865" y="444186"/>
                      </a:cubicBezTo>
                      <a:cubicBezTo>
                        <a:pt x="21865" y="450353"/>
                        <a:pt x="24932" y="453414"/>
                        <a:pt x="33184" y="453414"/>
                      </a:cubicBezTo>
                      <a:cubicBezTo>
                        <a:pt x="42473" y="453414"/>
                        <a:pt x="57896" y="449318"/>
                        <a:pt x="126890" y="449318"/>
                      </a:cubicBezTo>
                      <a:cubicBezTo>
                        <a:pt x="187677" y="449318"/>
                        <a:pt x="208240" y="453414"/>
                        <a:pt x="224745" y="453414"/>
                      </a:cubicBezTo>
                      <a:cubicBezTo>
                        <a:pt x="236064" y="453414"/>
                        <a:pt x="241204" y="451388"/>
                        <a:pt x="241204" y="442116"/>
                      </a:cubicBezTo>
                      <a:cubicBezTo>
                        <a:pt x="241204" y="409213"/>
                        <a:pt x="149573" y="457555"/>
                        <a:pt x="149573" y="364022"/>
                      </a:cubicBezTo>
                      <a:lnTo>
                        <a:pt x="149573" y="136852"/>
                      </a:lnTo>
                      <a:cubicBezTo>
                        <a:pt x="149573" y="124519"/>
                        <a:pt x="175276" y="77213"/>
                        <a:pt x="216493" y="77213"/>
                      </a:cubicBezTo>
                      <a:cubicBezTo>
                        <a:pt x="253560" y="77213"/>
                        <a:pt x="263842" y="100844"/>
                        <a:pt x="284450" y="100844"/>
                      </a:cubicBezTo>
                      <a:cubicBezTo>
                        <a:pt x="296806" y="100844"/>
                        <a:pt x="321517" y="70011"/>
                        <a:pt x="321517" y="54617"/>
                      </a:cubicBezTo>
                      <a:cubicBezTo>
                        <a:pt x="321517" y="35083"/>
                        <a:pt x="275205" y="8346"/>
                        <a:pt x="253560" y="8346"/>
                      </a:cubicBezTo>
                      <a:cubicBezTo>
                        <a:pt x="209278" y="8346"/>
                        <a:pt x="171173" y="66950"/>
                        <a:pt x="151602" y="93642"/>
                      </a:cubicBezTo>
                      <a:lnTo>
                        <a:pt x="149573" y="93642"/>
                      </a:lnTo>
                      <a:lnTo>
                        <a:pt x="149573" y="15548"/>
                      </a:lnTo>
                      <a:cubicBezTo>
                        <a:pt x="149573" y="9381"/>
                        <a:pt x="144387" y="109"/>
                        <a:pt x="137217" y="109"/>
                      </a:cubicBezTo>
                      <a:cubicBezTo>
                        <a:pt x="120712" y="109"/>
                        <a:pt x="99112" y="19644"/>
                        <a:pt x="65111" y="35083"/>
                      </a:cubicBezTo>
                      <a:cubicBezTo>
                        <a:pt x="47614" y="42284"/>
                        <a:pt x="31110" y="47416"/>
                        <a:pt x="18754" y="50476"/>
                      </a:cubicBezTo>
                      <a:cubicBezTo>
                        <a:pt x="9509" y="52547"/>
                        <a:pt x="220" y="54617"/>
                        <a:pt x="220" y="6280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5" name="Gráfico 12">
                  <a:extLst>
                    <a:ext uri="{FF2B5EF4-FFF2-40B4-BE49-F238E27FC236}">
                      <a16:creationId xmlns:a16="http://schemas.microsoft.com/office/drawing/2014/main" id="{4B650221-B2C3-4E2E-9804-F5D5F885C00D}"/>
                    </a:ext>
                  </a:extLst>
                </p:cNvPr>
                <p:cNvSpPr/>
                <p:nvPr/>
              </p:nvSpPr>
              <p:spPr>
                <a:xfrm>
                  <a:off x="3163462" y="1640221"/>
                  <a:ext cx="213161" cy="656798"/>
                </a:xfrm>
                <a:custGeom>
                  <a:avLst/>
                  <a:gdLst>
                    <a:gd name="connsiteX0" fmla="*/ 50710 w 213161"/>
                    <a:gd name="connsiteY0" fmla="*/ 54572 h 656798"/>
                    <a:gd name="connsiteX1" fmla="*/ 93956 w 213161"/>
                    <a:gd name="connsiteY1" fmla="*/ 108045 h 656798"/>
                    <a:gd name="connsiteX2" fmla="*/ 137201 w 213161"/>
                    <a:gd name="connsiteY2" fmla="*/ 54572 h 656798"/>
                    <a:gd name="connsiteX3" fmla="*/ 93956 w 213161"/>
                    <a:gd name="connsiteY3" fmla="*/ 109 h 656798"/>
                    <a:gd name="connsiteX4" fmla="*/ 50710 w 213161"/>
                    <a:gd name="connsiteY4" fmla="*/ 54572 h 656798"/>
                    <a:gd name="connsiteX5" fmla="*/ 250 w 213161"/>
                    <a:gd name="connsiteY5" fmla="*/ 266303 h 656798"/>
                    <a:gd name="connsiteX6" fmla="*/ 56888 w 213161"/>
                    <a:gd name="connsiteY6" fmla="*/ 320812 h 656798"/>
                    <a:gd name="connsiteX7" fmla="*/ 56888 w 213161"/>
                    <a:gd name="connsiteY7" fmla="*/ 569542 h 656798"/>
                    <a:gd name="connsiteX8" fmla="*/ 30102 w 213161"/>
                    <a:gd name="connsiteY8" fmla="*/ 632242 h 656798"/>
                    <a:gd name="connsiteX9" fmla="*/ 11568 w 213161"/>
                    <a:gd name="connsiteY9" fmla="*/ 645610 h 656798"/>
                    <a:gd name="connsiteX10" fmla="*/ 26991 w 213161"/>
                    <a:gd name="connsiteY10" fmla="*/ 656908 h 656798"/>
                    <a:gd name="connsiteX11" fmla="*/ 99097 w 213161"/>
                    <a:gd name="connsiteY11" fmla="*/ 652812 h 656798"/>
                    <a:gd name="connsiteX12" fmla="*/ 193840 w 213161"/>
                    <a:gd name="connsiteY12" fmla="*/ 656908 h 656798"/>
                    <a:gd name="connsiteX13" fmla="*/ 213411 w 213161"/>
                    <a:gd name="connsiteY13" fmla="*/ 645610 h 656798"/>
                    <a:gd name="connsiteX14" fmla="*/ 132061 w 213161"/>
                    <a:gd name="connsiteY14" fmla="*/ 590112 h 656798"/>
                    <a:gd name="connsiteX15" fmla="*/ 132061 w 213161"/>
                    <a:gd name="connsiteY15" fmla="*/ 219042 h 656798"/>
                    <a:gd name="connsiteX16" fmla="*/ 119705 w 213161"/>
                    <a:gd name="connsiteY16" fmla="*/ 203603 h 656798"/>
                    <a:gd name="connsiteX17" fmla="*/ 85704 w 213161"/>
                    <a:gd name="connsiteY17" fmla="*/ 219042 h 656798"/>
                    <a:gd name="connsiteX18" fmla="*/ 15672 w 213161"/>
                    <a:gd name="connsiteY18" fmla="*/ 252935 h 656798"/>
                    <a:gd name="connsiteX19" fmla="*/ 250 w 213161"/>
                    <a:gd name="connsiteY19" fmla="*/ 266303 h 656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13161" h="656798">
                      <a:moveTo>
                        <a:pt x="50710" y="54572"/>
                      </a:moveTo>
                      <a:cubicBezTo>
                        <a:pt x="50710" y="65870"/>
                        <a:pt x="81600" y="108045"/>
                        <a:pt x="93956" y="108045"/>
                      </a:cubicBezTo>
                      <a:cubicBezTo>
                        <a:pt x="107349" y="108045"/>
                        <a:pt x="137201" y="66905"/>
                        <a:pt x="137201" y="54572"/>
                      </a:cubicBezTo>
                      <a:cubicBezTo>
                        <a:pt x="137201" y="42239"/>
                        <a:pt x="107349" y="109"/>
                        <a:pt x="93956" y="109"/>
                      </a:cubicBezTo>
                      <a:cubicBezTo>
                        <a:pt x="81600" y="109"/>
                        <a:pt x="50710" y="43275"/>
                        <a:pt x="50710" y="54572"/>
                      </a:cubicBezTo>
                      <a:close/>
                      <a:moveTo>
                        <a:pt x="250" y="266303"/>
                      </a:moveTo>
                      <a:cubicBezTo>
                        <a:pt x="250" y="285838"/>
                        <a:pt x="56888" y="264278"/>
                        <a:pt x="56888" y="320812"/>
                      </a:cubicBezTo>
                      <a:lnTo>
                        <a:pt x="56888" y="569542"/>
                      </a:lnTo>
                      <a:cubicBezTo>
                        <a:pt x="56888" y="617883"/>
                        <a:pt x="42458" y="628146"/>
                        <a:pt x="30102" y="632242"/>
                      </a:cubicBezTo>
                      <a:cubicBezTo>
                        <a:pt x="19821" y="635347"/>
                        <a:pt x="11568" y="635347"/>
                        <a:pt x="11568" y="645610"/>
                      </a:cubicBezTo>
                      <a:cubicBezTo>
                        <a:pt x="11568" y="653847"/>
                        <a:pt x="16709" y="656908"/>
                        <a:pt x="26991" y="656908"/>
                      </a:cubicBezTo>
                      <a:cubicBezTo>
                        <a:pt x="40384" y="656908"/>
                        <a:pt x="64103" y="652812"/>
                        <a:pt x="99097" y="652812"/>
                      </a:cubicBezTo>
                      <a:cubicBezTo>
                        <a:pt x="140268" y="652812"/>
                        <a:pt x="172195" y="656908"/>
                        <a:pt x="193840" y="656908"/>
                      </a:cubicBezTo>
                      <a:cubicBezTo>
                        <a:pt x="204121" y="656908"/>
                        <a:pt x="213411" y="654882"/>
                        <a:pt x="213411" y="645610"/>
                      </a:cubicBezTo>
                      <a:cubicBezTo>
                        <a:pt x="213411" y="618874"/>
                        <a:pt x="132061" y="640479"/>
                        <a:pt x="132061" y="590112"/>
                      </a:cubicBezTo>
                      <a:lnTo>
                        <a:pt x="132061" y="219042"/>
                      </a:lnTo>
                      <a:cubicBezTo>
                        <a:pt x="132061" y="212876"/>
                        <a:pt x="127912" y="203603"/>
                        <a:pt x="119705" y="203603"/>
                      </a:cubicBezTo>
                      <a:cubicBezTo>
                        <a:pt x="112490" y="203603"/>
                        <a:pt x="100134" y="208780"/>
                        <a:pt x="85704" y="219042"/>
                      </a:cubicBezTo>
                      <a:cubicBezTo>
                        <a:pt x="64103" y="234436"/>
                        <a:pt x="40384" y="245779"/>
                        <a:pt x="15672" y="252935"/>
                      </a:cubicBezTo>
                      <a:cubicBezTo>
                        <a:pt x="6428" y="256041"/>
                        <a:pt x="250" y="257076"/>
                        <a:pt x="250" y="26630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6" name="Gráfico 12">
                  <a:extLst>
                    <a:ext uri="{FF2B5EF4-FFF2-40B4-BE49-F238E27FC236}">
                      <a16:creationId xmlns:a16="http://schemas.microsoft.com/office/drawing/2014/main" id="{8FADBFFE-5460-42E8-AD3C-EDBE3EF8B81D}"/>
                    </a:ext>
                  </a:extLst>
                </p:cNvPr>
                <p:cNvSpPr/>
                <p:nvPr/>
              </p:nvSpPr>
              <p:spPr>
                <a:xfrm>
                  <a:off x="3427051" y="1867390"/>
                  <a:ext cx="290407" cy="425532"/>
                </a:xfrm>
                <a:custGeom>
                  <a:avLst/>
                  <a:gdLst>
                    <a:gd name="connsiteX0" fmla="*/ 35313 w 290407"/>
                    <a:gd name="connsiteY0" fmla="*/ 109 h 425532"/>
                    <a:gd name="connsiteX1" fmla="*/ 1312 w 290407"/>
                    <a:gd name="connsiteY1" fmla="*/ 108000 h 425532"/>
                    <a:gd name="connsiteX2" fmla="*/ 10601 w 290407"/>
                    <a:gd name="connsiteY2" fmla="*/ 119343 h 425532"/>
                    <a:gd name="connsiteX3" fmla="*/ 75447 w 290407"/>
                    <a:gd name="connsiteY3" fmla="*/ 62809 h 425532"/>
                    <a:gd name="connsiteX4" fmla="*/ 218621 w 290407"/>
                    <a:gd name="connsiteY4" fmla="*/ 62809 h 425532"/>
                    <a:gd name="connsiteX5" fmla="*/ 9564 w 290407"/>
                    <a:gd name="connsiteY5" fmla="*/ 390713 h 425532"/>
                    <a:gd name="connsiteX6" fmla="*/ 275 w 290407"/>
                    <a:gd name="connsiteY6" fmla="*/ 412274 h 425532"/>
                    <a:gd name="connsiteX7" fmla="*/ 13668 w 290407"/>
                    <a:gd name="connsiteY7" fmla="*/ 425642 h 425532"/>
                    <a:gd name="connsiteX8" fmla="*/ 238192 w 290407"/>
                    <a:gd name="connsiteY8" fmla="*/ 425642 h 425532"/>
                    <a:gd name="connsiteX9" fmla="*/ 262904 w 290407"/>
                    <a:gd name="connsiteY9" fmla="*/ 400976 h 425532"/>
                    <a:gd name="connsiteX10" fmla="*/ 290682 w 290407"/>
                    <a:gd name="connsiteY10" fmla="*/ 301277 h 425532"/>
                    <a:gd name="connsiteX11" fmla="*/ 280401 w 290407"/>
                    <a:gd name="connsiteY11" fmla="*/ 292005 h 425532"/>
                    <a:gd name="connsiteX12" fmla="*/ 207258 w 290407"/>
                    <a:gd name="connsiteY12" fmla="*/ 365012 h 425532"/>
                    <a:gd name="connsiteX13" fmla="*/ 60025 w 290407"/>
                    <a:gd name="connsiteY13" fmla="*/ 365012 h 425532"/>
                    <a:gd name="connsiteX14" fmla="*/ 229940 w 290407"/>
                    <a:gd name="connsiteY14" fmla="*/ 99808 h 425532"/>
                    <a:gd name="connsiteX15" fmla="*/ 280401 w 290407"/>
                    <a:gd name="connsiteY15" fmla="*/ 16538 h 425532"/>
                    <a:gd name="connsiteX16" fmla="*/ 262904 w 290407"/>
                    <a:gd name="connsiteY16" fmla="*/ 109 h 425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90407" h="425532">
                      <a:moveTo>
                        <a:pt x="35313" y="109"/>
                      </a:moveTo>
                      <a:cubicBezTo>
                        <a:pt x="19845" y="109"/>
                        <a:pt x="1312" y="93642"/>
                        <a:pt x="1312" y="108000"/>
                      </a:cubicBezTo>
                      <a:cubicBezTo>
                        <a:pt x="1312" y="115202"/>
                        <a:pt x="4423" y="119343"/>
                        <a:pt x="10601" y="119343"/>
                      </a:cubicBezTo>
                      <a:cubicBezTo>
                        <a:pt x="39416" y="119343"/>
                        <a:pt x="18808" y="62809"/>
                        <a:pt x="75447" y="62809"/>
                      </a:cubicBezTo>
                      <a:lnTo>
                        <a:pt x="218621" y="62809"/>
                      </a:lnTo>
                      <a:lnTo>
                        <a:pt x="9564" y="390713"/>
                      </a:lnTo>
                      <a:cubicBezTo>
                        <a:pt x="2349" y="402011"/>
                        <a:pt x="275" y="407142"/>
                        <a:pt x="275" y="412274"/>
                      </a:cubicBezTo>
                      <a:cubicBezTo>
                        <a:pt x="275" y="421546"/>
                        <a:pt x="4423" y="425642"/>
                        <a:pt x="13668" y="425642"/>
                      </a:cubicBezTo>
                      <a:lnTo>
                        <a:pt x="238192" y="425642"/>
                      </a:lnTo>
                      <a:cubicBezTo>
                        <a:pt x="253615" y="425642"/>
                        <a:pt x="261867" y="416370"/>
                        <a:pt x="262904" y="400976"/>
                      </a:cubicBezTo>
                      <a:cubicBezTo>
                        <a:pt x="264933" y="380406"/>
                        <a:pt x="290682" y="317706"/>
                        <a:pt x="290682" y="301277"/>
                      </a:cubicBezTo>
                      <a:cubicBezTo>
                        <a:pt x="290682" y="295110"/>
                        <a:pt x="287616" y="292005"/>
                        <a:pt x="280401" y="292005"/>
                      </a:cubicBezTo>
                      <a:cubicBezTo>
                        <a:pt x="256726" y="292005"/>
                        <a:pt x="270119" y="365012"/>
                        <a:pt x="207258" y="365012"/>
                      </a:cubicBezTo>
                      <a:lnTo>
                        <a:pt x="60025" y="365012"/>
                      </a:lnTo>
                      <a:lnTo>
                        <a:pt x="229940" y="99808"/>
                      </a:lnTo>
                      <a:cubicBezTo>
                        <a:pt x="261867" y="49441"/>
                        <a:pt x="280401" y="26801"/>
                        <a:pt x="280401" y="16538"/>
                      </a:cubicBezTo>
                      <a:cubicBezTo>
                        <a:pt x="280401" y="5240"/>
                        <a:pt x="274223" y="109"/>
                        <a:pt x="262904" y="10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7" name="Gráfico 12">
                  <a:extLst>
                    <a:ext uri="{FF2B5EF4-FFF2-40B4-BE49-F238E27FC236}">
                      <a16:creationId xmlns:a16="http://schemas.microsoft.com/office/drawing/2014/main" id="{6F0DD691-1BF6-423E-89C8-C7BD512EC000}"/>
                    </a:ext>
                  </a:extLst>
                </p:cNvPr>
                <p:cNvSpPr/>
                <p:nvPr/>
              </p:nvSpPr>
              <p:spPr>
                <a:xfrm>
                  <a:off x="3780286" y="1851952"/>
                  <a:ext cx="410899" cy="452269"/>
                </a:xfrm>
                <a:custGeom>
                  <a:avLst/>
                  <a:gdLst>
                    <a:gd name="connsiteX0" fmla="*/ 304 w 410899"/>
                    <a:gd name="connsiteY0" fmla="*/ 116282 h 452269"/>
                    <a:gd name="connsiteX1" fmla="*/ 48691 w 410899"/>
                    <a:gd name="connsiteY1" fmla="*/ 150175 h 452269"/>
                    <a:gd name="connsiteX2" fmla="*/ 71328 w 410899"/>
                    <a:gd name="connsiteY2" fmla="*/ 130641 h 452269"/>
                    <a:gd name="connsiteX3" fmla="*/ 65150 w 410899"/>
                    <a:gd name="connsiteY3" fmla="*/ 88511 h 452269"/>
                    <a:gd name="connsiteX4" fmla="*/ 153715 w 410899"/>
                    <a:gd name="connsiteY4" fmla="*/ 26846 h 452269"/>
                    <a:gd name="connsiteX5" fmla="*/ 260814 w 410899"/>
                    <a:gd name="connsiteY5" fmla="*/ 114212 h 452269"/>
                    <a:gd name="connsiteX6" fmla="*/ 260814 w 410899"/>
                    <a:gd name="connsiteY6" fmla="*/ 195411 h 452269"/>
                    <a:gd name="connsiteX7" fmla="*/ 2333 w 410899"/>
                    <a:gd name="connsiteY7" fmla="*/ 354750 h 452269"/>
                    <a:gd name="connsiteX8" fmla="*/ 113581 w 410899"/>
                    <a:gd name="connsiteY8" fmla="*/ 452378 h 452269"/>
                    <a:gd name="connsiteX9" fmla="*/ 271141 w 410899"/>
                    <a:gd name="connsiteY9" fmla="*/ 392784 h 452269"/>
                    <a:gd name="connsiteX10" fmla="*/ 351454 w 410899"/>
                    <a:gd name="connsiteY10" fmla="*/ 445177 h 452269"/>
                    <a:gd name="connsiteX11" fmla="*/ 411204 w 410899"/>
                    <a:gd name="connsiteY11" fmla="*/ 419475 h 452269"/>
                    <a:gd name="connsiteX12" fmla="*/ 398803 w 410899"/>
                    <a:gd name="connsiteY12" fmla="*/ 412319 h 452269"/>
                    <a:gd name="connsiteX13" fmla="*/ 379277 w 410899"/>
                    <a:gd name="connsiteY13" fmla="*/ 414344 h 452269"/>
                    <a:gd name="connsiteX14" fmla="*/ 334995 w 410899"/>
                    <a:gd name="connsiteY14" fmla="*/ 347548 h 452269"/>
                    <a:gd name="connsiteX15" fmla="*/ 335987 w 410899"/>
                    <a:gd name="connsiteY15" fmla="*/ 103949 h 452269"/>
                    <a:gd name="connsiteX16" fmla="*/ 165079 w 410899"/>
                    <a:gd name="connsiteY16" fmla="*/ 109 h 452269"/>
                    <a:gd name="connsiteX17" fmla="*/ 304 w 410899"/>
                    <a:gd name="connsiteY17" fmla="*/ 116282 h 452269"/>
                    <a:gd name="connsiteX18" fmla="*/ 260814 w 410899"/>
                    <a:gd name="connsiteY18" fmla="*/ 220077 h 452269"/>
                    <a:gd name="connsiteX19" fmla="*/ 260814 w 410899"/>
                    <a:gd name="connsiteY19" fmla="*/ 341382 h 452269"/>
                    <a:gd name="connsiteX20" fmla="*/ 152678 w 410899"/>
                    <a:gd name="connsiteY20" fmla="*/ 422581 h 452269"/>
                    <a:gd name="connsiteX21" fmla="*/ 69299 w 410899"/>
                    <a:gd name="connsiteY21" fmla="*/ 341382 h 452269"/>
                    <a:gd name="connsiteX22" fmla="*/ 260814 w 410899"/>
                    <a:gd name="connsiteY22" fmla="*/ 220077 h 452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10899" h="452269">
                      <a:moveTo>
                        <a:pt x="304" y="116282"/>
                      </a:moveTo>
                      <a:cubicBezTo>
                        <a:pt x="304" y="134782"/>
                        <a:pt x="31194" y="150175"/>
                        <a:pt x="48691" y="150175"/>
                      </a:cubicBezTo>
                      <a:cubicBezTo>
                        <a:pt x="66187" y="150175"/>
                        <a:pt x="71328" y="144009"/>
                        <a:pt x="71328" y="130641"/>
                      </a:cubicBezTo>
                      <a:cubicBezTo>
                        <a:pt x="71328" y="119343"/>
                        <a:pt x="65150" y="103949"/>
                        <a:pt x="65150" y="88511"/>
                      </a:cubicBezTo>
                      <a:cubicBezTo>
                        <a:pt x="65150" y="33012"/>
                        <a:pt x="104292" y="26846"/>
                        <a:pt x="153715" y="26846"/>
                      </a:cubicBezTo>
                      <a:cubicBezTo>
                        <a:pt x="233036" y="26846"/>
                        <a:pt x="260814" y="76178"/>
                        <a:pt x="260814" y="114212"/>
                      </a:cubicBezTo>
                      <a:lnTo>
                        <a:pt x="260814" y="195411"/>
                      </a:lnTo>
                      <a:cubicBezTo>
                        <a:pt x="16764" y="235516"/>
                        <a:pt x="2333" y="303347"/>
                        <a:pt x="2333" y="354750"/>
                      </a:cubicBezTo>
                      <a:cubicBezTo>
                        <a:pt x="2333" y="421546"/>
                        <a:pt x="39401" y="452378"/>
                        <a:pt x="113581" y="452378"/>
                      </a:cubicBezTo>
                      <a:cubicBezTo>
                        <a:pt x="171257" y="452378"/>
                        <a:pt x="227896" y="429783"/>
                        <a:pt x="271141" y="392784"/>
                      </a:cubicBezTo>
                      <a:cubicBezTo>
                        <a:pt x="285526" y="427712"/>
                        <a:pt x="313349" y="445177"/>
                        <a:pt x="351454" y="445177"/>
                      </a:cubicBezTo>
                      <a:cubicBezTo>
                        <a:pt x="368951" y="445177"/>
                        <a:pt x="411204" y="440045"/>
                        <a:pt x="411204" y="419475"/>
                      </a:cubicBezTo>
                      <a:cubicBezTo>
                        <a:pt x="411204" y="414344"/>
                        <a:pt x="407055" y="412319"/>
                        <a:pt x="398803" y="412319"/>
                      </a:cubicBezTo>
                      <a:cubicBezTo>
                        <a:pt x="392625" y="412319"/>
                        <a:pt x="385455" y="414344"/>
                        <a:pt x="379277" y="414344"/>
                      </a:cubicBezTo>
                      <a:cubicBezTo>
                        <a:pt x="340135" y="414344"/>
                        <a:pt x="334995" y="380451"/>
                        <a:pt x="334995" y="347548"/>
                      </a:cubicBezTo>
                      <a:lnTo>
                        <a:pt x="335987" y="103949"/>
                      </a:lnTo>
                      <a:cubicBezTo>
                        <a:pt x="335987" y="57678"/>
                        <a:pt x="303068" y="109"/>
                        <a:pt x="165079" y="109"/>
                      </a:cubicBezTo>
                      <a:cubicBezTo>
                        <a:pt x="50765" y="109"/>
                        <a:pt x="304" y="76178"/>
                        <a:pt x="304" y="116282"/>
                      </a:cubicBezTo>
                      <a:close/>
                      <a:moveTo>
                        <a:pt x="260814" y="220077"/>
                      </a:moveTo>
                      <a:lnTo>
                        <a:pt x="260814" y="341382"/>
                      </a:lnTo>
                      <a:cubicBezTo>
                        <a:pt x="260814" y="389678"/>
                        <a:pt x="196961" y="422581"/>
                        <a:pt x="152678" y="422581"/>
                      </a:cubicBezTo>
                      <a:cubicBezTo>
                        <a:pt x="97077" y="422581"/>
                        <a:pt x="69299" y="397915"/>
                        <a:pt x="69299" y="341382"/>
                      </a:cubicBezTo>
                      <a:cubicBezTo>
                        <a:pt x="69299" y="251945"/>
                        <a:pt x="190783" y="235516"/>
                        <a:pt x="260814" y="220077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8" name="Gráfico 12">
                  <a:extLst>
                    <a:ext uri="{FF2B5EF4-FFF2-40B4-BE49-F238E27FC236}">
                      <a16:creationId xmlns:a16="http://schemas.microsoft.com/office/drawing/2014/main" id="{3A554F24-1708-4A88-93EB-59955889CE5C}"/>
                    </a:ext>
                  </a:extLst>
                </p:cNvPr>
                <p:cNvSpPr/>
                <p:nvPr/>
              </p:nvSpPr>
              <p:spPr>
                <a:xfrm>
                  <a:off x="4205570" y="1640221"/>
                  <a:ext cx="181234" cy="857276"/>
                </a:xfrm>
                <a:custGeom>
                  <a:avLst/>
                  <a:gdLst>
                    <a:gd name="connsiteX0" fmla="*/ 95087 w 181234"/>
                    <a:gd name="connsiteY0" fmla="*/ 54572 h 857276"/>
                    <a:gd name="connsiteX1" fmla="*/ 138333 w 181234"/>
                    <a:gd name="connsiteY1" fmla="*/ 108045 h 857276"/>
                    <a:gd name="connsiteX2" fmla="*/ 181578 w 181234"/>
                    <a:gd name="connsiteY2" fmla="*/ 54572 h 857276"/>
                    <a:gd name="connsiteX3" fmla="*/ 138333 w 181234"/>
                    <a:gd name="connsiteY3" fmla="*/ 109 h 857276"/>
                    <a:gd name="connsiteX4" fmla="*/ 95087 w 181234"/>
                    <a:gd name="connsiteY4" fmla="*/ 54572 h 857276"/>
                    <a:gd name="connsiteX5" fmla="*/ 24018 w 181234"/>
                    <a:gd name="connsiteY5" fmla="*/ 266303 h 857276"/>
                    <a:gd name="connsiteX6" fmla="*/ 101265 w 181234"/>
                    <a:gd name="connsiteY6" fmla="*/ 322837 h 857276"/>
                    <a:gd name="connsiteX7" fmla="*/ 101265 w 181234"/>
                    <a:gd name="connsiteY7" fmla="*/ 766914 h 857276"/>
                    <a:gd name="connsiteX8" fmla="*/ 80657 w 181234"/>
                    <a:gd name="connsiteY8" fmla="*/ 816246 h 857276"/>
                    <a:gd name="connsiteX9" fmla="*/ 20907 w 181234"/>
                    <a:gd name="connsiteY9" fmla="*/ 774116 h 857276"/>
                    <a:gd name="connsiteX10" fmla="*/ 344 w 181234"/>
                    <a:gd name="connsiteY10" fmla="*/ 815211 h 857276"/>
                    <a:gd name="connsiteX11" fmla="*/ 41515 w 181234"/>
                    <a:gd name="connsiteY11" fmla="*/ 857386 h 857276"/>
                    <a:gd name="connsiteX12" fmla="*/ 176437 w 181234"/>
                    <a:gd name="connsiteY12" fmla="*/ 650741 h 857276"/>
                    <a:gd name="connsiteX13" fmla="*/ 176437 w 181234"/>
                    <a:gd name="connsiteY13" fmla="*/ 219042 h 857276"/>
                    <a:gd name="connsiteX14" fmla="*/ 164082 w 181234"/>
                    <a:gd name="connsiteY14" fmla="*/ 203603 h 857276"/>
                    <a:gd name="connsiteX15" fmla="*/ 48730 w 181234"/>
                    <a:gd name="connsiteY15" fmla="*/ 252935 h 857276"/>
                    <a:gd name="connsiteX16" fmla="*/ 24018 w 181234"/>
                    <a:gd name="connsiteY16" fmla="*/ 266303 h 857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81234" h="857276">
                      <a:moveTo>
                        <a:pt x="95087" y="54572"/>
                      </a:moveTo>
                      <a:cubicBezTo>
                        <a:pt x="95087" y="65870"/>
                        <a:pt x="125977" y="108045"/>
                        <a:pt x="138333" y="108045"/>
                      </a:cubicBezTo>
                      <a:cubicBezTo>
                        <a:pt x="151726" y="108045"/>
                        <a:pt x="181578" y="66905"/>
                        <a:pt x="181578" y="54572"/>
                      </a:cubicBezTo>
                      <a:cubicBezTo>
                        <a:pt x="181578" y="42239"/>
                        <a:pt x="151726" y="109"/>
                        <a:pt x="138333" y="109"/>
                      </a:cubicBezTo>
                      <a:cubicBezTo>
                        <a:pt x="125977" y="109"/>
                        <a:pt x="95087" y="43275"/>
                        <a:pt x="95087" y="54572"/>
                      </a:cubicBezTo>
                      <a:close/>
                      <a:moveTo>
                        <a:pt x="24018" y="266303"/>
                      </a:moveTo>
                      <a:cubicBezTo>
                        <a:pt x="24018" y="287909"/>
                        <a:pt x="101265" y="261172"/>
                        <a:pt x="101265" y="322837"/>
                      </a:cubicBezTo>
                      <a:lnTo>
                        <a:pt x="101265" y="766914"/>
                      </a:lnTo>
                      <a:cubicBezTo>
                        <a:pt x="101265" y="794641"/>
                        <a:pt x="89901" y="816246"/>
                        <a:pt x="80657" y="816246"/>
                      </a:cubicBezTo>
                      <a:cubicBezTo>
                        <a:pt x="54908" y="816246"/>
                        <a:pt x="44627" y="774116"/>
                        <a:pt x="20907" y="774116"/>
                      </a:cubicBezTo>
                      <a:cubicBezTo>
                        <a:pt x="2373" y="774116"/>
                        <a:pt x="344" y="799817"/>
                        <a:pt x="344" y="815211"/>
                      </a:cubicBezTo>
                      <a:cubicBezTo>
                        <a:pt x="344" y="841947"/>
                        <a:pt x="9588" y="857386"/>
                        <a:pt x="41515" y="857386"/>
                      </a:cubicBezTo>
                      <a:cubicBezTo>
                        <a:pt x="143473" y="857386"/>
                        <a:pt x="176437" y="718618"/>
                        <a:pt x="176437" y="650741"/>
                      </a:cubicBezTo>
                      <a:lnTo>
                        <a:pt x="176437" y="219042"/>
                      </a:lnTo>
                      <a:cubicBezTo>
                        <a:pt x="176437" y="212876"/>
                        <a:pt x="172289" y="203603"/>
                        <a:pt x="164082" y="203603"/>
                      </a:cubicBezTo>
                      <a:cubicBezTo>
                        <a:pt x="142436" y="203603"/>
                        <a:pt x="119799" y="234436"/>
                        <a:pt x="48730" y="252935"/>
                      </a:cubicBezTo>
                      <a:cubicBezTo>
                        <a:pt x="29159" y="258111"/>
                        <a:pt x="24018" y="259147"/>
                        <a:pt x="24018" y="26630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79" name="Gráfico 12">
                  <a:extLst>
                    <a:ext uri="{FF2B5EF4-FFF2-40B4-BE49-F238E27FC236}">
                      <a16:creationId xmlns:a16="http://schemas.microsoft.com/office/drawing/2014/main" id="{C39FF443-377F-4BED-A438-0FFB4E04E014}"/>
                    </a:ext>
                  </a:extLst>
                </p:cNvPr>
                <p:cNvSpPr/>
                <p:nvPr/>
              </p:nvSpPr>
              <p:spPr>
                <a:xfrm>
                  <a:off x="4517590" y="1851952"/>
                  <a:ext cx="390291" cy="452269"/>
                </a:xfrm>
                <a:custGeom>
                  <a:avLst/>
                  <a:gdLst>
                    <a:gd name="connsiteX0" fmla="*/ 369 w 390291"/>
                    <a:gd name="connsiteY0" fmla="*/ 240647 h 452269"/>
                    <a:gd name="connsiteX1" fmla="*/ 208389 w 390291"/>
                    <a:gd name="connsiteY1" fmla="*/ 452378 h 452269"/>
                    <a:gd name="connsiteX2" fmla="*/ 390660 w 390291"/>
                    <a:gd name="connsiteY2" fmla="*/ 353715 h 452269"/>
                    <a:gd name="connsiteX3" fmla="*/ 386512 w 390291"/>
                    <a:gd name="connsiteY3" fmla="*/ 347548 h 452269"/>
                    <a:gd name="connsiteX4" fmla="*/ 241308 w 390291"/>
                    <a:gd name="connsiteY4" fmla="*/ 400976 h 452269"/>
                    <a:gd name="connsiteX5" fmla="*/ 75541 w 390291"/>
                    <a:gd name="connsiteY5" fmla="*/ 181008 h 452269"/>
                    <a:gd name="connsiteX6" fmla="*/ 361800 w 390291"/>
                    <a:gd name="connsiteY6" fmla="*/ 181008 h 452269"/>
                    <a:gd name="connsiteX7" fmla="*/ 384482 w 390291"/>
                    <a:gd name="connsiteY7" fmla="*/ 163544 h 452269"/>
                    <a:gd name="connsiteX8" fmla="*/ 202211 w 390291"/>
                    <a:gd name="connsiteY8" fmla="*/ 109 h 452269"/>
                    <a:gd name="connsiteX9" fmla="*/ 369 w 390291"/>
                    <a:gd name="connsiteY9" fmla="*/ 240647 h 452269"/>
                    <a:gd name="connsiteX10" fmla="*/ 75541 w 390291"/>
                    <a:gd name="connsiteY10" fmla="*/ 153281 h 452269"/>
                    <a:gd name="connsiteX11" fmla="*/ 184669 w 390291"/>
                    <a:gd name="connsiteY11" fmla="*/ 23740 h 452269"/>
                    <a:gd name="connsiteX12" fmla="*/ 298984 w 390291"/>
                    <a:gd name="connsiteY12" fmla="*/ 132711 h 452269"/>
                    <a:gd name="connsiteX13" fmla="*/ 280450 w 390291"/>
                    <a:gd name="connsiteY13" fmla="*/ 153281 h 452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90291" h="452269">
                      <a:moveTo>
                        <a:pt x="369" y="240647"/>
                      </a:moveTo>
                      <a:cubicBezTo>
                        <a:pt x="369" y="309514"/>
                        <a:pt x="53896" y="452378"/>
                        <a:pt x="208389" y="452378"/>
                      </a:cubicBezTo>
                      <a:cubicBezTo>
                        <a:pt x="301058" y="452378"/>
                        <a:pt x="390660" y="379416"/>
                        <a:pt x="390660" y="353715"/>
                      </a:cubicBezTo>
                      <a:cubicBezTo>
                        <a:pt x="390660" y="349619"/>
                        <a:pt x="389623" y="347548"/>
                        <a:pt x="386512" y="347548"/>
                      </a:cubicBezTo>
                      <a:cubicBezTo>
                        <a:pt x="362837" y="347548"/>
                        <a:pt x="331948" y="400976"/>
                        <a:pt x="241308" y="400976"/>
                      </a:cubicBezTo>
                      <a:cubicBezTo>
                        <a:pt x="175425" y="400976"/>
                        <a:pt x="75541" y="346513"/>
                        <a:pt x="75541" y="181008"/>
                      </a:cubicBezTo>
                      <a:lnTo>
                        <a:pt x="361800" y="181008"/>
                      </a:lnTo>
                      <a:cubicBezTo>
                        <a:pt x="380334" y="181008"/>
                        <a:pt x="384482" y="175877"/>
                        <a:pt x="384482" y="163544"/>
                      </a:cubicBezTo>
                      <a:cubicBezTo>
                        <a:pt x="384482" y="121414"/>
                        <a:pt x="327844" y="109"/>
                        <a:pt x="202211" y="109"/>
                      </a:cubicBezTo>
                      <a:cubicBezTo>
                        <a:pt x="72429" y="109"/>
                        <a:pt x="369" y="112141"/>
                        <a:pt x="369" y="240647"/>
                      </a:cubicBezTo>
                      <a:close/>
                      <a:moveTo>
                        <a:pt x="75541" y="153281"/>
                      </a:moveTo>
                      <a:cubicBezTo>
                        <a:pt x="75541" y="94677"/>
                        <a:pt x="122890" y="23740"/>
                        <a:pt x="184669" y="23740"/>
                      </a:cubicBezTo>
                      <a:cubicBezTo>
                        <a:pt x="242345" y="23740"/>
                        <a:pt x="298984" y="76178"/>
                        <a:pt x="298984" y="132711"/>
                      </a:cubicBezTo>
                      <a:cubicBezTo>
                        <a:pt x="298984" y="146079"/>
                        <a:pt x="293843" y="153281"/>
                        <a:pt x="280450" y="153281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</p:grpSp>
          <p:grpSp>
            <p:nvGrpSpPr>
              <p:cNvPr id="67" name="Gráfico 12">
                <a:extLst>
                  <a:ext uri="{FF2B5EF4-FFF2-40B4-BE49-F238E27FC236}">
                    <a16:creationId xmlns:a16="http://schemas.microsoft.com/office/drawing/2014/main" id="{70A5E990-1C39-461C-AF2B-931610307387}"/>
                  </a:ext>
                </a:extLst>
              </p:cNvPr>
              <p:cNvGrpSpPr/>
              <p:nvPr/>
            </p:nvGrpSpPr>
            <p:grpSpPr>
              <a:xfrm>
                <a:off x="408717" y="1464291"/>
                <a:ext cx="373598" cy="420176"/>
                <a:chOff x="408747" y="1875368"/>
                <a:chExt cx="373598" cy="420176"/>
              </a:xfrm>
              <a:grpFill/>
            </p:grpSpPr>
            <p:sp>
              <p:nvSpPr>
                <p:cNvPr id="68" name="Gráfico 12">
                  <a:extLst>
                    <a:ext uri="{FF2B5EF4-FFF2-40B4-BE49-F238E27FC236}">
                      <a16:creationId xmlns:a16="http://schemas.microsoft.com/office/drawing/2014/main" id="{B27532FA-33B7-43EF-A908-FC8F68C9FE4C}"/>
                    </a:ext>
                  </a:extLst>
                </p:cNvPr>
                <p:cNvSpPr/>
                <p:nvPr/>
              </p:nvSpPr>
              <p:spPr>
                <a:xfrm>
                  <a:off x="408747" y="2051000"/>
                  <a:ext cx="211041" cy="244543"/>
                </a:xfrm>
                <a:custGeom>
                  <a:avLst/>
                  <a:gdLst>
                    <a:gd name="connsiteX0" fmla="*/ 14 w 211041"/>
                    <a:gd name="connsiteY0" fmla="*/ 130145 h 244543"/>
                    <a:gd name="connsiteX1" fmla="*/ 112525 w 211041"/>
                    <a:gd name="connsiteY1" fmla="*/ 244653 h 244543"/>
                    <a:gd name="connsiteX2" fmla="*/ 211056 w 211041"/>
                    <a:gd name="connsiteY2" fmla="*/ 191270 h 244543"/>
                    <a:gd name="connsiteX3" fmla="*/ 208846 w 211041"/>
                    <a:gd name="connsiteY3" fmla="*/ 187939 h 244543"/>
                    <a:gd name="connsiteX4" fmla="*/ 130337 w 211041"/>
                    <a:gd name="connsiteY4" fmla="*/ 216836 h 244543"/>
                    <a:gd name="connsiteX5" fmla="*/ 40689 w 211041"/>
                    <a:gd name="connsiteY5" fmla="*/ 97918 h 244543"/>
                    <a:gd name="connsiteX6" fmla="*/ 195453 w 211041"/>
                    <a:gd name="connsiteY6" fmla="*/ 97918 h 244543"/>
                    <a:gd name="connsiteX7" fmla="*/ 207719 w 211041"/>
                    <a:gd name="connsiteY7" fmla="*/ 88465 h 244543"/>
                    <a:gd name="connsiteX8" fmla="*/ 109142 w 211041"/>
                    <a:gd name="connsiteY8" fmla="*/ 109 h 244543"/>
                    <a:gd name="connsiteX9" fmla="*/ 14 w 211041"/>
                    <a:gd name="connsiteY9" fmla="*/ 130145 h 244543"/>
                    <a:gd name="connsiteX10" fmla="*/ 40689 w 211041"/>
                    <a:gd name="connsiteY10" fmla="*/ 82929 h 244543"/>
                    <a:gd name="connsiteX11" fmla="*/ 99718 w 211041"/>
                    <a:gd name="connsiteY11" fmla="*/ 12892 h 244543"/>
                    <a:gd name="connsiteX12" fmla="*/ 161497 w 211041"/>
                    <a:gd name="connsiteY12" fmla="*/ 71811 h 244543"/>
                    <a:gd name="connsiteX13" fmla="*/ 151486 w 211041"/>
                    <a:gd name="connsiteY13" fmla="*/ 82929 h 244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11041" h="244543">
                      <a:moveTo>
                        <a:pt x="14" y="130145"/>
                      </a:moveTo>
                      <a:cubicBezTo>
                        <a:pt x="14" y="167414"/>
                        <a:pt x="29010" y="244653"/>
                        <a:pt x="112525" y="244653"/>
                      </a:cubicBezTo>
                      <a:cubicBezTo>
                        <a:pt x="162624" y="244653"/>
                        <a:pt x="211056" y="205178"/>
                        <a:pt x="211056" y="191270"/>
                      </a:cubicBezTo>
                      <a:cubicBezTo>
                        <a:pt x="211056" y="189065"/>
                        <a:pt x="210515" y="187939"/>
                        <a:pt x="208846" y="187939"/>
                      </a:cubicBezTo>
                      <a:cubicBezTo>
                        <a:pt x="196039" y="187939"/>
                        <a:pt x="179309" y="216836"/>
                        <a:pt x="130337" y="216836"/>
                      </a:cubicBezTo>
                      <a:cubicBezTo>
                        <a:pt x="94667" y="216836"/>
                        <a:pt x="40689" y="187399"/>
                        <a:pt x="40689" y="97918"/>
                      </a:cubicBezTo>
                      <a:lnTo>
                        <a:pt x="195453" y="97918"/>
                      </a:lnTo>
                      <a:cubicBezTo>
                        <a:pt x="205509" y="97918"/>
                        <a:pt x="207719" y="95127"/>
                        <a:pt x="207719" y="88465"/>
                      </a:cubicBezTo>
                      <a:cubicBezTo>
                        <a:pt x="207719" y="65690"/>
                        <a:pt x="177100" y="109"/>
                        <a:pt x="109142" y="109"/>
                      </a:cubicBezTo>
                      <a:cubicBezTo>
                        <a:pt x="39021" y="109"/>
                        <a:pt x="14" y="60694"/>
                        <a:pt x="14" y="130145"/>
                      </a:cubicBezTo>
                      <a:close/>
                      <a:moveTo>
                        <a:pt x="40689" y="82929"/>
                      </a:moveTo>
                      <a:cubicBezTo>
                        <a:pt x="40689" y="51241"/>
                        <a:pt x="66303" y="12892"/>
                        <a:pt x="99718" y="12892"/>
                      </a:cubicBezTo>
                      <a:cubicBezTo>
                        <a:pt x="130878" y="12892"/>
                        <a:pt x="161497" y="41249"/>
                        <a:pt x="161497" y="71811"/>
                      </a:cubicBezTo>
                      <a:cubicBezTo>
                        <a:pt x="161497" y="79013"/>
                        <a:pt x="158701" y="82929"/>
                        <a:pt x="151486" y="82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9" name="Gráfico 12">
                  <a:extLst>
                    <a:ext uri="{FF2B5EF4-FFF2-40B4-BE49-F238E27FC236}">
                      <a16:creationId xmlns:a16="http://schemas.microsoft.com/office/drawing/2014/main" id="{2E6B7780-B46B-4E4F-AAB5-A3AA48FEF240}"/>
                    </a:ext>
                  </a:extLst>
                </p:cNvPr>
                <p:cNvSpPr/>
                <p:nvPr/>
              </p:nvSpPr>
              <p:spPr>
                <a:xfrm>
                  <a:off x="657615" y="1875368"/>
                  <a:ext cx="124731" cy="416260"/>
                </a:xfrm>
                <a:custGeom>
                  <a:avLst/>
                  <a:gdLst>
                    <a:gd name="connsiteX0" fmla="*/ 35 w 124731"/>
                    <a:gd name="connsiteY0" fmla="*/ 34047 h 416260"/>
                    <a:gd name="connsiteX1" fmla="*/ 37915 w 124731"/>
                    <a:gd name="connsiteY1" fmla="*/ 64024 h 416260"/>
                    <a:gd name="connsiteX2" fmla="*/ 37915 w 124731"/>
                    <a:gd name="connsiteY2" fmla="*/ 377480 h 416260"/>
                    <a:gd name="connsiteX3" fmla="*/ 10633 w 124731"/>
                    <a:gd name="connsiteY3" fmla="*/ 409168 h 416260"/>
                    <a:gd name="connsiteX4" fmla="*/ 17307 w 124731"/>
                    <a:gd name="connsiteY4" fmla="*/ 416369 h 416260"/>
                    <a:gd name="connsiteX5" fmla="*/ 60733 w 124731"/>
                    <a:gd name="connsiteY5" fmla="*/ 414164 h 416260"/>
                    <a:gd name="connsiteX6" fmla="*/ 112546 w 124731"/>
                    <a:gd name="connsiteY6" fmla="*/ 416369 h 416260"/>
                    <a:gd name="connsiteX7" fmla="*/ 124767 w 124731"/>
                    <a:gd name="connsiteY7" fmla="*/ 408627 h 416260"/>
                    <a:gd name="connsiteX8" fmla="*/ 78545 w 124731"/>
                    <a:gd name="connsiteY8" fmla="*/ 371944 h 416260"/>
                    <a:gd name="connsiteX9" fmla="*/ 78545 w 124731"/>
                    <a:gd name="connsiteY9" fmla="*/ 8481 h 416260"/>
                    <a:gd name="connsiteX10" fmla="*/ 71871 w 124731"/>
                    <a:gd name="connsiteY10" fmla="*/ 109 h 416260"/>
                    <a:gd name="connsiteX11" fmla="*/ 9505 w 124731"/>
                    <a:gd name="connsiteY11" fmla="*/ 26800 h 416260"/>
                    <a:gd name="connsiteX12" fmla="*/ 35 w 124731"/>
                    <a:gd name="connsiteY12" fmla="*/ 34047 h 4162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4731" h="416260">
                      <a:moveTo>
                        <a:pt x="35" y="34047"/>
                      </a:moveTo>
                      <a:cubicBezTo>
                        <a:pt x="35" y="45705"/>
                        <a:pt x="37915" y="31256"/>
                        <a:pt x="37915" y="64024"/>
                      </a:cubicBezTo>
                      <a:lnTo>
                        <a:pt x="37915" y="377480"/>
                      </a:lnTo>
                      <a:cubicBezTo>
                        <a:pt x="37915" y="403586"/>
                        <a:pt x="10633" y="400255"/>
                        <a:pt x="10633" y="409168"/>
                      </a:cubicBezTo>
                      <a:cubicBezTo>
                        <a:pt x="10633" y="414164"/>
                        <a:pt x="12842" y="416369"/>
                        <a:pt x="17307" y="416369"/>
                      </a:cubicBezTo>
                      <a:cubicBezTo>
                        <a:pt x="23439" y="416369"/>
                        <a:pt x="32909" y="414164"/>
                        <a:pt x="60733" y="414164"/>
                      </a:cubicBezTo>
                      <a:cubicBezTo>
                        <a:pt x="87473" y="414164"/>
                        <a:pt x="102490" y="416369"/>
                        <a:pt x="112546" y="416369"/>
                      </a:cubicBezTo>
                      <a:cubicBezTo>
                        <a:pt x="120302" y="416369"/>
                        <a:pt x="124767" y="415289"/>
                        <a:pt x="124767" y="408627"/>
                      </a:cubicBezTo>
                      <a:cubicBezTo>
                        <a:pt x="124767" y="393594"/>
                        <a:pt x="78545" y="409168"/>
                        <a:pt x="78545" y="371944"/>
                      </a:cubicBezTo>
                      <a:lnTo>
                        <a:pt x="78545" y="8481"/>
                      </a:lnTo>
                      <a:cubicBezTo>
                        <a:pt x="78545" y="5150"/>
                        <a:pt x="76335" y="109"/>
                        <a:pt x="71871" y="109"/>
                      </a:cubicBezTo>
                      <a:cubicBezTo>
                        <a:pt x="60191" y="109"/>
                        <a:pt x="45175" y="18473"/>
                        <a:pt x="9505" y="26800"/>
                      </a:cubicBezTo>
                      <a:cubicBezTo>
                        <a:pt x="2831" y="28466"/>
                        <a:pt x="35" y="29006"/>
                        <a:pt x="35" y="34047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</p:grpSp>
        </p:grpSp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2D5C8870-E1C9-4C8E-8CFE-F417295DCC36}"/>
                </a:ext>
              </a:extLst>
            </p:cNvPr>
            <p:cNvSpPr/>
            <p:nvPr/>
          </p:nvSpPr>
          <p:spPr>
            <a:xfrm>
              <a:off x="432864" y="2143954"/>
              <a:ext cx="3710317" cy="11522"/>
            </a:xfrm>
            <a:custGeom>
              <a:avLst/>
              <a:gdLst>
                <a:gd name="connsiteX0" fmla="*/ -34 w 3710317"/>
                <a:gd name="connsiteY0" fmla="*/ 118 h 11522"/>
                <a:gd name="connsiteX1" fmla="*/ 3710284 w 3710317"/>
                <a:gd name="connsiteY1" fmla="*/ 118 h 1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10317" h="11522">
                  <a:moveTo>
                    <a:pt x="-34" y="118"/>
                  </a:moveTo>
                  <a:lnTo>
                    <a:pt x="3710284" y="118"/>
                  </a:lnTo>
                </a:path>
              </a:pathLst>
            </a:custGeom>
            <a:solidFill>
              <a:schemeClr val="tx2"/>
            </a:solidFill>
            <a:ln w="34492" cap="flat">
              <a:solidFill>
                <a:srgbClr val="042E4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>
                <a:solidFill>
                  <a:srgbClr val="042E40"/>
                </a:solidFill>
              </a:endParaRPr>
            </a:p>
          </p:txBody>
        </p:sp>
        <p:sp>
          <p:nvSpPr>
            <p:cNvPr id="20" name="Gráfico 12">
              <a:extLst>
                <a:ext uri="{FF2B5EF4-FFF2-40B4-BE49-F238E27FC236}">
                  <a16:creationId xmlns:a16="http://schemas.microsoft.com/office/drawing/2014/main" id="{F96F4CD3-FCAC-4ABC-ABEB-87C379D38D0B}"/>
                </a:ext>
              </a:extLst>
            </p:cNvPr>
            <p:cNvSpPr/>
            <p:nvPr/>
          </p:nvSpPr>
          <p:spPr>
            <a:xfrm>
              <a:off x="4376050" y="2143954"/>
              <a:ext cx="534999" cy="11522"/>
            </a:xfrm>
            <a:custGeom>
              <a:avLst/>
              <a:gdLst>
                <a:gd name="connsiteX0" fmla="*/ 354 w 534999"/>
                <a:gd name="connsiteY0" fmla="*/ 118 h 11522"/>
                <a:gd name="connsiteX1" fmla="*/ 535353 w 534999"/>
                <a:gd name="connsiteY1" fmla="*/ 118 h 1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4999" h="11522">
                  <a:moveTo>
                    <a:pt x="354" y="118"/>
                  </a:moveTo>
                  <a:lnTo>
                    <a:pt x="535353" y="118"/>
                  </a:lnTo>
                </a:path>
              </a:pathLst>
            </a:custGeom>
            <a:solidFill>
              <a:schemeClr val="tx2"/>
            </a:solidFill>
            <a:ln w="34492" cap="flat">
              <a:solidFill>
                <a:srgbClr val="042E4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>
                <a:solidFill>
                  <a:srgbClr val="042E40"/>
                </a:solidFill>
              </a:endParaRPr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FBEFD066-BE69-4F6F-AAFD-18C6AECF1FED}"/>
                </a:ext>
              </a:extLst>
            </p:cNvPr>
            <p:cNvGrpSpPr/>
            <p:nvPr/>
          </p:nvGrpSpPr>
          <p:grpSpPr>
            <a:xfrm>
              <a:off x="321136" y="2397328"/>
              <a:ext cx="4536777" cy="220238"/>
              <a:chOff x="351364" y="2261301"/>
              <a:chExt cx="4536777" cy="220238"/>
            </a:xfrm>
            <a:solidFill>
              <a:srgbClr val="042E40"/>
            </a:solidFill>
          </p:grpSpPr>
          <p:grpSp>
            <p:nvGrpSpPr>
              <p:cNvPr id="23" name="Gráfico 12">
                <a:extLst>
                  <a:ext uri="{FF2B5EF4-FFF2-40B4-BE49-F238E27FC236}">
                    <a16:creationId xmlns:a16="http://schemas.microsoft.com/office/drawing/2014/main" id="{6C1E69D4-FD85-4328-9252-567A882EA0D9}"/>
                  </a:ext>
                </a:extLst>
              </p:cNvPr>
              <p:cNvGrpSpPr/>
              <p:nvPr/>
            </p:nvGrpSpPr>
            <p:grpSpPr>
              <a:xfrm>
                <a:off x="351364" y="2261301"/>
                <a:ext cx="2669410" cy="220238"/>
                <a:chOff x="351394" y="2672378"/>
                <a:chExt cx="2669410" cy="220238"/>
              </a:xfrm>
              <a:grpFill/>
            </p:grpSpPr>
            <p:sp>
              <p:nvSpPr>
                <p:cNvPr id="42" name="Gráfico 12">
                  <a:extLst>
                    <a:ext uri="{FF2B5EF4-FFF2-40B4-BE49-F238E27FC236}">
                      <a16:creationId xmlns:a16="http://schemas.microsoft.com/office/drawing/2014/main" id="{4BF5FE66-A434-4A0C-A64F-30927D62D433}"/>
                    </a:ext>
                  </a:extLst>
                </p:cNvPr>
                <p:cNvSpPr/>
                <p:nvPr/>
              </p:nvSpPr>
              <p:spPr>
                <a:xfrm>
                  <a:off x="351394" y="2679759"/>
                  <a:ext cx="155755" cy="167530"/>
                </a:xfrm>
                <a:custGeom>
                  <a:avLst/>
                  <a:gdLst>
                    <a:gd name="connsiteX0" fmla="*/ 10 w 155755"/>
                    <a:gd name="connsiteY0" fmla="*/ 87163 h 167530"/>
                    <a:gd name="connsiteX1" fmla="*/ 81811 w 155755"/>
                    <a:gd name="connsiteY1" fmla="*/ 167688 h 167530"/>
                    <a:gd name="connsiteX2" fmla="*/ 150400 w 155755"/>
                    <a:gd name="connsiteY2" fmla="*/ 149368 h 167530"/>
                    <a:gd name="connsiteX3" fmla="*/ 155766 w 155755"/>
                    <a:gd name="connsiteY3" fmla="*/ 126008 h 167530"/>
                    <a:gd name="connsiteX4" fmla="*/ 153647 w 155755"/>
                    <a:gd name="connsiteY4" fmla="*/ 123712 h 167530"/>
                    <a:gd name="connsiteX5" fmla="*/ 150670 w 155755"/>
                    <a:gd name="connsiteY5" fmla="*/ 126008 h 167530"/>
                    <a:gd name="connsiteX6" fmla="*/ 149724 w 155755"/>
                    <a:gd name="connsiteY6" fmla="*/ 128573 h 167530"/>
                    <a:gd name="connsiteX7" fmla="*/ 87854 w 155755"/>
                    <a:gd name="connsiteY7" fmla="*/ 160486 h 167530"/>
                    <a:gd name="connsiteX8" fmla="*/ 20167 w 155755"/>
                    <a:gd name="connsiteY8" fmla="*/ 79961 h 167530"/>
                    <a:gd name="connsiteX9" fmla="*/ 87133 w 155755"/>
                    <a:gd name="connsiteY9" fmla="*/ 6864 h 167530"/>
                    <a:gd name="connsiteX10" fmla="*/ 140209 w 155755"/>
                    <a:gd name="connsiteY10" fmla="*/ 34861 h 167530"/>
                    <a:gd name="connsiteX11" fmla="*/ 149047 w 155755"/>
                    <a:gd name="connsiteY11" fmla="*/ 49219 h 167530"/>
                    <a:gd name="connsiteX12" fmla="*/ 153196 w 155755"/>
                    <a:gd name="connsiteY12" fmla="*/ 54305 h 167530"/>
                    <a:gd name="connsiteX13" fmla="*/ 155541 w 155755"/>
                    <a:gd name="connsiteY13" fmla="*/ 49669 h 167530"/>
                    <a:gd name="connsiteX14" fmla="*/ 154143 w 155755"/>
                    <a:gd name="connsiteY14" fmla="*/ 24913 h 167530"/>
                    <a:gd name="connsiteX15" fmla="*/ 151347 w 155755"/>
                    <a:gd name="connsiteY15" fmla="*/ 15641 h 167530"/>
                    <a:gd name="connsiteX16" fmla="*/ 145800 w 155755"/>
                    <a:gd name="connsiteY16" fmla="*/ 17981 h 167530"/>
                    <a:gd name="connsiteX17" fmla="*/ 83660 w 155755"/>
                    <a:gd name="connsiteY17" fmla="*/ 157 h 167530"/>
                    <a:gd name="connsiteX18" fmla="*/ 10 w 155755"/>
                    <a:gd name="connsiteY18" fmla="*/ 87163 h 1675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55755" h="167530">
                      <a:moveTo>
                        <a:pt x="10" y="87163"/>
                      </a:moveTo>
                      <a:cubicBezTo>
                        <a:pt x="10" y="134335"/>
                        <a:pt x="33155" y="167688"/>
                        <a:pt x="81811" y="167688"/>
                      </a:cubicBezTo>
                      <a:cubicBezTo>
                        <a:pt x="133490" y="167688"/>
                        <a:pt x="150174" y="150313"/>
                        <a:pt x="150400" y="149368"/>
                      </a:cubicBezTo>
                      <a:lnTo>
                        <a:pt x="155766" y="126008"/>
                      </a:lnTo>
                      <a:cubicBezTo>
                        <a:pt x="155766" y="124882"/>
                        <a:pt x="154819" y="123712"/>
                        <a:pt x="153647" y="123712"/>
                      </a:cubicBezTo>
                      <a:cubicBezTo>
                        <a:pt x="152023" y="123937"/>
                        <a:pt x="151347" y="124612"/>
                        <a:pt x="150670" y="126008"/>
                      </a:cubicBezTo>
                      <a:cubicBezTo>
                        <a:pt x="150400" y="126728"/>
                        <a:pt x="150174" y="127628"/>
                        <a:pt x="149724" y="128573"/>
                      </a:cubicBezTo>
                      <a:cubicBezTo>
                        <a:pt x="146026" y="136675"/>
                        <a:pt x="125373" y="160486"/>
                        <a:pt x="87854" y="160486"/>
                      </a:cubicBezTo>
                      <a:cubicBezTo>
                        <a:pt x="43120" y="160486"/>
                        <a:pt x="20167" y="120021"/>
                        <a:pt x="20167" y="79961"/>
                      </a:cubicBezTo>
                      <a:cubicBezTo>
                        <a:pt x="20167" y="36706"/>
                        <a:pt x="42173" y="6864"/>
                        <a:pt x="87133" y="6864"/>
                      </a:cubicBezTo>
                      <a:cubicBezTo>
                        <a:pt x="116354" y="6864"/>
                        <a:pt x="131190" y="22122"/>
                        <a:pt x="140209" y="34861"/>
                      </a:cubicBezTo>
                      <a:cubicBezTo>
                        <a:pt x="144177" y="40397"/>
                        <a:pt x="147649" y="45528"/>
                        <a:pt x="149047" y="49219"/>
                      </a:cubicBezTo>
                      <a:cubicBezTo>
                        <a:pt x="150174" y="52460"/>
                        <a:pt x="151798" y="54305"/>
                        <a:pt x="153196" y="54305"/>
                      </a:cubicBezTo>
                      <a:cubicBezTo>
                        <a:pt x="155270" y="54305"/>
                        <a:pt x="155541" y="51740"/>
                        <a:pt x="155541" y="49669"/>
                      </a:cubicBezTo>
                      <a:cubicBezTo>
                        <a:pt x="155541" y="49219"/>
                        <a:pt x="154594" y="35311"/>
                        <a:pt x="154143" y="24913"/>
                      </a:cubicBezTo>
                      <a:cubicBezTo>
                        <a:pt x="153917" y="20052"/>
                        <a:pt x="153647" y="15641"/>
                        <a:pt x="151347" y="15641"/>
                      </a:cubicBezTo>
                      <a:cubicBezTo>
                        <a:pt x="149047" y="15641"/>
                        <a:pt x="147649" y="17981"/>
                        <a:pt x="145800" y="17981"/>
                      </a:cubicBezTo>
                      <a:cubicBezTo>
                        <a:pt x="138811" y="17981"/>
                        <a:pt x="127221" y="157"/>
                        <a:pt x="83660" y="157"/>
                      </a:cubicBezTo>
                      <a:cubicBezTo>
                        <a:pt x="33831" y="157"/>
                        <a:pt x="10" y="39947"/>
                        <a:pt x="10" y="8716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3" name="Gráfico 12">
                  <a:extLst>
                    <a:ext uri="{FF2B5EF4-FFF2-40B4-BE49-F238E27FC236}">
                      <a16:creationId xmlns:a16="http://schemas.microsoft.com/office/drawing/2014/main" id="{14A2656E-3A95-420C-BD3F-CFA1D8A02EA1}"/>
                    </a:ext>
                  </a:extLst>
                </p:cNvPr>
                <p:cNvSpPr/>
                <p:nvPr/>
              </p:nvSpPr>
              <p:spPr>
                <a:xfrm>
                  <a:off x="520573" y="2745475"/>
                  <a:ext cx="87843" cy="101814"/>
                </a:xfrm>
                <a:custGeom>
                  <a:avLst/>
                  <a:gdLst>
                    <a:gd name="connsiteX0" fmla="*/ 25 w 87843"/>
                    <a:gd name="connsiteY0" fmla="*/ 54305 h 101814"/>
                    <a:gd name="connsiteX1" fmla="*/ 46833 w 87843"/>
                    <a:gd name="connsiteY1" fmla="*/ 101972 h 101814"/>
                    <a:gd name="connsiteX2" fmla="*/ 87869 w 87843"/>
                    <a:gd name="connsiteY2" fmla="*/ 79736 h 101814"/>
                    <a:gd name="connsiteX3" fmla="*/ 86922 w 87843"/>
                    <a:gd name="connsiteY3" fmla="*/ 78341 h 101814"/>
                    <a:gd name="connsiteX4" fmla="*/ 54228 w 87843"/>
                    <a:gd name="connsiteY4" fmla="*/ 90404 h 101814"/>
                    <a:gd name="connsiteX5" fmla="*/ 16935 w 87843"/>
                    <a:gd name="connsiteY5" fmla="*/ 40892 h 101814"/>
                    <a:gd name="connsiteX6" fmla="*/ 81375 w 87843"/>
                    <a:gd name="connsiteY6" fmla="*/ 40892 h 101814"/>
                    <a:gd name="connsiteX7" fmla="*/ 86471 w 87843"/>
                    <a:gd name="connsiteY7" fmla="*/ 36931 h 101814"/>
                    <a:gd name="connsiteX8" fmla="*/ 45435 w 87843"/>
                    <a:gd name="connsiteY8" fmla="*/ 157 h 101814"/>
                    <a:gd name="connsiteX9" fmla="*/ 25 w 87843"/>
                    <a:gd name="connsiteY9" fmla="*/ 54305 h 101814"/>
                    <a:gd name="connsiteX10" fmla="*/ 16935 w 87843"/>
                    <a:gd name="connsiteY10" fmla="*/ 34635 h 101814"/>
                    <a:gd name="connsiteX11" fmla="*/ 41512 w 87843"/>
                    <a:gd name="connsiteY11" fmla="*/ 5468 h 101814"/>
                    <a:gd name="connsiteX12" fmla="*/ 67215 w 87843"/>
                    <a:gd name="connsiteY12" fmla="*/ 29999 h 101814"/>
                    <a:gd name="connsiteX13" fmla="*/ 63067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25" y="54305"/>
                      </a:moveTo>
                      <a:cubicBezTo>
                        <a:pt x="25" y="69789"/>
                        <a:pt x="12065" y="101972"/>
                        <a:pt x="46833" y="101972"/>
                      </a:cubicBezTo>
                      <a:cubicBezTo>
                        <a:pt x="67711" y="101972"/>
                        <a:pt x="87869" y="85543"/>
                        <a:pt x="87869" y="79736"/>
                      </a:cubicBezTo>
                      <a:cubicBezTo>
                        <a:pt x="87869" y="78836"/>
                        <a:pt x="87643" y="78341"/>
                        <a:pt x="86922" y="78341"/>
                      </a:cubicBezTo>
                      <a:cubicBezTo>
                        <a:pt x="81600" y="78341"/>
                        <a:pt x="74656" y="90404"/>
                        <a:pt x="54228" y="90404"/>
                      </a:cubicBezTo>
                      <a:cubicBezTo>
                        <a:pt x="39392" y="90404"/>
                        <a:pt x="16935" y="78116"/>
                        <a:pt x="16935" y="40892"/>
                      </a:cubicBezTo>
                      <a:lnTo>
                        <a:pt x="81375" y="40892"/>
                      </a:lnTo>
                      <a:cubicBezTo>
                        <a:pt x="85524" y="40892"/>
                        <a:pt x="86471" y="39722"/>
                        <a:pt x="86471" y="36931"/>
                      </a:cubicBezTo>
                      <a:cubicBezTo>
                        <a:pt x="86471" y="27434"/>
                        <a:pt x="73709" y="157"/>
                        <a:pt x="45435" y="157"/>
                      </a:cubicBezTo>
                      <a:cubicBezTo>
                        <a:pt x="16214" y="157"/>
                        <a:pt x="25" y="25363"/>
                        <a:pt x="25" y="54305"/>
                      </a:cubicBezTo>
                      <a:close/>
                      <a:moveTo>
                        <a:pt x="16935" y="34635"/>
                      </a:moveTo>
                      <a:cubicBezTo>
                        <a:pt x="16935" y="21447"/>
                        <a:pt x="27577" y="5468"/>
                        <a:pt x="41512" y="5468"/>
                      </a:cubicBezTo>
                      <a:cubicBezTo>
                        <a:pt x="54499" y="5468"/>
                        <a:pt x="67215" y="17261"/>
                        <a:pt x="67215" y="29999"/>
                      </a:cubicBezTo>
                      <a:cubicBezTo>
                        <a:pt x="67215" y="33015"/>
                        <a:pt x="66088" y="34635"/>
                        <a:pt x="63067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4" name="Gráfico 12">
                  <a:extLst>
                    <a:ext uri="{FF2B5EF4-FFF2-40B4-BE49-F238E27FC236}">
                      <a16:creationId xmlns:a16="http://schemas.microsoft.com/office/drawing/2014/main" id="{584870C8-5D8F-4013-A088-26F454C895EB}"/>
                    </a:ext>
                  </a:extLst>
                </p:cNvPr>
                <p:cNvSpPr/>
                <p:nvPr/>
              </p:nvSpPr>
              <p:spPr>
                <a:xfrm>
                  <a:off x="624150" y="2672378"/>
                  <a:ext cx="51903" cy="173291"/>
                </a:xfrm>
                <a:custGeom>
                  <a:avLst/>
                  <a:gdLst>
                    <a:gd name="connsiteX0" fmla="*/ 34 w 51903"/>
                    <a:gd name="connsiteY0" fmla="*/ 14246 h 173291"/>
                    <a:gd name="connsiteX1" fmla="*/ 15817 w 51903"/>
                    <a:gd name="connsiteY1" fmla="*/ 26759 h 173291"/>
                    <a:gd name="connsiteX2" fmla="*/ 15817 w 51903"/>
                    <a:gd name="connsiteY2" fmla="*/ 157245 h 173291"/>
                    <a:gd name="connsiteX3" fmla="*/ 4453 w 51903"/>
                    <a:gd name="connsiteY3" fmla="*/ 170433 h 173291"/>
                    <a:gd name="connsiteX4" fmla="*/ 7204 w 51903"/>
                    <a:gd name="connsiteY4" fmla="*/ 173449 h 173291"/>
                    <a:gd name="connsiteX5" fmla="*/ 25286 w 51903"/>
                    <a:gd name="connsiteY5" fmla="*/ 172504 h 173291"/>
                    <a:gd name="connsiteX6" fmla="*/ 46842 w 51903"/>
                    <a:gd name="connsiteY6" fmla="*/ 173449 h 173291"/>
                    <a:gd name="connsiteX7" fmla="*/ 51937 w 51903"/>
                    <a:gd name="connsiteY7" fmla="*/ 170208 h 173291"/>
                    <a:gd name="connsiteX8" fmla="*/ 32727 w 51903"/>
                    <a:gd name="connsiteY8" fmla="*/ 154904 h 173291"/>
                    <a:gd name="connsiteX9" fmla="*/ 32727 w 51903"/>
                    <a:gd name="connsiteY9" fmla="*/ 3623 h 173291"/>
                    <a:gd name="connsiteX10" fmla="*/ 29931 w 51903"/>
                    <a:gd name="connsiteY10" fmla="*/ 157 h 173291"/>
                    <a:gd name="connsiteX11" fmla="*/ 3957 w 51903"/>
                    <a:gd name="connsiteY11" fmla="*/ 11230 h 173291"/>
                    <a:gd name="connsiteX12" fmla="*/ 34 w 51903"/>
                    <a:gd name="connsiteY12" fmla="*/ 14246 h 173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903" h="173291">
                      <a:moveTo>
                        <a:pt x="34" y="14246"/>
                      </a:moveTo>
                      <a:cubicBezTo>
                        <a:pt x="34" y="19107"/>
                        <a:pt x="15817" y="13075"/>
                        <a:pt x="15817" y="26759"/>
                      </a:cubicBezTo>
                      <a:lnTo>
                        <a:pt x="15817" y="157245"/>
                      </a:lnTo>
                      <a:cubicBezTo>
                        <a:pt x="15817" y="168093"/>
                        <a:pt x="4453" y="166697"/>
                        <a:pt x="4453" y="170433"/>
                      </a:cubicBezTo>
                      <a:cubicBezTo>
                        <a:pt x="4453" y="172504"/>
                        <a:pt x="5355" y="173449"/>
                        <a:pt x="7204" y="173449"/>
                      </a:cubicBezTo>
                      <a:cubicBezTo>
                        <a:pt x="9774" y="173449"/>
                        <a:pt x="13697" y="172504"/>
                        <a:pt x="25286" y="172504"/>
                      </a:cubicBezTo>
                      <a:cubicBezTo>
                        <a:pt x="36425" y="172504"/>
                        <a:pt x="42693" y="173449"/>
                        <a:pt x="46842" y="173449"/>
                      </a:cubicBezTo>
                      <a:cubicBezTo>
                        <a:pt x="50088" y="173449"/>
                        <a:pt x="51937" y="172954"/>
                        <a:pt x="51937" y="170208"/>
                      </a:cubicBezTo>
                      <a:cubicBezTo>
                        <a:pt x="51937" y="163952"/>
                        <a:pt x="32727" y="170433"/>
                        <a:pt x="32727" y="154904"/>
                      </a:cubicBezTo>
                      <a:lnTo>
                        <a:pt x="32727" y="3623"/>
                      </a:lnTo>
                      <a:cubicBezTo>
                        <a:pt x="32727" y="2228"/>
                        <a:pt x="31780" y="157"/>
                        <a:pt x="29931" y="157"/>
                      </a:cubicBezTo>
                      <a:cubicBezTo>
                        <a:pt x="25061" y="157"/>
                        <a:pt x="18793" y="7764"/>
                        <a:pt x="3957" y="11230"/>
                      </a:cubicBezTo>
                      <a:cubicBezTo>
                        <a:pt x="1206" y="11950"/>
                        <a:pt x="34" y="12175"/>
                        <a:pt x="34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5" name="Gráfico 12">
                  <a:extLst>
                    <a:ext uri="{FF2B5EF4-FFF2-40B4-BE49-F238E27FC236}">
                      <a16:creationId xmlns:a16="http://schemas.microsoft.com/office/drawing/2014/main" id="{0CAA1461-6C6E-4434-9F5C-E457F0B271FB}"/>
                    </a:ext>
                  </a:extLst>
                </p:cNvPr>
                <p:cNvSpPr/>
                <p:nvPr/>
              </p:nvSpPr>
              <p:spPr>
                <a:xfrm>
                  <a:off x="687903" y="2745475"/>
                  <a:ext cx="87843" cy="101814"/>
                </a:xfrm>
                <a:custGeom>
                  <a:avLst/>
                  <a:gdLst>
                    <a:gd name="connsiteX0" fmla="*/ 39 w 87843"/>
                    <a:gd name="connsiteY0" fmla="*/ 54305 h 101814"/>
                    <a:gd name="connsiteX1" fmla="*/ 46847 w 87843"/>
                    <a:gd name="connsiteY1" fmla="*/ 101972 h 101814"/>
                    <a:gd name="connsiteX2" fmla="*/ 87883 w 87843"/>
                    <a:gd name="connsiteY2" fmla="*/ 79736 h 101814"/>
                    <a:gd name="connsiteX3" fmla="*/ 86936 w 87843"/>
                    <a:gd name="connsiteY3" fmla="*/ 78341 h 101814"/>
                    <a:gd name="connsiteX4" fmla="*/ 54243 w 87843"/>
                    <a:gd name="connsiteY4" fmla="*/ 90404 h 101814"/>
                    <a:gd name="connsiteX5" fmla="*/ 16950 w 87843"/>
                    <a:gd name="connsiteY5" fmla="*/ 40892 h 101814"/>
                    <a:gd name="connsiteX6" fmla="*/ 81389 w 87843"/>
                    <a:gd name="connsiteY6" fmla="*/ 40892 h 101814"/>
                    <a:gd name="connsiteX7" fmla="*/ 86485 w 87843"/>
                    <a:gd name="connsiteY7" fmla="*/ 36931 h 101814"/>
                    <a:gd name="connsiteX8" fmla="*/ 45449 w 87843"/>
                    <a:gd name="connsiteY8" fmla="*/ 157 h 101814"/>
                    <a:gd name="connsiteX9" fmla="*/ 39 w 87843"/>
                    <a:gd name="connsiteY9" fmla="*/ 54305 h 101814"/>
                    <a:gd name="connsiteX10" fmla="*/ 16950 w 87843"/>
                    <a:gd name="connsiteY10" fmla="*/ 34635 h 101814"/>
                    <a:gd name="connsiteX11" fmla="*/ 41526 w 87843"/>
                    <a:gd name="connsiteY11" fmla="*/ 5468 h 101814"/>
                    <a:gd name="connsiteX12" fmla="*/ 67230 w 87843"/>
                    <a:gd name="connsiteY12" fmla="*/ 29999 h 101814"/>
                    <a:gd name="connsiteX13" fmla="*/ 63081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39" y="54305"/>
                      </a:moveTo>
                      <a:cubicBezTo>
                        <a:pt x="39" y="69789"/>
                        <a:pt x="12079" y="101972"/>
                        <a:pt x="46847" y="101972"/>
                      </a:cubicBezTo>
                      <a:cubicBezTo>
                        <a:pt x="67726" y="101972"/>
                        <a:pt x="87883" y="85543"/>
                        <a:pt x="87883" y="79736"/>
                      </a:cubicBezTo>
                      <a:cubicBezTo>
                        <a:pt x="87883" y="78836"/>
                        <a:pt x="87658" y="78341"/>
                        <a:pt x="86936" y="78341"/>
                      </a:cubicBezTo>
                      <a:cubicBezTo>
                        <a:pt x="81615" y="78341"/>
                        <a:pt x="74670" y="90404"/>
                        <a:pt x="54243" y="90404"/>
                      </a:cubicBezTo>
                      <a:cubicBezTo>
                        <a:pt x="39407" y="90404"/>
                        <a:pt x="16950" y="78116"/>
                        <a:pt x="16950" y="40892"/>
                      </a:cubicBezTo>
                      <a:lnTo>
                        <a:pt x="81389" y="40892"/>
                      </a:lnTo>
                      <a:cubicBezTo>
                        <a:pt x="85538" y="40892"/>
                        <a:pt x="86485" y="39722"/>
                        <a:pt x="86485" y="36931"/>
                      </a:cubicBezTo>
                      <a:cubicBezTo>
                        <a:pt x="86485" y="27434"/>
                        <a:pt x="73723" y="157"/>
                        <a:pt x="45449" y="157"/>
                      </a:cubicBezTo>
                      <a:cubicBezTo>
                        <a:pt x="16228" y="157"/>
                        <a:pt x="39" y="25363"/>
                        <a:pt x="39" y="54305"/>
                      </a:cubicBezTo>
                      <a:close/>
                      <a:moveTo>
                        <a:pt x="16950" y="34635"/>
                      </a:moveTo>
                      <a:cubicBezTo>
                        <a:pt x="16950" y="21447"/>
                        <a:pt x="27592" y="5468"/>
                        <a:pt x="41526" y="5468"/>
                      </a:cubicBezTo>
                      <a:cubicBezTo>
                        <a:pt x="54513" y="5468"/>
                        <a:pt x="67230" y="17261"/>
                        <a:pt x="67230" y="29999"/>
                      </a:cubicBezTo>
                      <a:cubicBezTo>
                        <a:pt x="67230" y="33015"/>
                        <a:pt x="66102" y="34635"/>
                        <a:pt x="63081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6" name="Gráfico 12">
                  <a:extLst>
                    <a:ext uri="{FF2B5EF4-FFF2-40B4-BE49-F238E27FC236}">
                      <a16:creationId xmlns:a16="http://schemas.microsoft.com/office/drawing/2014/main" id="{13AC75A1-ADFC-4289-89C3-84A00FB96EFB}"/>
                    </a:ext>
                  </a:extLst>
                </p:cNvPr>
                <p:cNvSpPr/>
                <p:nvPr/>
              </p:nvSpPr>
              <p:spPr>
                <a:xfrm>
                  <a:off x="785934" y="2672378"/>
                  <a:ext cx="105430" cy="174912"/>
                </a:xfrm>
                <a:custGeom>
                  <a:avLst/>
                  <a:gdLst>
                    <a:gd name="connsiteX0" fmla="*/ 48 w 105430"/>
                    <a:gd name="connsiteY0" fmla="*/ 14246 h 174912"/>
                    <a:gd name="connsiteX1" fmla="*/ 15786 w 105430"/>
                    <a:gd name="connsiteY1" fmla="*/ 26759 h 174912"/>
                    <a:gd name="connsiteX2" fmla="*/ 15786 w 105430"/>
                    <a:gd name="connsiteY2" fmla="*/ 160711 h 174912"/>
                    <a:gd name="connsiteX3" fmla="*/ 15110 w 105430"/>
                    <a:gd name="connsiteY3" fmla="*/ 172279 h 174912"/>
                    <a:gd name="connsiteX4" fmla="*/ 17184 w 105430"/>
                    <a:gd name="connsiteY4" fmla="*/ 175069 h 174912"/>
                    <a:gd name="connsiteX5" fmla="*/ 25752 w 105430"/>
                    <a:gd name="connsiteY5" fmla="*/ 162331 h 174912"/>
                    <a:gd name="connsiteX6" fmla="*/ 57498 w 105430"/>
                    <a:gd name="connsiteY6" fmla="*/ 175069 h 174912"/>
                    <a:gd name="connsiteX7" fmla="*/ 105479 w 105430"/>
                    <a:gd name="connsiteY7" fmla="*/ 119751 h 174912"/>
                    <a:gd name="connsiteX8" fmla="*/ 66111 w 105430"/>
                    <a:gd name="connsiteY8" fmla="*/ 73255 h 174912"/>
                    <a:gd name="connsiteX9" fmla="*/ 32696 w 105430"/>
                    <a:gd name="connsiteY9" fmla="*/ 88513 h 174912"/>
                    <a:gd name="connsiteX10" fmla="*/ 32696 w 105430"/>
                    <a:gd name="connsiteY10" fmla="*/ 3623 h 174912"/>
                    <a:gd name="connsiteX11" fmla="*/ 29946 w 105430"/>
                    <a:gd name="connsiteY11" fmla="*/ 157 h 174912"/>
                    <a:gd name="connsiteX12" fmla="*/ 3971 w 105430"/>
                    <a:gd name="connsiteY12" fmla="*/ 11230 h 174912"/>
                    <a:gd name="connsiteX13" fmla="*/ 48 w 105430"/>
                    <a:gd name="connsiteY13" fmla="*/ 14246 h 174912"/>
                    <a:gd name="connsiteX14" fmla="*/ 32696 w 105430"/>
                    <a:gd name="connsiteY14" fmla="*/ 102647 h 174912"/>
                    <a:gd name="connsiteX15" fmla="*/ 33192 w 105430"/>
                    <a:gd name="connsiteY15" fmla="*/ 95940 h 174912"/>
                    <a:gd name="connsiteX16" fmla="*/ 55424 w 105430"/>
                    <a:gd name="connsiteY16" fmla="*/ 83877 h 174912"/>
                    <a:gd name="connsiteX17" fmla="*/ 93889 w 105430"/>
                    <a:gd name="connsiteY17" fmla="*/ 132264 h 174912"/>
                    <a:gd name="connsiteX18" fmla="*/ 61016 w 105430"/>
                    <a:gd name="connsiteY18" fmla="*/ 169938 h 174912"/>
                    <a:gd name="connsiteX19" fmla="*/ 32696 w 105430"/>
                    <a:gd name="connsiteY19" fmla="*/ 148423 h 174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5430" h="174912">
                      <a:moveTo>
                        <a:pt x="48" y="14246"/>
                      </a:moveTo>
                      <a:cubicBezTo>
                        <a:pt x="48" y="19107"/>
                        <a:pt x="15786" y="13075"/>
                        <a:pt x="15786" y="26759"/>
                      </a:cubicBezTo>
                      <a:lnTo>
                        <a:pt x="15786" y="160711"/>
                      </a:lnTo>
                      <a:cubicBezTo>
                        <a:pt x="15786" y="164402"/>
                        <a:pt x="15110" y="170433"/>
                        <a:pt x="15110" y="172279"/>
                      </a:cubicBezTo>
                      <a:cubicBezTo>
                        <a:pt x="15110" y="174574"/>
                        <a:pt x="16237" y="175069"/>
                        <a:pt x="17184" y="175069"/>
                      </a:cubicBezTo>
                      <a:cubicBezTo>
                        <a:pt x="20656" y="175069"/>
                        <a:pt x="23678" y="162556"/>
                        <a:pt x="25752" y="162331"/>
                      </a:cubicBezTo>
                      <a:cubicBezTo>
                        <a:pt x="27871" y="162106"/>
                        <a:pt x="40137" y="175069"/>
                        <a:pt x="57498" y="175069"/>
                      </a:cubicBezTo>
                      <a:cubicBezTo>
                        <a:pt x="91139" y="175069"/>
                        <a:pt x="105479" y="147973"/>
                        <a:pt x="105479" y="119751"/>
                      </a:cubicBezTo>
                      <a:cubicBezTo>
                        <a:pt x="105479" y="85273"/>
                        <a:pt x="82300" y="73255"/>
                        <a:pt x="66111" y="73255"/>
                      </a:cubicBezTo>
                      <a:cubicBezTo>
                        <a:pt x="56371" y="73255"/>
                        <a:pt x="45007" y="76946"/>
                        <a:pt x="32696" y="88513"/>
                      </a:cubicBezTo>
                      <a:lnTo>
                        <a:pt x="32696" y="3623"/>
                      </a:lnTo>
                      <a:cubicBezTo>
                        <a:pt x="32696" y="2228"/>
                        <a:pt x="31795" y="157"/>
                        <a:pt x="29946" y="157"/>
                      </a:cubicBezTo>
                      <a:cubicBezTo>
                        <a:pt x="24850" y="157"/>
                        <a:pt x="19484" y="7539"/>
                        <a:pt x="3971" y="11230"/>
                      </a:cubicBezTo>
                      <a:cubicBezTo>
                        <a:pt x="2122" y="11725"/>
                        <a:pt x="48" y="11950"/>
                        <a:pt x="48" y="14246"/>
                      </a:cubicBezTo>
                      <a:close/>
                      <a:moveTo>
                        <a:pt x="32696" y="102647"/>
                      </a:moveTo>
                      <a:cubicBezTo>
                        <a:pt x="32696" y="100081"/>
                        <a:pt x="32696" y="97786"/>
                        <a:pt x="33192" y="95940"/>
                      </a:cubicBezTo>
                      <a:cubicBezTo>
                        <a:pt x="33643" y="93600"/>
                        <a:pt x="46180" y="83877"/>
                        <a:pt x="55424" y="83877"/>
                      </a:cubicBezTo>
                      <a:cubicBezTo>
                        <a:pt x="80226" y="83877"/>
                        <a:pt x="93889" y="110254"/>
                        <a:pt x="93889" y="132264"/>
                      </a:cubicBezTo>
                      <a:cubicBezTo>
                        <a:pt x="93889" y="152609"/>
                        <a:pt x="82075" y="169938"/>
                        <a:pt x="61016" y="169938"/>
                      </a:cubicBezTo>
                      <a:cubicBezTo>
                        <a:pt x="50328" y="169938"/>
                        <a:pt x="32696" y="160486"/>
                        <a:pt x="32696" y="14842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7" name="Gráfico 12">
                  <a:extLst>
                    <a:ext uri="{FF2B5EF4-FFF2-40B4-BE49-F238E27FC236}">
                      <a16:creationId xmlns:a16="http://schemas.microsoft.com/office/drawing/2014/main" id="{A2EEA9C8-B081-46C9-AFCB-C546EDF22275}"/>
                    </a:ext>
                  </a:extLst>
                </p:cNvPr>
                <p:cNvSpPr/>
                <p:nvPr/>
              </p:nvSpPr>
              <p:spPr>
                <a:xfrm>
                  <a:off x="902941" y="2743630"/>
                  <a:ext cx="72331" cy="102039"/>
                </a:xfrm>
                <a:custGeom>
                  <a:avLst/>
                  <a:gdLst>
                    <a:gd name="connsiteX0" fmla="*/ 58 w 72331"/>
                    <a:gd name="connsiteY0" fmla="*/ 14246 h 102039"/>
                    <a:gd name="connsiteX1" fmla="*/ 16743 w 72331"/>
                    <a:gd name="connsiteY1" fmla="*/ 26759 h 102039"/>
                    <a:gd name="connsiteX2" fmla="*/ 16743 w 72331"/>
                    <a:gd name="connsiteY2" fmla="*/ 86893 h 102039"/>
                    <a:gd name="connsiteX3" fmla="*/ 4928 w 72331"/>
                    <a:gd name="connsiteY3" fmla="*/ 100081 h 102039"/>
                    <a:gd name="connsiteX4" fmla="*/ 7499 w 72331"/>
                    <a:gd name="connsiteY4" fmla="*/ 102197 h 102039"/>
                    <a:gd name="connsiteX5" fmla="*/ 28603 w 72331"/>
                    <a:gd name="connsiteY5" fmla="*/ 101252 h 102039"/>
                    <a:gd name="connsiteX6" fmla="*/ 50609 w 72331"/>
                    <a:gd name="connsiteY6" fmla="*/ 102197 h 102039"/>
                    <a:gd name="connsiteX7" fmla="*/ 54307 w 72331"/>
                    <a:gd name="connsiteY7" fmla="*/ 99631 h 102039"/>
                    <a:gd name="connsiteX8" fmla="*/ 33699 w 72331"/>
                    <a:gd name="connsiteY8" fmla="*/ 82032 h 102039"/>
                    <a:gd name="connsiteX9" fmla="*/ 33699 w 72331"/>
                    <a:gd name="connsiteY9" fmla="*/ 30900 h 102039"/>
                    <a:gd name="connsiteX10" fmla="*/ 48760 w 72331"/>
                    <a:gd name="connsiteY10" fmla="*/ 17486 h 102039"/>
                    <a:gd name="connsiteX11" fmla="*/ 64047 w 72331"/>
                    <a:gd name="connsiteY11" fmla="*/ 22798 h 102039"/>
                    <a:gd name="connsiteX12" fmla="*/ 72390 w 72331"/>
                    <a:gd name="connsiteY12" fmla="*/ 12400 h 102039"/>
                    <a:gd name="connsiteX13" fmla="*/ 57103 w 72331"/>
                    <a:gd name="connsiteY13" fmla="*/ 2003 h 102039"/>
                    <a:gd name="connsiteX14" fmla="*/ 34149 w 72331"/>
                    <a:gd name="connsiteY14" fmla="*/ 21222 h 102039"/>
                    <a:gd name="connsiteX15" fmla="*/ 33699 w 72331"/>
                    <a:gd name="connsiteY15" fmla="*/ 21222 h 102039"/>
                    <a:gd name="connsiteX16" fmla="*/ 33699 w 72331"/>
                    <a:gd name="connsiteY16" fmla="*/ 3623 h 102039"/>
                    <a:gd name="connsiteX17" fmla="*/ 30903 w 72331"/>
                    <a:gd name="connsiteY17" fmla="*/ 157 h 102039"/>
                    <a:gd name="connsiteX18" fmla="*/ 14669 w 72331"/>
                    <a:gd name="connsiteY18" fmla="*/ 8034 h 102039"/>
                    <a:gd name="connsiteX19" fmla="*/ 4252 w 72331"/>
                    <a:gd name="connsiteY19" fmla="*/ 11500 h 102039"/>
                    <a:gd name="connsiteX20" fmla="*/ 58 w 72331"/>
                    <a:gd name="connsiteY20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2331" h="102039">
                      <a:moveTo>
                        <a:pt x="58" y="14246"/>
                      </a:moveTo>
                      <a:cubicBezTo>
                        <a:pt x="58" y="19107"/>
                        <a:pt x="16743" y="13345"/>
                        <a:pt x="16743" y="26759"/>
                      </a:cubicBezTo>
                      <a:lnTo>
                        <a:pt x="16743" y="86893"/>
                      </a:lnTo>
                      <a:cubicBezTo>
                        <a:pt x="16743" y="96165"/>
                        <a:pt x="4928" y="95220"/>
                        <a:pt x="4928" y="100081"/>
                      </a:cubicBezTo>
                      <a:cubicBezTo>
                        <a:pt x="4928" y="101477"/>
                        <a:pt x="5650" y="102197"/>
                        <a:pt x="7499" y="102197"/>
                      </a:cubicBezTo>
                      <a:cubicBezTo>
                        <a:pt x="9573" y="102197"/>
                        <a:pt x="13045" y="101252"/>
                        <a:pt x="28603" y="101252"/>
                      </a:cubicBezTo>
                      <a:cubicBezTo>
                        <a:pt x="42266" y="101252"/>
                        <a:pt x="46911" y="102197"/>
                        <a:pt x="50609" y="102197"/>
                      </a:cubicBezTo>
                      <a:cubicBezTo>
                        <a:pt x="53134" y="102197"/>
                        <a:pt x="54307" y="101702"/>
                        <a:pt x="54307" y="99631"/>
                      </a:cubicBezTo>
                      <a:cubicBezTo>
                        <a:pt x="54307" y="92249"/>
                        <a:pt x="33699" y="103097"/>
                        <a:pt x="33699" y="82032"/>
                      </a:cubicBezTo>
                      <a:lnTo>
                        <a:pt x="33699" y="30900"/>
                      </a:lnTo>
                      <a:cubicBezTo>
                        <a:pt x="33699" y="28154"/>
                        <a:pt x="39471" y="17486"/>
                        <a:pt x="48760" y="17486"/>
                      </a:cubicBezTo>
                      <a:cubicBezTo>
                        <a:pt x="57103" y="17486"/>
                        <a:pt x="59402" y="22798"/>
                        <a:pt x="64047" y="22798"/>
                      </a:cubicBezTo>
                      <a:cubicBezTo>
                        <a:pt x="66843" y="22798"/>
                        <a:pt x="72390" y="15866"/>
                        <a:pt x="72390" y="12400"/>
                      </a:cubicBezTo>
                      <a:cubicBezTo>
                        <a:pt x="72390" y="8034"/>
                        <a:pt x="61973" y="2003"/>
                        <a:pt x="57103" y="2003"/>
                      </a:cubicBezTo>
                      <a:cubicBezTo>
                        <a:pt x="47137" y="2003"/>
                        <a:pt x="38569" y="15191"/>
                        <a:pt x="34149" y="21222"/>
                      </a:cubicBezTo>
                      <a:lnTo>
                        <a:pt x="33699" y="21222"/>
                      </a:lnTo>
                      <a:lnTo>
                        <a:pt x="33699" y="3623"/>
                      </a:lnTo>
                      <a:cubicBezTo>
                        <a:pt x="33699" y="2228"/>
                        <a:pt x="32526" y="157"/>
                        <a:pt x="30903" y="157"/>
                      </a:cubicBezTo>
                      <a:cubicBezTo>
                        <a:pt x="27205" y="157"/>
                        <a:pt x="22335" y="4523"/>
                        <a:pt x="14669" y="8034"/>
                      </a:cubicBezTo>
                      <a:cubicBezTo>
                        <a:pt x="10746" y="9609"/>
                        <a:pt x="7048" y="10780"/>
                        <a:pt x="4252" y="11500"/>
                      </a:cubicBezTo>
                      <a:cubicBezTo>
                        <a:pt x="2178" y="11950"/>
                        <a:pt x="58" y="12400"/>
                        <a:pt x="58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8" name="Gráfico 12">
                  <a:extLst>
                    <a:ext uri="{FF2B5EF4-FFF2-40B4-BE49-F238E27FC236}">
                      <a16:creationId xmlns:a16="http://schemas.microsoft.com/office/drawing/2014/main" id="{15DCF9F6-554D-48AB-978A-001F1D8F8FDD}"/>
                    </a:ext>
                  </a:extLst>
                </p:cNvPr>
                <p:cNvSpPr/>
                <p:nvPr/>
              </p:nvSpPr>
              <p:spPr>
                <a:xfrm>
                  <a:off x="983859" y="2745475"/>
                  <a:ext cx="87843" cy="101814"/>
                </a:xfrm>
                <a:custGeom>
                  <a:avLst/>
                  <a:gdLst>
                    <a:gd name="connsiteX0" fmla="*/ 65 w 87843"/>
                    <a:gd name="connsiteY0" fmla="*/ 54305 h 101814"/>
                    <a:gd name="connsiteX1" fmla="*/ 46873 w 87843"/>
                    <a:gd name="connsiteY1" fmla="*/ 101972 h 101814"/>
                    <a:gd name="connsiteX2" fmla="*/ 87909 w 87843"/>
                    <a:gd name="connsiteY2" fmla="*/ 79736 h 101814"/>
                    <a:gd name="connsiteX3" fmla="*/ 86962 w 87843"/>
                    <a:gd name="connsiteY3" fmla="*/ 78341 h 101814"/>
                    <a:gd name="connsiteX4" fmla="*/ 54268 w 87843"/>
                    <a:gd name="connsiteY4" fmla="*/ 90404 h 101814"/>
                    <a:gd name="connsiteX5" fmla="*/ 16975 w 87843"/>
                    <a:gd name="connsiteY5" fmla="*/ 40892 h 101814"/>
                    <a:gd name="connsiteX6" fmla="*/ 81415 w 87843"/>
                    <a:gd name="connsiteY6" fmla="*/ 40892 h 101814"/>
                    <a:gd name="connsiteX7" fmla="*/ 86511 w 87843"/>
                    <a:gd name="connsiteY7" fmla="*/ 36931 h 101814"/>
                    <a:gd name="connsiteX8" fmla="*/ 45475 w 87843"/>
                    <a:gd name="connsiteY8" fmla="*/ 157 h 101814"/>
                    <a:gd name="connsiteX9" fmla="*/ 65 w 87843"/>
                    <a:gd name="connsiteY9" fmla="*/ 54305 h 101814"/>
                    <a:gd name="connsiteX10" fmla="*/ 16975 w 87843"/>
                    <a:gd name="connsiteY10" fmla="*/ 34635 h 101814"/>
                    <a:gd name="connsiteX11" fmla="*/ 41552 w 87843"/>
                    <a:gd name="connsiteY11" fmla="*/ 5468 h 101814"/>
                    <a:gd name="connsiteX12" fmla="*/ 67255 w 87843"/>
                    <a:gd name="connsiteY12" fmla="*/ 29999 h 101814"/>
                    <a:gd name="connsiteX13" fmla="*/ 63107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65" y="54305"/>
                      </a:moveTo>
                      <a:cubicBezTo>
                        <a:pt x="65" y="69789"/>
                        <a:pt x="12105" y="101972"/>
                        <a:pt x="46873" y="101972"/>
                      </a:cubicBezTo>
                      <a:cubicBezTo>
                        <a:pt x="67751" y="101972"/>
                        <a:pt x="87909" y="85543"/>
                        <a:pt x="87909" y="79736"/>
                      </a:cubicBezTo>
                      <a:cubicBezTo>
                        <a:pt x="87909" y="78836"/>
                        <a:pt x="87683" y="78341"/>
                        <a:pt x="86962" y="78341"/>
                      </a:cubicBezTo>
                      <a:cubicBezTo>
                        <a:pt x="81641" y="78341"/>
                        <a:pt x="74696" y="90404"/>
                        <a:pt x="54268" y="90404"/>
                      </a:cubicBezTo>
                      <a:cubicBezTo>
                        <a:pt x="39432" y="90404"/>
                        <a:pt x="16975" y="78116"/>
                        <a:pt x="16975" y="40892"/>
                      </a:cubicBezTo>
                      <a:lnTo>
                        <a:pt x="81415" y="40892"/>
                      </a:lnTo>
                      <a:cubicBezTo>
                        <a:pt x="85564" y="40892"/>
                        <a:pt x="86511" y="39722"/>
                        <a:pt x="86511" y="36931"/>
                      </a:cubicBezTo>
                      <a:cubicBezTo>
                        <a:pt x="86511" y="27434"/>
                        <a:pt x="73749" y="157"/>
                        <a:pt x="45475" y="157"/>
                      </a:cubicBezTo>
                      <a:cubicBezTo>
                        <a:pt x="16254" y="157"/>
                        <a:pt x="65" y="25363"/>
                        <a:pt x="65" y="54305"/>
                      </a:cubicBezTo>
                      <a:close/>
                      <a:moveTo>
                        <a:pt x="16975" y="34635"/>
                      </a:moveTo>
                      <a:cubicBezTo>
                        <a:pt x="16975" y="21447"/>
                        <a:pt x="27617" y="5468"/>
                        <a:pt x="41552" y="5468"/>
                      </a:cubicBezTo>
                      <a:cubicBezTo>
                        <a:pt x="54539" y="5468"/>
                        <a:pt x="67255" y="17261"/>
                        <a:pt x="67255" y="29999"/>
                      </a:cubicBezTo>
                      <a:cubicBezTo>
                        <a:pt x="67255" y="33015"/>
                        <a:pt x="66128" y="34635"/>
                        <a:pt x="63107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9" name="Gráfico 12">
                  <a:extLst>
                    <a:ext uri="{FF2B5EF4-FFF2-40B4-BE49-F238E27FC236}">
                      <a16:creationId xmlns:a16="http://schemas.microsoft.com/office/drawing/2014/main" id="{D4BDDCDD-0F5F-43D7-8757-D548E4768E37}"/>
                    </a:ext>
                  </a:extLst>
                </p:cNvPr>
                <p:cNvSpPr/>
                <p:nvPr/>
              </p:nvSpPr>
              <p:spPr>
                <a:xfrm>
                  <a:off x="1084911" y="2743630"/>
                  <a:ext cx="172215" cy="102039"/>
                </a:xfrm>
                <a:custGeom>
                  <a:avLst/>
                  <a:gdLst>
                    <a:gd name="connsiteX0" fmla="*/ 74 w 172215"/>
                    <a:gd name="connsiteY0" fmla="*/ 14246 h 102039"/>
                    <a:gd name="connsiteX1" fmla="*/ 14639 w 172215"/>
                    <a:gd name="connsiteY1" fmla="*/ 26534 h 102039"/>
                    <a:gd name="connsiteX2" fmla="*/ 14639 w 172215"/>
                    <a:gd name="connsiteY2" fmla="*/ 86668 h 102039"/>
                    <a:gd name="connsiteX3" fmla="*/ 5169 w 172215"/>
                    <a:gd name="connsiteY3" fmla="*/ 99181 h 102039"/>
                    <a:gd name="connsiteX4" fmla="*/ 7920 w 172215"/>
                    <a:gd name="connsiteY4" fmla="*/ 102197 h 102039"/>
                    <a:gd name="connsiteX5" fmla="*/ 25101 w 172215"/>
                    <a:gd name="connsiteY5" fmla="*/ 101252 h 102039"/>
                    <a:gd name="connsiteX6" fmla="*/ 45484 w 172215"/>
                    <a:gd name="connsiteY6" fmla="*/ 102197 h 102039"/>
                    <a:gd name="connsiteX7" fmla="*/ 49407 w 172215"/>
                    <a:gd name="connsiteY7" fmla="*/ 98956 h 102039"/>
                    <a:gd name="connsiteX8" fmla="*/ 31595 w 172215"/>
                    <a:gd name="connsiteY8" fmla="*/ 82977 h 102039"/>
                    <a:gd name="connsiteX9" fmla="*/ 31595 w 172215"/>
                    <a:gd name="connsiteY9" fmla="*/ 30449 h 102039"/>
                    <a:gd name="connsiteX10" fmla="*/ 53601 w 172215"/>
                    <a:gd name="connsiteY10" fmla="*/ 10555 h 102039"/>
                    <a:gd name="connsiteX11" fmla="*/ 76058 w 172215"/>
                    <a:gd name="connsiteY11" fmla="*/ 36931 h 102039"/>
                    <a:gd name="connsiteX12" fmla="*/ 76058 w 172215"/>
                    <a:gd name="connsiteY12" fmla="*/ 86668 h 102039"/>
                    <a:gd name="connsiteX13" fmla="*/ 66588 w 172215"/>
                    <a:gd name="connsiteY13" fmla="*/ 99181 h 102039"/>
                    <a:gd name="connsiteX14" fmla="*/ 69339 w 172215"/>
                    <a:gd name="connsiteY14" fmla="*/ 102197 h 102039"/>
                    <a:gd name="connsiteX15" fmla="*/ 86520 w 172215"/>
                    <a:gd name="connsiteY15" fmla="*/ 101252 h 102039"/>
                    <a:gd name="connsiteX16" fmla="*/ 106902 w 172215"/>
                    <a:gd name="connsiteY16" fmla="*/ 102197 h 102039"/>
                    <a:gd name="connsiteX17" fmla="*/ 110871 w 172215"/>
                    <a:gd name="connsiteY17" fmla="*/ 98956 h 102039"/>
                    <a:gd name="connsiteX18" fmla="*/ 93013 w 172215"/>
                    <a:gd name="connsiteY18" fmla="*/ 83427 h 102039"/>
                    <a:gd name="connsiteX19" fmla="*/ 93013 w 172215"/>
                    <a:gd name="connsiteY19" fmla="*/ 23293 h 102039"/>
                    <a:gd name="connsiteX20" fmla="*/ 113396 w 172215"/>
                    <a:gd name="connsiteY20" fmla="*/ 10555 h 102039"/>
                    <a:gd name="connsiteX21" fmla="*/ 137521 w 172215"/>
                    <a:gd name="connsiteY21" fmla="*/ 42467 h 102039"/>
                    <a:gd name="connsiteX22" fmla="*/ 137521 w 172215"/>
                    <a:gd name="connsiteY22" fmla="*/ 86668 h 102039"/>
                    <a:gd name="connsiteX23" fmla="*/ 128006 w 172215"/>
                    <a:gd name="connsiteY23" fmla="*/ 99181 h 102039"/>
                    <a:gd name="connsiteX24" fmla="*/ 130802 w 172215"/>
                    <a:gd name="connsiteY24" fmla="*/ 102197 h 102039"/>
                    <a:gd name="connsiteX25" fmla="*/ 147938 w 172215"/>
                    <a:gd name="connsiteY25" fmla="*/ 101252 h 102039"/>
                    <a:gd name="connsiteX26" fmla="*/ 168321 w 172215"/>
                    <a:gd name="connsiteY26" fmla="*/ 102197 h 102039"/>
                    <a:gd name="connsiteX27" fmla="*/ 172289 w 172215"/>
                    <a:gd name="connsiteY27" fmla="*/ 98956 h 102039"/>
                    <a:gd name="connsiteX28" fmla="*/ 154432 w 172215"/>
                    <a:gd name="connsiteY28" fmla="*/ 83652 h 102039"/>
                    <a:gd name="connsiteX29" fmla="*/ 154432 w 172215"/>
                    <a:gd name="connsiteY29" fmla="*/ 40847 h 102039"/>
                    <a:gd name="connsiteX30" fmla="*/ 121287 w 172215"/>
                    <a:gd name="connsiteY30" fmla="*/ 2003 h 102039"/>
                    <a:gd name="connsiteX31" fmla="*/ 89045 w 172215"/>
                    <a:gd name="connsiteY31" fmla="*/ 18882 h 102039"/>
                    <a:gd name="connsiteX32" fmla="*/ 59373 w 172215"/>
                    <a:gd name="connsiteY32" fmla="*/ 2003 h 102039"/>
                    <a:gd name="connsiteX33" fmla="*/ 31595 w 172215"/>
                    <a:gd name="connsiteY33" fmla="*/ 17261 h 102039"/>
                    <a:gd name="connsiteX34" fmla="*/ 31595 w 172215"/>
                    <a:gd name="connsiteY34" fmla="*/ 4793 h 102039"/>
                    <a:gd name="connsiteX35" fmla="*/ 28799 w 172215"/>
                    <a:gd name="connsiteY35" fmla="*/ 157 h 102039"/>
                    <a:gd name="connsiteX36" fmla="*/ 12790 w 172215"/>
                    <a:gd name="connsiteY36" fmla="*/ 8034 h 102039"/>
                    <a:gd name="connsiteX37" fmla="*/ 3771 w 172215"/>
                    <a:gd name="connsiteY37" fmla="*/ 11230 h 102039"/>
                    <a:gd name="connsiteX38" fmla="*/ 74 w 172215"/>
                    <a:gd name="connsiteY38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172215" h="102039">
                      <a:moveTo>
                        <a:pt x="74" y="14246"/>
                      </a:moveTo>
                      <a:cubicBezTo>
                        <a:pt x="74" y="19107"/>
                        <a:pt x="14639" y="13345"/>
                        <a:pt x="14639" y="26534"/>
                      </a:cubicBezTo>
                      <a:lnTo>
                        <a:pt x="14639" y="86668"/>
                      </a:lnTo>
                      <a:cubicBezTo>
                        <a:pt x="14639" y="96390"/>
                        <a:pt x="5169" y="95715"/>
                        <a:pt x="5169" y="99181"/>
                      </a:cubicBezTo>
                      <a:cubicBezTo>
                        <a:pt x="5169" y="101252"/>
                        <a:pt x="6071" y="102197"/>
                        <a:pt x="7920" y="102197"/>
                      </a:cubicBezTo>
                      <a:cubicBezTo>
                        <a:pt x="10716" y="102197"/>
                        <a:pt x="15586" y="101252"/>
                        <a:pt x="25101" y="101252"/>
                      </a:cubicBezTo>
                      <a:cubicBezTo>
                        <a:pt x="35067" y="101252"/>
                        <a:pt x="42012" y="102197"/>
                        <a:pt x="45484" y="102197"/>
                      </a:cubicBezTo>
                      <a:cubicBezTo>
                        <a:pt x="47784" y="102197"/>
                        <a:pt x="49407" y="101702"/>
                        <a:pt x="49407" y="98956"/>
                      </a:cubicBezTo>
                      <a:cubicBezTo>
                        <a:pt x="49407" y="92474"/>
                        <a:pt x="31595" y="99856"/>
                        <a:pt x="31595" y="82977"/>
                      </a:cubicBezTo>
                      <a:lnTo>
                        <a:pt x="31595" y="30449"/>
                      </a:lnTo>
                      <a:cubicBezTo>
                        <a:pt x="31595" y="16361"/>
                        <a:pt x="45033" y="10555"/>
                        <a:pt x="53601" y="10555"/>
                      </a:cubicBezTo>
                      <a:cubicBezTo>
                        <a:pt x="66813" y="10555"/>
                        <a:pt x="76058" y="21447"/>
                        <a:pt x="76058" y="36931"/>
                      </a:cubicBezTo>
                      <a:lnTo>
                        <a:pt x="76058" y="86668"/>
                      </a:lnTo>
                      <a:cubicBezTo>
                        <a:pt x="76058" y="96390"/>
                        <a:pt x="66588" y="95715"/>
                        <a:pt x="66588" y="99181"/>
                      </a:cubicBezTo>
                      <a:cubicBezTo>
                        <a:pt x="66588" y="101252"/>
                        <a:pt x="67490" y="102197"/>
                        <a:pt x="69339" y="102197"/>
                      </a:cubicBezTo>
                      <a:cubicBezTo>
                        <a:pt x="72135" y="102197"/>
                        <a:pt x="77005" y="101252"/>
                        <a:pt x="86520" y="101252"/>
                      </a:cubicBezTo>
                      <a:cubicBezTo>
                        <a:pt x="96486" y="101252"/>
                        <a:pt x="103430" y="102197"/>
                        <a:pt x="106902" y="102197"/>
                      </a:cubicBezTo>
                      <a:cubicBezTo>
                        <a:pt x="109247" y="102197"/>
                        <a:pt x="110871" y="101702"/>
                        <a:pt x="110871" y="98956"/>
                      </a:cubicBezTo>
                      <a:cubicBezTo>
                        <a:pt x="110871" y="92699"/>
                        <a:pt x="93013" y="99406"/>
                        <a:pt x="93013" y="83427"/>
                      </a:cubicBezTo>
                      <a:lnTo>
                        <a:pt x="93013" y="23293"/>
                      </a:lnTo>
                      <a:cubicBezTo>
                        <a:pt x="93013" y="20277"/>
                        <a:pt x="102258" y="10555"/>
                        <a:pt x="113396" y="10555"/>
                      </a:cubicBezTo>
                      <a:cubicBezTo>
                        <a:pt x="128006" y="10555"/>
                        <a:pt x="137521" y="21222"/>
                        <a:pt x="137521" y="42467"/>
                      </a:cubicBezTo>
                      <a:lnTo>
                        <a:pt x="137521" y="86668"/>
                      </a:lnTo>
                      <a:cubicBezTo>
                        <a:pt x="137521" y="96165"/>
                        <a:pt x="128006" y="95715"/>
                        <a:pt x="128006" y="99181"/>
                      </a:cubicBezTo>
                      <a:cubicBezTo>
                        <a:pt x="128006" y="101252"/>
                        <a:pt x="128908" y="102197"/>
                        <a:pt x="130802" y="102197"/>
                      </a:cubicBezTo>
                      <a:cubicBezTo>
                        <a:pt x="133553" y="102197"/>
                        <a:pt x="138423" y="101252"/>
                        <a:pt x="147938" y="101252"/>
                      </a:cubicBezTo>
                      <a:cubicBezTo>
                        <a:pt x="157904" y="101252"/>
                        <a:pt x="164849" y="102197"/>
                        <a:pt x="168321" y="102197"/>
                      </a:cubicBezTo>
                      <a:cubicBezTo>
                        <a:pt x="170666" y="102197"/>
                        <a:pt x="172289" y="101702"/>
                        <a:pt x="172289" y="98956"/>
                      </a:cubicBezTo>
                      <a:cubicBezTo>
                        <a:pt x="172289" y="92699"/>
                        <a:pt x="154432" y="99181"/>
                        <a:pt x="154432" y="83652"/>
                      </a:cubicBezTo>
                      <a:lnTo>
                        <a:pt x="154432" y="40847"/>
                      </a:lnTo>
                      <a:cubicBezTo>
                        <a:pt x="154432" y="16361"/>
                        <a:pt x="143068" y="2003"/>
                        <a:pt x="121287" y="2003"/>
                      </a:cubicBezTo>
                      <a:cubicBezTo>
                        <a:pt x="107128" y="2003"/>
                        <a:pt x="97162" y="6864"/>
                        <a:pt x="89045" y="18882"/>
                      </a:cubicBezTo>
                      <a:cubicBezTo>
                        <a:pt x="82326" y="7314"/>
                        <a:pt x="73983" y="2003"/>
                        <a:pt x="59373" y="2003"/>
                      </a:cubicBezTo>
                      <a:cubicBezTo>
                        <a:pt x="48731" y="2003"/>
                        <a:pt x="39441" y="8484"/>
                        <a:pt x="31595" y="17261"/>
                      </a:cubicBezTo>
                      <a:lnTo>
                        <a:pt x="31595" y="4793"/>
                      </a:lnTo>
                      <a:cubicBezTo>
                        <a:pt x="31595" y="1057"/>
                        <a:pt x="30197" y="157"/>
                        <a:pt x="28799" y="157"/>
                      </a:cubicBezTo>
                      <a:cubicBezTo>
                        <a:pt x="24876" y="157"/>
                        <a:pt x="20005" y="5018"/>
                        <a:pt x="12790" y="8034"/>
                      </a:cubicBezTo>
                      <a:cubicBezTo>
                        <a:pt x="9318" y="9384"/>
                        <a:pt x="8642" y="9879"/>
                        <a:pt x="3771" y="11230"/>
                      </a:cubicBezTo>
                      <a:cubicBezTo>
                        <a:pt x="1427" y="11950"/>
                        <a:pt x="74" y="12175"/>
                        <a:pt x="74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0" name="Gráfico 12">
                  <a:extLst>
                    <a:ext uri="{FF2B5EF4-FFF2-40B4-BE49-F238E27FC236}">
                      <a16:creationId xmlns:a16="http://schemas.microsoft.com/office/drawing/2014/main" id="{04D2D35F-897F-4969-8493-993E2A7C98CA}"/>
                    </a:ext>
                  </a:extLst>
                </p:cNvPr>
                <p:cNvSpPr/>
                <p:nvPr/>
              </p:nvSpPr>
              <p:spPr>
                <a:xfrm>
                  <a:off x="1266347" y="2745475"/>
                  <a:ext cx="102003" cy="101814"/>
                </a:xfrm>
                <a:custGeom>
                  <a:avLst/>
                  <a:gdLst>
                    <a:gd name="connsiteX0" fmla="*/ 89 w 102003"/>
                    <a:gd name="connsiteY0" fmla="*/ 52910 h 101814"/>
                    <a:gd name="connsiteX1" fmla="*/ 52038 w 102003"/>
                    <a:gd name="connsiteY1" fmla="*/ 101972 h 101814"/>
                    <a:gd name="connsiteX2" fmla="*/ 102093 w 102003"/>
                    <a:gd name="connsiteY2" fmla="*/ 51740 h 101814"/>
                    <a:gd name="connsiteX3" fmla="*/ 51768 w 102003"/>
                    <a:gd name="connsiteY3" fmla="*/ 157 h 101814"/>
                    <a:gd name="connsiteX4" fmla="*/ 89 w 102003"/>
                    <a:gd name="connsiteY4" fmla="*/ 52910 h 101814"/>
                    <a:gd name="connsiteX5" fmla="*/ 48070 w 102003"/>
                    <a:gd name="connsiteY5" fmla="*/ 5243 h 101814"/>
                    <a:gd name="connsiteX6" fmla="*/ 85859 w 102003"/>
                    <a:gd name="connsiteY6" fmla="*/ 55205 h 101814"/>
                    <a:gd name="connsiteX7" fmla="*/ 54112 w 102003"/>
                    <a:gd name="connsiteY7" fmla="*/ 97111 h 101814"/>
                    <a:gd name="connsiteX8" fmla="*/ 16323 w 102003"/>
                    <a:gd name="connsiteY8" fmla="*/ 44808 h 101814"/>
                    <a:gd name="connsiteX9" fmla="*/ 48070 w 102003"/>
                    <a:gd name="connsiteY9" fmla="*/ 5243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2003" h="101814">
                      <a:moveTo>
                        <a:pt x="89" y="52910"/>
                      </a:moveTo>
                      <a:cubicBezTo>
                        <a:pt x="89" y="84147"/>
                        <a:pt x="21870" y="101972"/>
                        <a:pt x="52038" y="101972"/>
                      </a:cubicBezTo>
                      <a:cubicBezTo>
                        <a:pt x="80538" y="101972"/>
                        <a:pt x="102093" y="80186"/>
                        <a:pt x="102093" y="51740"/>
                      </a:cubicBezTo>
                      <a:cubicBezTo>
                        <a:pt x="102093" y="11725"/>
                        <a:pt x="73323" y="157"/>
                        <a:pt x="51768" y="157"/>
                      </a:cubicBezTo>
                      <a:cubicBezTo>
                        <a:pt x="22591" y="157"/>
                        <a:pt x="89" y="24463"/>
                        <a:pt x="89" y="52910"/>
                      </a:cubicBezTo>
                      <a:close/>
                      <a:moveTo>
                        <a:pt x="48070" y="5243"/>
                      </a:moveTo>
                      <a:cubicBezTo>
                        <a:pt x="76569" y="5243"/>
                        <a:pt x="85859" y="32295"/>
                        <a:pt x="85859" y="55205"/>
                      </a:cubicBezTo>
                      <a:cubicBezTo>
                        <a:pt x="85859" y="83427"/>
                        <a:pt x="73819" y="97111"/>
                        <a:pt x="54112" y="97111"/>
                      </a:cubicBezTo>
                      <a:cubicBezTo>
                        <a:pt x="26966" y="97111"/>
                        <a:pt x="16323" y="67268"/>
                        <a:pt x="16323" y="44808"/>
                      </a:cubicBezTo>
                      <a:cubicBezTo>
                        <a:pt x="16323" y="23068"/>
                        <a:pt x="27236" y="5243"/>
                        <a:pt x="48070" y="524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1" name="Gráfico 12">
                  <a:extLst>
                    <a:ext uri="{FF2B5EF4-FFF2-40B4-BE49-F238E27FC236}">
                      <a16:creationId xmlns:a16="http://schemas.microsoft.com/office/drawing/2014/main" id="{99F7BF62-7E58-40C5-BC04-B12DC87D5B5A}"/>
                    </a:ext>
                  </a:extLst>
                </p:cNvPr>
                <p:cNvSpPr/>
                <p:nvPr/>
              </p:nvSpPr>
              <p:spPr>
                <a:xfrm>
                  <a:off x="1382678" y="2745475"/>
                  <a:ext cx="62365" cy="101814"/>
                </a:xfrm>
                <a:custGeom>
                  <a:avLst/>
                  <a:gdLst>
                    <a:gd name="connsiteX0" fmla="*/ 1993 w 62365"/>
                    <a:gd name="connsiteY0" fmla="*/ 27929 h 101814"/>
                    <a:gd name="connsiteX1" fmla="*/ 30042 w 62365"/>
                    <a:gd name="connsiteY1" fmla="*/ 56601 h 101814"/>
                    <a:gd name="connsiteX2" fmla="*/ 51101 w 62365"/>
                    <a:gd name="connsiteY2" fmla="*/ 76946 h 101814"/>
                    <a:gd name="connsiteX3" fmla="*/ 30493 w 62365"/>
                    <a:gd name="connsiteY3" fmla="*/ 95940 h 101814"/>
                    <a:gd name="connsiteX4" fmla="*/ 2895 w 62365"/>
                    <a:gd name="connsiteY4" fmla="*/ 65378 h 101814"/>
                    <a:gd name="connsiteX5" fmla="*/ 99 w 62365"/>
                    <a:gd name="connsiteY5" fmla="*/ 72805 h 101814"/>
                    <a:gd name="connsiteX6" fmla="*/ 99 w 62365"/>
                    <a:gd name="connsiteY6" fmla="*/ 84823 h 101814"/>
                    <a:gd name="connsiteX7" fmla="*/ 4970 w 62365"/>
                    <a:gd name="connsiteY7" fmla="*/ 95220 h 101814"/>
                    <a:gd name="connsiteX8" fmla="*/ 30944 w 62365"/>
                    <a:gd name="connsiteY8" fmla="*/ 101972 h 101814"/>
                    <a:gd name="connsiteX9" fmla="*/ 62465 w 62365"/>
                    <a:gd name="connsiteY9" fmla="*/ 70239 h 101814"/>
                    <a:gd name="connsiteX10" fmla="*/ 50199 w 62365"/>
                    <a:gd name="connsiteY10" fmla="*/ 46203 h 101814"/>
                    <a:gd name="connsiteX11" fmla="*/ 24676 w 62365"/>
                    <a:gd name="connsiteY11" fmla="*/ 34410 h 101814"/>
                    <a:gd name="connsiteX12" fmla="*/ 12861 w 62365"/>
                    <a:gd name="connsiteY12" fmla="*/ 20502 h 101814"/>
                    <a:gd name="connsiteX13" fmla="*/ 29095 w 62365"/>
                    <a:gd name="connsiteY13" fmla="*/ 5693 h 101814"/>
                    <a:gd name="connsiteX14" fmla="*/ 54844 w 62365"/>
                    <a:gd name="connsiteY14" fmla="*/ 25813 h 101814"/>
                    <a:gd name="connsiteX15" fmla="*/ 57144 w 62365"/>
                    <a:gd name="connsiteY15" fmla="*/ 22347 h 101814"/>
                    <a:gd name="connsiteX16" fmla="*/ 57144 w 62365"/>
                    <a:gd name="connsiteY16" fmla="*/ 14966 h 101814"/>
                    <a:gd name="connsiteX17" fmla="*/ 56197 w 62365"/>
                    <a:gd name="connsiteY17" fmla="*/ 5919 h 101814"/>
                    <a:gd name="connsiteX18" fmla="*/ 33018 w 62365"/>
                    <a:gd name="connsiteY18" fmla="*/ 157 h 101814"/>
                    <a:gd name="connsiteX19" fmla="*/ 1993 w 62365"/>
                    <a:gd name="connsiteY19" fmla="*/ 27929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2365" h="101814">
                      <a:moveTo>
                        <a:pt x="1993" y="27929"/>
                      </a:moveTo>
                      <a:cubicBezTo>
                        <a:pt x="1993" y="44133"/>
                        <a:pt x="16829" y="50119"/>
                        <a:pt x="30042" y="56601"/>
                      </a:cubicBezTo>
                      <a:cubicBezTo>
                        <a:pt x="41135" y="61912"/>
                        <a:pt x="51101" y="65153"/>
                        <a:pt x="51101" y="76946"/>
                      </a:cubicBezTo>
                      <a:cubicBezTo>
                        <a:pt x="51101" y="89009"/>
                        <a:pt x="41857" y="95940"/>
                        <a:pt x="30493" y="95940"/>
                      </a:cubicBezTo>
                      <a:cubicBezTo>
                        <a:pt x="5240" y="95940"/>
                        <a:pt x="8216" y="65378"/>
                        <a:pt x="2895" y="65378"/>
                      </a:cubicBezTo>
                      <a:cubicBezTo>
                        <a:pt x="370" y="65378"/>
                        <a:pt x="99" y="69339"/>
                        <a:pt x="99" y="72805"/>
                      </a:cubicBezTo>
                      <a:lnTo>
                        <a:pt x="99" y="84823"/>
                      </a:lnTo>
                      <a:cubicBezTo>
                        <a:pt x="99" y="94095"/>
                        <a:pt x="821" y="95220"/>
                        <a:pt x="4970" y="95220"/>
                      </a:cubicBezTo>
                      <a:cubicBezTo>
                        <a:pt x="10561" y="95220"/>
                        <a:pt x="15657" y="101972"/>
                        <a:pt x="30944" y="101972"/>
                      </a:cubicBezTo>
                      <a:cubicBezTo>
                        <a:pt x="48576" y="101972"/>
                        <a:pt x="62465" y="87388"/>
                        <a:pt x="62465" y="70239"/>
                      </a:cubicBezTo>
                      <a:cubicBezTo>
                        <a:pt x="62465" y="58221"/>
                        <a:pt x="58091" y="50839"/>
                        <a:pt x="50199" y="46203"/>
                      </a:cubicBezTo>
                      <a:cubicBezTo>
                        <a:pt x="43480" y="42242"/>
                        <a:pt x="31891" y="38551"/>
                        <a:pt x="24676" y="34410"/>
                      </a:cubicBezTo>
                      <a:cubicBezTo>
                        <a:pt x="17506" y="30224"/>
                        <a:pt x="12861" y="27209"/>
                        <a:pt x="12861" y="20502"/>
                      </a:cubicBezTo>
                      <a:cubicBezTo>
                        <a:pt x="12861" y="11275"/>
                        <a:pt x="19806" y="5693"/>
                        <a:pt x="29095" y="5693"/>
                      </a:cubicBezTo>
                      <a:cubicBezTo>
                        <a:pt x="50876" y="5693"/>
                        <a:pt x="51823" y="25813"/>
                        <a:pt x="54844" y="25813"/>
                      </a:cubicBezTo>
                      <a:cubicBezTo>
                        <a:pt x="56693" y="25813"/>
                        <a:pt x="57144" y="24913"/>
                        <a:pt x="57144" y="22347"/>
                      </a:cubicBezTo>
                      <a:lnTo>
                        <a:pt x="57144" y="14966"/>
                      </a:lnTo>
                      <a:cubicBezTo>
                        <a:pt x="57144" y="11275"/>
                        <a:pt x="57144" y="7764"/>
                        <a:pt x="56197" y="5919"/>
                      </a:cubicBezTo>
                      <a:cubicBezTo>
                        <a:pt x="54348" y="2003"/>
                        <a:pt x="36987" y="157"/>
                        <a:pt x="33018" y="157"/>
                      </a:cubicBezTo>
                      <a:cubicBezTo>
                        <a:pt x="17506" y="157"/>
                        <a:pt x="1993" y="8709"/>
                        <a:pt x="1993" y="27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2" name="Gráfico 12">
                  <a:extLst>
                    <a:ext uri="{FF2B5EF4-FFF2-40B4-BE49-F238E27FC236}">
                      <a16:creationId xmlns:a16="http://schemas.microsoft.com/office/drawing/2014/main" id="{28C430A8-D306-41B4-A6EE-D45044D6FB50}"/>
                    </a:ext>
                  </a:extLst>
                </p:cNvPr>
                <p:cNvSpPr/>
                <p:nvPr/>
              </p:nvSpPr>
              <p:spPr>
                <a:xfrm>
                  <a:off x="1518740" y="2672378"/>
                  <a:ext cx="51903" cy="173291"/>
                </a:xfrm>
                <a:custGeom>
                  <a:avLst/>
                  <a:gdLst>
                    <a:gd name="connsiteX0" fmla="*/ 111 w 51903"/>
                    <a:gd name="connsiteY0" fmla="*/ 14246 h 173291"/>
                    <a:gd name="connsiteX1" fmla="*/ 15894 w 51903"/>
                    <a:gd name="connsiteY1" fmla="*/ 26759 h 173291"/>
                    <a:gd name="connsiteX2" fmla="*/ 15894 w 51903"/>
                    <a:gd name="connsiteY2" fmla="*/ 157245 h 173291"/>
                    <a:gd name="connsiteX3" fmla="*/ 4530 w 51903"/>
                    <a:gd name="connsiteY3" fmla="*/ 170433 h 173291"/>
                    <a:gd name="connsiteX4" fmla="*/ 7281 w 51903"/>
                    <a:gd name="connsiteY4" fmla="*/ 173449 h 173291"/>
                    <a:gd name="connsiteX5" fmla="*/ 25364 w 51903"/>
                    <a:gd name="connsiteY5" fmla="*/ 172504 h 173291"/>
                    <a:gd name="connsiteX6" fmla="*/ 46919 w 51903"/>
                    <a:gd name="connsiteY6" fmla="*/ 173449 h 173291"/>
                    <a:gd name="connsiteX7" fmla="*/ 52015 w 51903"/>
                    <a:gd name="connsiteY7" fmla="*/ 170208 h 173291"/>
                    <a:gd name="connsiteX8" fmla="*/ 32805 w 51903"/>
                    <a:gd name="connsiteY8" fmla="*/ 154904 h 173291"/>
                    <a:gd name="connsiteX9" fmla="*/ 32805 w 51903"/>
                    <a:gd name="connsiteY9" fmla="*/ 3623 h 173291"/>
                    <a:gd name="connsiteX10" fmla="*/ 30009 w 51903"/>
                    <a:gd name="connsiteY10" fmla="*/ 157 h 173291"/>
                    <a:gd name="connsiteX11" fmla="*/ 4034 w 51903"/>
                    <a:gd name="connsiteY11" fmla="*/ 11230 h 173291"/>
                    <a:gd name="connsiteX12" fmla="*/ 111 w 51903"/>
                    <a:gd name="connsiteY12" fmla="*/ 14246 h 173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903" h="173291">
                      <a:moveTo>
                        <a:pt x="111" y="14246"/>
                      </a:moveTo>
                      <a:cubicBezTo>
                        <a:pt x="111" y="19107"/>
                        <a:pt x="15894" y="13075"/>
                        <a:pt x="15894" y="26759"/>
                      </a:cubicBezTo>
                      <a:lnTo>
                        <a:pt x="15894" y="157245"/>
                      </a:lnTo>
                      <a:cubicBezTo>
                        <a:pt x="15894" y="168093"/>
                        <a:pt x="4530" y="166697"/>
                        <a:pt x="4530" y="170433"/>
                      </a:cubicBezTo>
                      <a:cubicBezTo>
                        <a:pt x="4530" y="172504"/>
                        <a:pt x="5432" y="173449"/>
                        <a:pt x="7281" y="173449"/>
                      </a:cubicBezTo>
                      <a:cubicBezTo>
                        <a:pt x="9851" y="173449"/>
                        <a:pt x="13775" y="172504"/>
                        <a:pt x="25364" y="172504"/>
                      </a:cubicBezTo>
                      <a:cubicBezTo>
                        <a:pt x="36502" y="172504"/>
                        <a:pt x="42770" y="173449"/>
                        <a:pt x="46919" y="173449"/>
                      </a:cubicBezTo>
                      <a:cubicBezTo>
                        <a:pt x="50166" y="173449"/>
                        <a:pt x="52015" y="172954"/>
                        <a:pt x="52015" y="170208"/>
                      </a:cubicBezTo>
                      <a:cubicBezTo>
                        <a:pt x="52015" y="163952"/>
                        <a:pt x="32805" y="170433"/>
                        <a:pt x="32805" y="154904"/>
                      </a:cubicBezTo>
                      <a:lnTo>
                        <a:pt x="32805" y="3623"/>
                      </a:lnTo>
                      <a:cubicBezTo>
                        <a:pt x="32805" y="2228"/>
                        <a:pt x="31858" y="157"/>
                        <a:pt x="30009" y="157"/>
                      </a:cubicBezTo>
                      <a:cubicBezTo>
                        <a:pt x="25138" y="157"/>
                        <a:pt x="18870" y="7764"/>
                        <a:pt x="4034" y="11230"/>
                      </a:cubicBezTo>
                      <a:cubicBezTo>
                        <a:pt x="1284" y="11950"/>
                        <a:pt x="111" y="12175"/>
                        <a:pt x="111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3" name="Gráfico 12">
                  <a:extLst>
                    <a:ext uri="{FF2B5EF4-FFF2-40B4-BE49-F238E27FC236}">
                      <a16:creationId xmlns:a16="http://schemas.microsoft.com/office/drawing/2014/main" id="{808F5AEC-E0B4-46F9-BCAF-4763E2EA0DB1}"/>
                    </a:ext>
                  </a:extLst>
                </p:cNvPr>
                <p:cNvSpPr/>
                <p:nvPr/>
              </p:nvSpPr>
              <p:spPr>
                <a:xfrm>
                  <a:off x="1583846" y="2745475"/>
                  <a:ext cx="92488" cy="101814"/>
                </a:xfrm>
                <a:custGeom>
                  <a:avLst/>
                  <a:gdLst>
                    <a:gd name="connsiteX0" fmla="*/ 117 w 92488"/>
                    <a:gd name="connsiteY0" fmla="*/ 26308 h 101814"/>
                    <a:gd name="connsiteX1" fmla="*/ 11030 w 92488"/>
                    <a:gd name="connsiteY1" fmla="*/ 33915 h 101814"/>
                    <a:gd name="connsiteX2" fmla="*/ 16125 w 92488"/>
                    <a:gd name="connsiteY2" fmla="*/ 29549 h 101814"/>
                    <a:gd name="connsiteX3" fmla="*/ 14727 w 92488"/>
                    <a:gd name="connsiteY3" fmla="*/ 20052 h 101814"/>
                    <a:gd name="connsiteX4" fmla="*/ 34659 w 92488"/>
                    <a:gd name="connsiteY4" fmla="*/ 6189 h 101814"/>
                    <a:gd name="connsiteX5" fmla="*/ 58784 w 92488"/>
                    <a:gd name="connsiteY5" fmla="*/ 25813 h 101814"/>
                    <a:gd name="connsiteX6" fmla="*/ 58784 w 92488"/>
                    <a:gd name="connsiteY6" fmla="*/ 44133 h 101814"/>
                    <a:gd name="connsiteX7" fmla="*/ 613 w 92488"/>
                    <a:gd name="connsiteY7" fmla="*/ 79961 h 101814"/>
                    <a:gd name="connsiteX8" fmla="*/ 25640 w 92488"/>
                    <a:gd name="connsiteY8" fmla="*/ 101972 h 101814"/>
                    <a:gd name="connsiteX9" fmla="*/ 61084 w 92488"/>
                    <a:gd name="connsiteY9" fmla="*/ 88513 h 101814"/>
                    <a:gd name="connsiteX10" fmla="*/ 79167 w 92488"/>
                    <a:gd name="connsiteY10" fmla="*/ 100351 h 101814"/>
                    <a:gd name="connsiteX11" fmla="*/ 92605 w 92488"/>
                    <a:gd name="connsiteY11" fmla="*/ 94545 h 101814"/>
                    <a:gd name="connsiteX12" fmla="*/ 89854 w 92488"/>
                    <a:gd name="connsiteY12" fmla="*/ 92925 h 101814"/>
                    <a:gd name="connsiteX13" fmla="*/ 85435 w 92488"/>
                    <a:gd name="connsiteY13" fmla="*/ 93375 h 101814"/>
                    <a:gd name="connsiteX14" fmla="*/ 75469 w 92488"/>
                    <a:gd name="connsiteY14" fmla="*/ 78341 h 101814"/>
                    <a:gd name="connsiteX15" fmla="*/ 75695 w 92488"/>
                    <a:gd name="connsiteY15" fmla="*/ 23518 h 101814"/>
                    <a:gd name="connsiteX16" fmla="*/ 37229 w 92488"/>
                    <a:gd name="connsiteY16" fmla="*/ 157 h 101814"/>
                    <a:gd name="connsiteX17" fmla="*/ 117 w 92488"/>
                    <a:gd name="connsiteY17" fmla="*/ 26308 h 101814"/>
                    <a:gd name="connsiteX18" fmla="*/ 58784 w 92488"/>
                    <a:gd name="connsiteY18" fmla="*/ 49669 h 101814"/>
                    <a:gd name="connsiteX19" fmla="*/ 58784 w 92488"/>
                    <a:gd name="connsiteY19" fmla="*/ 76946 h 101814"/>
                    <a:gd name="connsiteX20" fmla="*/ 34433 w 92488"/>
                    <a:gd name="connsiteY20" fmla="*/ 95220 h 101814"/>
                    <a:gd name="connsiteX21" fmla="*/ 15674 w 92488"/>
                    <a:gd name="connsiteY21" fmla="*/ 76946 h 101814"/>
                    <a:gd name="connsiteX22" fmla="*/ 58784 w 92488"/>
                    <a:gd name="connsiteY22" fmla="*/ 49669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92488" h="101814">
                      <a:moveTo>
                        <a:pt x="117" y="26308"/>
                      </a:moveTo>
                      <a:cubicBezTo>
                        <a:pt x="117" y="30449"/>
                        <a:pt x="7106" y="33915"/>
                        <a:pt x="11030" y="33915"/>
                      </a:cubicBezTo>
                      <a:cubicBezTo>
                        <a:pt x="14953" y="33915"/>
                        <a:pt x="16125" y="32520"/>
                        <a:pt x="16125" y="29549"/>
                      </a:cubicBezTo>
                      <a:cubicBezTo>
                        <a:pt x="16125" y="26984"/>
                        <a:pt x="14727" y="23518"/>
                        <a:pt x="14727" y="20052"/>
                      </a:cubicBezTo>
                      <a:cubicBezTo>
                        <a:pt x="14727" y="7539"/>
                        <a:pt x="23566" y="6189"/>
                        <a:pt x="34659" y="6189"/>
                      </a:cubicBezTo>
                      <a:cubicBezTo>
                        <a:pt x="52516" y="6189"/>
                        <a:pt x="58784" y="17261"/>
                        <a:pt x="58784" y="25813"/>
                      </a:cubicBezTo>
                      <a:lnTo>
                        <a:pt x="58784" y="44133"/>
                      </a:lnTo>
                      <a:cubicBezTo>
                        <a:pt x="3860" y="53135"/>
                        <a:pt x="613" y="68394"/>
                        <a:pt x="613" y="79961"/>
                      </a:cubicBezTo>
                      <a:cubicBezTo>
                        <a:pt x="613" y="94995"/>
                        <a:pt x="8955" y="101972"/>
                        <a:pt x="25640" y="101972"/>
                      </a:cubicBezTo>
                      <a:cubicBezTo>
                        <a:pt x="38627" y="101972"/>
                        <a:pt x="51344" y="96840"/>
                        <a:pt x="61084" y="88513"/>
                      </a:cubicBezTo>
                      <a:cubicBezTo>
                        <a:pt x="64331" y="96390"/>
                        <a:pt x="70599" y="100351"/>
                        <a:pt x="79167" y="100351"/>
                      </a:cubicBezTo>
                      <a:cubicBezTo>
                        <a:pt x="83135" y="100351"/>
                        <a:pt x="92605" y="99181"/>
                        <a:pt x="92605" y="94545"/>
                      </a:cubicBezTo>
                      <a:cubicBezTo>
                        <a:pt x="92605" y="93375"/>
                        <a:pt x="91703" y="92925"/>
                        <a:pt x="89854" y="92925"/>
                      </a:cubicBezTo>
                      <a:cubicBezTo>
                        <a:pt x="88457" y="92925"/>
                        <a:pt x="86833" y="93375"/>
                        <a:pt x="85435" y="93375"/>
                      </a:cubicBezTo>
                      <a:cubicBezTo>
                        <a:pt x="76642" y="93375"/>
                        <a:pt x="75469" y="85768"/>
                        <a:pt x="75469" y="78341"/>
                      </a:cubicBezTo>
                      <a:lnTo>
                        <a:pt x="75695" y="23518"/>
                      </a:lnTo>
                      <a:cubicBezTo>
                        <a:pt x="75695" y="13120"/>
                        <a:pt x="68299" y="157"/>
                        <a:pt x="37229" y="157"/>
                      </a:cubicBezTo>
                      <a:cubicBezTo>
                        <a:pt x="11480" y="157"/>
                        <a:pt x="117" y="17261"/>
                        <a:pt x="117" y="26308"/>
                      </a:cubicBezTo>
                      <a:close/>
                      <a:moveTo>
                        <a:pt x="58784" y="49669"/>
                      </a:moveTo>
                      <a:lnTo>
                        <a:pt x="58784" y="76946"/>
                      </a:lnTo>
                      <a:cubicBezTo>
                        <a:pt x="58784" y="87838"/>
                        <a:pt x="44399" y="95220"/>
                        <a:pt x="34433" y="95220"/>
                      </a:cubicBezTo>
                      <a:cubicBezTo>
                        <a:pt x="21942" y="95220"/>
                        <a:pt x="15674" y="89684"/>
                        <a:pt x="15674" y="76946"/>
                      </a:cubicBezTo>
                      <a:cubicBezTo>
                        <a:pt x="15674" y="56826"/>
                        <a:pt x="43001" y="53135"/>
                        <a:pt x="58784" y="4966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4" name="Gráfico 12">
                  <a:extLst>
                    <a:ext uri="{FF2B5EF4-FFF2-40B4-BE49-F238E27FC236}">
                      <a16:creationId xmlns:a16="http://schemas.microsoft.com/office/drawing/2014/main" id="{DE245723-CFF1-45A9-9179-AF262528F96E}"/>
                    </a:ext>
                  </a:extLst>
                </p:cNvPr>
                <p:cNvSpPr/>
                <p:nvPr/>
              </p:nvSpPr>
              <p:spPr>
                <a:xfrm>
                  <a:off x="1738689" y="2681605"/>
                  <a:ext cx="150660" cy="164064"/>
                </a:xfrm>
                <a:custGeom>
                  <a:avLst/>
                  <a:gdLst>
                    <a:gd name="connsiteX0" fmla="*/ 19837 w 150660"/>
                    <a:gd name="connsiteY0" fmla="*/ 1327 h 164064"/>
                    <a:gd name="connsiteX1" fmla="*/ 5001 w 150660"/>
                    <a:gd name="connsiteY1" fmla="*/ 382 h 164064"/>
                    <a:gd name="connsiteX2" fmla="*/ 131 w 150660"/>
                    <a:gd name="connsiteY2" fmla="*/ 3173 h 164064"/>
                    <a:gd name="connsiteX3" fmla="*/ 20062 w 150660"/>
                    <a:gd name="connsiteY3" fmla="*/ 23293 h 164064"/>
                    <a:gd name="connsiteX4" fmla="*/ 20062 w 150660"/>
                    <a:gd name="connsiteY4" fmla="*/ 141986 h 164064"/>
                    <a:gd name="connsiteX5" fmla="*/ 3152 w 150660"/>
                    <a:gd name="connsiteY5" fmla="*/ 161656 h 164064"/>
                    <a:gd name="connsiteX6" fmla="*/ 5903 w 150660"/>
                    <a:gd name="connsiteY6" fmla="*/ 164222 h 164064"/>
                    <a:gd name="connsiteX7" fmla="*/ 32553 w 150660"/>
                    <a:gd name="connsiteY7" fmla="*/ 163276 h 164064"/>
                    <a:gd name="connsiteX8" fmla="*/ 60151 w 150660"/>
                    <a:gd name="connsiteY8" fmla="*/ 164222 h 164064"/>
                    <a:gd name="connsiteX9" fmla="*/ 62496 w 150660"/>
                    <a:gd name="connsiteY9" fmla="*/ 162331 h 164064"/>
                    <a:gd name="connsiteX10" fmla="*/ 38371 w 150660"/>
                    <a:gd name="connsiteY10" fmla="*/ 141986 h 164064"/>
                    <a:gd name="connsiteX11" fmla="*/ 38371 w 150660"/>
                    <a:gd name="connsiteY11" fmla="*/ 90629 h 164064"/>
                    <a:gd name="connsiteX12" fmla="*/ 45541 w 150660"/>
                    <a:gd name="connsiteY12" fmla="*/ 86443 h 164064"/>
                    <a:gd name="connsiteX13" fmla="*/ 53432 w 150660"/>
                    <a:gd name="connsiteY13" fmla="*/ 86443 h 164064"/>
                    <a:gd name="connsiteX14" fmla="*/ 75709 w 150660"/>
                    <a:gd name="connsiteY14" fmla="*/ 99406 h 164064"/>
                    <a:gd name="connsiteX15" fmla="*/ 99789 w 150660"/>
                    <a:gd name="connsiteY15" fmla="*/ 137350 h 164064"/>
                    <a:gd name="connsiteX16" fmla="*/ 135955 w 150660"/>
                    <a:gd name="connsiteY16" fmla="*/ 164222 h 164064"/>
                    <a:gd name="connsiteX17" fmla="*/ 150791 w 150660"/>
                    <a:gd name="connsiteY17" fmla="*/ 161431 h 164064"/>
                    <a:gd name="connsiteX18" fmla="*/ 142448 w 150660"/>
                    <a:gd name="connsiteY18" fmla="*/ 157470 h 164064"/>
                    <a:gd name="connsiteX19" fmla="*/ 120893 w 150660"/>
                    <a:gd name="connsiteY19" fmla="*/ 136225 h 164064"/>
                    <a:gd name="connsiteX20" fmla="*/ 84051 w 150660"/>
                    <a:gd name="connsiteY20" fmla="*/ 80457 h 164064"/>
                    <a:gd name="connsiteX21" fmla="*/ 113227 w 150660"/>
                    <a:gd name="connsiteY21" fmla="*/ 40442 h 164064"/>
                    <a:gd name="connsiteX22" fmla="*/ 63173 w 150660"/>
                    <a:gd name="connsiteY22" fmla="*/ 157 h 164064"/>
                    <a:gd name="connsiteX23" fmla="*/ 19837 w 150660"/>
                    <a:gd name="connsiteY23" fmla="*/ 1327 h 164064"/>
                    <a:gd name="connsiteX24" fmla="*/ 38371 w 150660"/>
                    <a:gd name="connsiteY24" fmla="*/ 16136 h 164064"/>
                    <a:gd name="connsiteX25" fmla="*/ 50411 w 150660"/>
                    <a:gd name="connsiteY25" fmla="*/ 8034 h 164064"/>
                    <a:gd name="connsiteX26" fmla="*/ 95866 w 150660"/>
                    <a:gd name="connsiteY26" fmla="*/ 45753 h 164064"/>
                    <a:gd name="connsiteX27" fmla="*/ 78460 w 150660"/>
                    <a:gd name="connsiteY27" fmla="*/ 75595 h 164064"/>
                    <a:gd name="connsiteX28" fmla="*/ 59926 w 150660"/>
                    <a:gd name="connsiteY28" fmla="*/ 78611 h 164064"/>
                    <a:gd name="connsiteX29" fmla="*/ 51809 w 150660"/>
                    <a:gd name="connsiteY29" fmla="*/ 78836 h 164064"/>
                    <a:gd name="connsiteX30" fmla="*/ 38371 w 150660"/>
                    <a:gd name="connsiteY30" fmla="*/ 75370 h 16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150660" h="164064">
                      <a:moveTo>
                        <a:pt x="19837" y="1327"/>
                      </a:moveTo>
                      <a:cubicBezTo>
                        <a:pt x="7752" y="1327"/>
                        <a:pt x="8924" y="382"/>
                        <a:pt x="5001" y="382"/>
                      </a:cubicBezTo>
                      <a:cubicBezTo>
                        <a:pt x="1979" y="382"/>
                        <a:pt x="131" y="1778"/>
                        <a:pt x="131" y="3173"/>
                      </a:cubicBezTo>
                      <a:cubicBezTo>
                        <a:pt x="131" y="10825"/>
                        <a:pt x="20062" y="2003"/>
                        <a:pt x="20062" y="23293"/>
                      </a:cubicBezTo>
                      <a:lnTo>
                        <a:pt x="20062" y="141986"/>
                      </a:lnTo>
                      <a:cubicBezTo>
                        <a:pt x="20062" y="158640"/>
                        <a:pt x="3152" y="156120"/>
                        <a:pt x="3152" y="161656"/>
                      </a:cubicBezTo>
                      <a:cubicBezTo>
                        <a:pt x="3152" y="163276"/>
                        <a:pt x="4054" y="164222"/>
                        <a:pt x="5903" y="164222"/>
                      </a:cubicBezTo>
                      <a:cubicBezTo>
                        <a:pt x="14020" y="164222"/>
                        <a:pt x="22588" y="163276"/>
                        <a:pt x="32553" y="163276"/>
                      </a:cubicBezTo>
                      <a:cubicBezTo>
                        <a:pt x="52034" y="163276"/>
                        <a:pt x="54830" y="164222"/>
                        <a:pt x="60151" y="164222"/>
                      </a:cubicBezTo>
                      <a:cubicBezTo>
                        <a:pt x="61549" y="164222"/>
                        <a:pt x="62496" y="163952"/>
                        <a:pt x="62496" y="162331"/>
                      </a:cubicBezTo>
                      <a:cubicBezTo>
                        <a:pt x="62496" y="154724"/>
                        <a:pt x="38371" y="161206"/>
                        <a:pt x="38371" y="141986"/>
                      </a:cubicBezTo>
                      <a:lnTo>
                        <a:pt x="38371" y="90629"/>
                      </a:lnTo>
                      <a:cubicBezTo>
                        <a:pt x="38371" y="86938"/>
                        <a:pt x="41392" y="86443"/>
                        <a:pt x="45541" y="86443"/>
                      </a:cubicBezTo>
                      <a:lnTo>
                        <a:pt x="53432" y="86443"/>
                      </a:lnTo>
                      <a:cubicBezTo>
                        <a:pt x="69892" y="86443"/>
                        <a:pt x="68268" y="87838"/>
                        <a:pt x="75709" y="99406"/>
                      </a:cubicBezTo>
                      <a:lnTo>
                        <a:pt x="99789" y="137350"/>
                      </a:lnTo>
                      <a:cubicBezTo>
                        <a:pt x="111604" y="155895"/>
                        <a:pt x="120893" y="164222"/>
                        <a:pt x="135955" y="164222"/>
                      </a:cubicBezTo>
                      <a:cubicBezTo>
                        <a:pt x="140104" y="164222"/>
                        <a:pt x="150791" y="163952"/>
                        <a:pt x="150791" y="161431"/>
                      </a:cubicBezTo>
                      <a:cubicBezTo>
                        <a:pt x="150791" y="158640"/>
                        <a:pt x="148491" y="159586"/>
                        <a:pt x="142448" y="157470"/>
                      </a:cubicBezTo>
                      <a:cubicBezTo>
                        <a:pt x="133384" y="154274"/>
                        <a:pt x="126214" y="144552"/>
                        <a:pt x="120893" y="136225"/>
                      </a:cubicBezTo>
                      <a:lnTo>
                        <a:pt x="84051" y="80457"/>
                      </a:lnTo>
                      <a:cubicBezTo>
                        <a:pt x="99789" y="74200"/>
                        <a:pt x="113227" y="58941"/>
                        <a:pt x="113227" y="40442"/>
                      </a:cubicBezTo>
                      <a:cubicBezTo>
                        <a:pt x="113227" y="9654"/>
                        <a:pt x="88651" y="157"/>
                        <a:pt x="63173" y="157"/>
                      </a:cubicBezTo>
                      <a:cubicBezTo>
                        <a:pt x="54830" y="157"/>
                        <a:pt x="26556" y="1327"/>
                        <a:pt x="19837" y="1327"/>
                      </a:cubicBezTo>
                      <a:close/>
                      <a:moveTo>
                        <a:pt x="38371" y="16136"/>
                      </a:moveTo>
                      <a:cubicBezTo>
                        <a:pt x="38371" y="8034"/>
                        <a:pt x="43241" y="8034"/>
                        <a:pt x="50411" y="8034"/>
                      </a:cubicBezTo>
                      <a:cubicBezTo>
                        <a:pt x="84051" y="8034"/>
                        <a:pt x="95866" y="25138"/>
                        <a:pt x="95866" y="45753"/>
                      </a:cubicBezTo>
                      <a:cubicBezTo>
                        <a:pt x="95866" y="62857"/>
                        <a:pt x="87749" y="71904"/>
                        <a:pt x="78460" y="75595"/>
                      </a:cubicBezTo>
                      <a:cubicBezTo>
                        <a:pt x="72191" y="78116"/>
                        <a:pt x="68268" y="78611"/>
                        <a:pt x="59926" y="78611"/>
                      </a:cubicBezTo>
                      <a:cubicBezTo>
                        <a:pt x="58302" y="78611"/>
                        <a:pt x="55281" y="78836"/>
                        <a:pt x="51809" y="78836"/>
                      </a:cubicBezTo>
                      <a:cubicBezTo>
                        <a:pt x="45541" y="78836"/>
                        <a:pt x="38371" y="78386"/>
                        <a:pt x="38371" y="7537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5" name="Gráfico 12">
                  <a:extLst>
                    <a:ext uri="{FF2B5EF4-FFF2-40B4-BE49-F238E27FC236}">
                      <a16:creationId xmlns:a16="http://schemas.microsoft.com/office/drawing/2014/main" id="{EF6FE37D-2730-4BF3-BB87-4E041E5958BA}"/>
                    </a:ext>
                  </a:extLst>
                </p:cNvPr>
                <p:cNvSpPr/>
                <p:nvPr/>
              </p:nvSpPr>
              <p:spPr>
                <a:xfrm>
                  <a:off x="1897917" y="2745475"/>
                  <a:ext cx="87843" cy="101814"/>
                </a:xfrm>
                <a:custGeom>
                  <a:avLst/>
                  <a:gdLst>
                    <a:gd name="connsiteX0" fmla="*/ 144 w 87843"/>
                    <a:gd name="connsiteY0" fmla="*/ 54305 h 101814"/>
                    <a:gd name="connsiteX1" fmla="*/ 46952 w 87843"/>
                    <a:gd name="connsiteY1" fmla="*/ 101972 h 101814"/>
                    <a:gd name="connsiteX2" fmla="*/ 87988 w 87843"/>
                    <a:gd name="connsiteY2" fmla="*/ 79736 h 101814"/>
                    <a:gd name="connsiteX3" fmla="*/ 87041 w 87843"/>
                    <a:gd name="connsiteY3" fmla="*/ 78341 h 101814"/>
                    <a:gd name="connsiteX4" fmla="*/ 54347 w 87843"/>
                    <a:gd name="connsiteY4" fmla="*/ 90404 h 101814"/>
                    <a:gd name="connsiteX5" fmla="*/ 17054 w 87843"/>
                    <a:gd name="connsiteY5" fmla="*/ 40892 h 101814"/>
                    <a:gd name="connsiteX6" fmla="*/ 81494 w 87843"/>
                    <a:gd name="connsiteY6" fmla="*/ 40892 h 101814"/>
                    <a:gd name="connsiteX7" fmla="*/ 86590 w 87843"/>
                    <a:gd name="connsiteY7" fmla="*/ 36931 h 101814"/>
                    <a:gd name="connsiteX8" fmla="*/ 45554 w 87843"/>
                    <a:gd name="connsiteY8" fmla="*/ 157 h 101814"/>
                    <a:gd name="connsiteX9" fmla="*/ 144 w 87843"/>
                    <a:gd name="connsiteY9" fmla="*/ 54305 h 101814"/>
                    <a:gd name="connsiteX10" fmla="*/ 17054 w 87843"/>
                    <a:gd name="connsiteY10" fmla="*/ 34635 h 101814"/>
                    <a:gd name="connsiteX11" fmla="*/ 41631 w 87843"/>
                    <a:gd name="connsiteY11" fmla="*/ 5468 h 101814"/>
                    <a:gd name="connsiteX12" fmla="*/ 67335 w 87843"/>
                    <a:gd name="connsiteY12" fmla="*/ 29999 h 101814"/>
                    <a:gd name="connsiteX13" fmla="*/ 63186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144" y="54305"/>
                      </a:moveTo>
                      <a:cubicBezTo>
                        <a:pt x="144" y="69789"/>
                        <a:pt x="12184" y="101972"/>
                        <a:pt x="46952" y="101972"/>
                      </a:cubicBezTo>
                      <a:cubicBezTo>
                        <a:pt x="67831" y="101972"/>
                        <a:pt x="87988" y="85543"/>
                        <a:pt x="87988" y="79736"/>
                      </a:cubicBezTo>
                      <a:cubicBezTo>
                        <a:pt x="87988" y="78836"/>
                        <a:pt x="87762" y="78341"/>
                        <a:pt x="87041" y="78341"/>
                      </a:cubicBezTo>
                      <a:cubicBezTo>
                        <a:pt x="81720" y="78341"/>
                        <a:pt x="74775" y="90404"/>
                        <a:pt x="54347" y="90404"/>
                      </a:cubicBezTo>
                      <a:cubicBezTo>
                        <a:pt x="39511" y="90404"/>
                        <a:pt x="17054" y="78116"/>
                        <a:pt x="17054" y="40892"/>
                      </a:cubicBezTo>
                      <a:lnTo>
                        <a:pt x="81494" y="40892"/>
                      </a:lnTo>
                      <a:cubicBezTo>
                        <a:pt x="85643" y="40892"/>
                        <a:pt x="86590" y="39722"/>
                        <a:pt x="86590" y="36931"/>
                      </a:cubicBezTo>
                      <a:cubicBezTo>
                        <a:pt x="86590" y="27434"/>
                        <a:pt x="73828" y="157"/>
                        <a:pt x="45554" y="157"/>
                      </a:cubicBezTo>
                      <a:cubicBezTo>
                        <a:pt x="16333" y="157"/>
                        <a:pt x="144" y="25363"/>
                        <a:pt x="144" y="54305"/>
                      </a:cubicBezTo>
                      <a:close/>
                      <a:moveTo>
                        <a:pt x="17054" y="34635"/>
                      </a:moveTo>
                      <a:cubicBezTo>
                        <a:pt x="17054" y="21447"/>
                        <a:pt x="27697" y="5468"/>
                        <a:pt x="41631" y="5468"/>
                      </a:cubicBezTo>
                      <a:cubicBezTo>
                        <a:pt x="54618" y="5468"/>
                        <a:pt x="67335" y="17261"/>
                        <a:pt x="67335" y="29999"/>
                      </a:cubicBezTo>
                      <a:cubicBezTo>
                        <a:pt x="67335" y="33015"/>
                        <a:pt x="66207" y="34635"/>
                        <a:pt x="63186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6" name="Gráfico 12">
                  <a:extLst>
                    <a:ext uri="{FF2B5EF4-FFF2-40B4-BE49-F238E27FC236}">
                      <a16:creationId xmlns:a16="http://schemas.microsoft.com/office/drawing/2014/main" id="{ABBFE355-73C9-4F63-B44D-D1C55C25491F}"/>
                    </a:ext>
                  </a:extLst>
                </p:cNvPr>
                <p:cNvSpPr/>
                <p:nvPr/>
              </p:nvSpPr>
              <p:spPr>
                <a:xfrm>
                  <a:off x="1999871" y="2745475"/>
                  <a:ext cx="91541" cy="101814"/>
                </a:xfrm>
                <a:custGeom>
                  <a:avLst/>
                  <a:gdLst>
                    <a:gd name="connsiteX0" fmla="*/ 153 w 91541"/>
                    <a:gd name="connsiteY0" fmla="*/ 52910 h 101814"/>
                    <a:gd name="connsiteX1" fmla="*/ 46059 w 91541"/>
                    <a:gd name="connsiteY1" fmla="*/ 101972 h 101814"/>
                    <a:gd name="connsiteX2" fmla="*/ 91694 w 91541"/>
                    <a:gd name="connsiteY2" fmla="*/ 78341 h 101814"/>
                    <a:gd name="connsiteX3" fmla="*/ 89846 w 91541"/>
                    <a:gd name="connsiteY3" fmla="*/ 76946 h 101814"/>
                    <a:gd name="connsiteX4" fmla="*/ 58099 w 91541"/>
                    <a:gd name="connsiteY4" fmla="*/ 90404 h 101814"/>
                    <a:gd name="connsiteX5" fmla="*/ 17063 w 91541"/>
                    <a:gd name="connsiteY5" fmla="*/ 44808 h 101814"/>
                    <a:gd name="connsiteX6" fmla="*/ 44436 w 91541"/>
                    <a:gd name="connsiteY6" fmla="*/ 7764 h 101814"/>
                    <a:gd name="connsiteX7" fmla="*/ 78752 w 91541"/>
                    <a:gd name="connsiteY7" fmla="*/ 27209 h 101814"/>
                    <a:gd name="connsiteX8" fmla="*/ 80601 w 91541"/>
                    <a:gd name="connsiteY8" fmla="*/ 19827 h 101814"/>
                    <a:gd name="connsiteX9" fmla="*/ 80601 w 91541"/>
                    <a:gd name="connsiteY9" fmla="*/ 11275 h 101814"/>
                    <a:gd name="connsiteX10" fmla="*/ 76182 w 91541"/>
                    <a:gd name="connsiteY10" fmla="*/ 4568 h 101814"/>
                    <a:gd name="connsiteX11" fmla="*/ 52327 w 91541"/>
                    <a:gd name="connsiteY11" fmla="*/ 157 h 101814"/>
                    <a:gd name="connsiteX12" fmla="*/ 153 w 91541"/>
                    <a:gd name="connsiteY12" fmla="*/ 52910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1541" h="101814">
                      <a:moveTo>
                        <a:pt x="153" y="52910"/>
                      </a:moveTo>
                      <a:cubicBezTo>
                        <a:pt x="153" y="78116"/>
                        <a:pt x="18912" y="101972"/>
                        <a:pt x="46059" y="101972"/>
                      </a:cubicBezTo>
                      <a:cubicBezTo>
                        <a:pt x="78256" y="101972"/>
                        <a:pt x="91694" y="81582"/>
                        <a:pt x="91694" y="78341"/>
                      </a:cubicBezTo>
                      <a:cubicBezTo>
                        <a:pt x="91694" y="77666"/>
                        <a:pt x="90567" y="76946"/>
                        <a:pt x="89846" y="76946"/>
                      </a:cubicBezTo>
                      <a:cubicBezTo>
                        <a:pt x="85922" y="77216"/>
                        <a:pt x="76407" y="90404"/>
                        <a:pt x="58099" y="90404"/>
                      </a:cubicBezTo>
                      <a:cubicBezTo>
                        <a:pt x="32125" y="90404"/>
                        <a:pt x="17063" y="70014"/>
                        <a:pt x="17063" y="44808"/>
                      </a:cubicBezTo>
                      <a:cubicBezTo>
                        <a:pt x="17063" y="28829"/>
                        <a:pt x="24278" y="7764"/>
                        <a:pt x="44436" y="7764"/>
                      </a:cubicBezTo>
                      <a:cubicBezTo>
                        <a:pt x="70410" y="7764"/>
                        <a:pt x="73386" y="27209"/>
                        <a:pt x="78752" y="27209"/>
                      </a:cubicBezTo>
                      <a:cubicBezTo>
                        <a:pt x="80376" y="27209"/>
                        <a:pt x="80601" y="24463"/>
                        <a:pt x="80601" y="19827"/>
                      </a:cubicBezTo>
                      <a:lnTo>
                        <a:pt x="80601" y="11275"/>
                      </a:lnTo>
                      <a:cubicBezTo>
                        <a:pt x="80601" y="7089"/>
                        <a:pt x="79654" y="6639"/>
                        <a:pt x="76182" y="4568"/>
                      </a:cubicBezTo>
                      <a:cubicBezTo>
                        <a:pt x="72259" y="2228"/>
                        <a:pt x="61797" y="157"/>
                        <a:pt x="52327" y="157"/>
                      </a:cubicBezTo>
                      <a:cubicBezTo>
                        <a:pt x="22880" y="157"/>
                        <a:pt x="153" y="24193"/>
                        <a:pt x="153" y="5291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7" name="Gráfico 12">
                  <a:extLst>
                    <a:ext uri="{FF2B5EF4-FFF2-40B4-BE49-F238E27FC236}">
                      <a16:creationId xmlns:a16="http://schemas.microsoft.com/office/drawing/2014/main" id="{D89EB975-8171-44F3-B735-C9241A12A20D}"/>
                    </a:ext>
                  </a:extLst>
                </p:cNvPr>
                <p:cNvSpPr/>
                <p:nvPr/>
              </p:nvSpPr>
              <p:spPr>
                <a:xfrm>
                  <a:off x="2100472" y="2748941"/>
                  <a:ext cx="108451" cy="98348"/>
                </a:xfrm>
                <a:custGeom>
                  <a:avLst/>
                  <a:gdLst>
                    <a:gd name="connsiteX0" fmla="*/ 162 w 108451"/>
                    <a:gd name="connsiteY0" fmla="*/ 4793 h 98348"/>
                    <a:gd name="connsiteX1" fmla="*/ 12428 w 108451"/>
                    <a:gd name="connsiteY1" fmla="*/ 13120 h 98348"/>
                    <a:gd name="connsiteX2" fmla="*/ 12428 w 108451"/>
                    <a:gd name="connsiteY2" fmla="*/ 68169 h 98348"/>
                    <a:gd name="connsiteX3" fmla="*/ 46293 w 108451"/>
                    <a:gd name="connsiteY3" fmla="*/ 98506 h 98348"/>
                    <a:gd name="connsiteX4" fmla="*/ 77093 w 108451"/>
                    <a:gd name="connsiteY4" fmla="*/ 82302 h 98348"/>
                    <a:gd name="connsiteX5" fmla="*/ 77544 w 108451"/>
                    <a:gd name="connsiteY5" fmla="*/ 82302 h 98348"/>
                    <a:gd name="connsiteX6" fmla="*/ 77544 w 108451"/>
                    <a:gd name="connsiteY6" fmla="*/ 93150 h 98348"/>
                    <a:gd name="connsiteX7" fmla="*/ 79889 w 108451"/>
                    <a:gd name="connsiteY7" fmla="*/ 98506 h 98348"/>
                    <a:gd name="connsiteX8" fmla="*/ 91929 w 108451"/>
                    <a:gd name="connsiteY8" fmla="*/ 96390 h 98348"/>
                    <a:gd name="connsiteX9" fmla="*/ 108614 w 108451"/>
                    <a:gd name="connsiteY9" fmla="*/ 93870 h 98348"/>
                    <a:gd name="connsiteX10" fmla="*/ 94003 w 108451"/>
                    <a:gd name="connsiteY10" fmla="*/ 85768 h 98348"/>
                    <a:gd name="connsiteX11" fmla="*/ 94003 w 108451"/>
                    <a:gd name="connsiteY11" fmla="*/ 5468 h 98348"/>
                    <a:gd name="connsiteX12" fmla="*/ 89629 w 108451"/>
                    <a:gd name="connsiteY12" fmla="*/ 157 h 98348"/>
                    <a:gd name="connsiteX13" fmla="*/ 78491 w 108451"/>
                    <a:gd name="connsiteY13" fmla="*/ 2003 h 98348"/>
                    <a:gd name="connsiteX14" fmla="*/ 68750 w 108451"/>
                    <a:gd name="connsiteY14" fmla="*/ 2723 h 98348"/>
                    <a:gd name="connsiteX15" fmla="*/ 64827 w 108451"/>
                    <a:gd name="connsiteY15" fmla="*/ 4793 h 98348"/>
                    <a:gd name="connsiteX16" fmla="*/ 77093 w 108451"/>
                    <a:gd name="connsiteY16" fmla="*/ 13345 h 98348"/>
                    <a:gd name="connsiteX17" fmla="*/ 77093 w 108451"/>
                    <a:gd name="connsiteY17" fmla="*/ 73975 h 98348"/>
                    <a:gd name="connsiteX18" fmla="*/ 51840 w 108451"/>
                    <a:gd name="connsiteY18" fmla="*/ 90404 h 98348"/>
                    <a:gd name="connsiteX19" fmla="*/ 29338 w 108451"/>
                    <a:gd name="connsiteY19" fmla="*/ 65378 h 98348"/>
                    <a:gd name="connsiteX20" fmla="*/ 29338 w 108451"/>
                    <a:gd name="connsiteY20" fmla="*/ 5468 h 98348"/>
                    <a:gd name="connsiteX21" fmla="*/ 24964 w 108451"/>
                    <a:gd name="connsiteY21" fmla="*/ 157 h 98348"/>
                    <a:gd name="connsiteX22" fmla="*/ 10579 w 108451"/>
                    <a:gd name="connsiteY22" fmla="*/ 2453 h 98348"/>
                    <a:gd name="connsiteX23" fmla="*/ 5032 w 108451"/>
                    <a:gd name="connsiteY23" fmla="*/ 2723 h 98348"/>
                    <a:gd name="connsiteX24" fmla="*/ 162 w 108451"/>
                    <a:gd name="connsiteY24" fmla="*/ 4793 h 983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08451" h="98348">
                      <a:moveTo>
                        <a:pt x="162" y="4793"/>
                      </a:moveTo>
                      <a:cubicBezTo>
                        <a:pt x="162" y="10105"/>
                        <a:pt x="12428" y="5243"/>
                        <a:pt x="12428" y="13120"/>
                      </a:cubicBezTo>
                      <a:lnTo>
                        <a:pt x="12428" y="68169"/>
                      </a:lnTo>
                      <a:cubicBezTo>
                        <a:pt x="12428" y="84598"/>
                        <a:pt x="25189" y="98506"/>
                        <a:pt x="46293" y="98506"/>
                      </a:cubicBezTo>
                      <a:cubicBezTo>
                        <a:pt x="58559" y="98506"/>
                        <a:pt x="69923" y="93150"/>
                        <a:pt x="77093" y="82302"/>
                      </a:cubicBezTo>
                      <a:lnTo>
                        <a:pt x="77544" y="82302"/>
                      </a:lnTo>
                      <a:lnTo>
                        <a:pt x="77544" y="93150"/>
                      </a:lnTo>
                      <a:cubicBezTo>
                        <a:pt x="77544" y="96885"/>
                        <a:pt x="77814" y="98506"/>
                        <a:pt x="79889" y="98506"/>
                      </a:cubicBezTo>
                      <a:cubicBezTo>
                        <a:pt x="84037" y="98506"/>
                        <a:pt x="86157" y="97111"/>
                        <a:pt x="91929" y="96390"/>
                      </a:cubicBezTo>
                      <a:cubicBezTo>
                        <a:pt x="99820" y="95490"/>
                        <a:pt x="108614" y="96615"/>
                        <a:pt x="108614" y="93870"/>
                      </a:cubicBezTo>
                      <a:cubicBezTo>
                        <a:pt x="108614" y="88784"/>
                        <a:pt x="94003" y="91754"/>
                        <a:pt x="94003" y="85768"/>
                      </a:cubicBezTo>
                      <a:lnTo>
                        <a:pt x="94003" y="5468"/>
                      </a:lnTo>
                      <a:cubicBezTo>
                        <a:pt x="94003" y="2453"/>
                        <a:pt x="91929" y="157"/>
                        <a:pt x="89629" y="157"/>
                      </a:cubicBezTo>
                      <a:cubicBezTo>
                        <a:pt x="85210" y="157"/>
                        <a:pt x="82685" y="1327"/>
                        <a:pt x="78491" y="2003"/>
                      </a:cubicBezTo>
                      <a:cubicBezTo>
                        <a:pt x="75018" y="2723"/>
                        <a:pt x="71321" y="2723"/>
                        <a:pt x="68750" y="2723"/>
                      </a:cubicBezTo>
                      <a:cubicBezTo>
                        <a:pt x="66225" y="2723"/>
                        <a:pt x="64827" y="3623"/>
                        <a:pt x="64827" y="4793"/>
                      </a:cubicBezTo>
                      <a:cubicBezTo>
                        <a:pt x="64827" y="10330"/>
                        <a:pt x="77093" y="5018"/>
                        <a:pt x="77093" y="13345"/>
                      </a:cubicBezTo>
                      <a:lnTo>
                        <a:pt x="77093" y="73975"/>
                      </a:lnTo>
                      <a:cubicBezTo>
                        <a:pt x="77093" y="79286"/>
                        <a:pt x="66451" y="90404"/>
                        <a:pt x="51840" y="90404"/>
                      </a:cubicBezTo>
                      <a:cubicBezTo>
                        <a:pt x="42325" y="90404"/>
                        <a:pt x="29338" y="83427"/>
                        <a:pt x="29338" y="65378"/>
                      </a:cubicBezTo>
                      <a:lnTo>
                        <a:pt x="29338" y="5468"/>
                      </a:lnTo>
                      <a:cubicBezTo>
                        <a:pt x="29338" y="2453"/>
                        <a:pt x="27264" y="157"/>
                        <a:pt x="24964" y="157"/>
                      </a:cubicBezTo>
                      <a:cubicBezTo>
                        <a:pt x="19147" y="157"/>
                        <a:pt x="14998" y="2228"/>
                        <a:pt x="10579" y="2453"/>
                      </a:cubicBezTo>
                      <a:cubicBezTo>
                        <a:pt x="7783" y="2723"/>
                        <a:pt x="6655" y="2723"/>
                        <a:pt x="5032" y="2723"/>
                      </a:cubicBezTo>
                      <a:cubicBezTo>
                        <a:pt x="1785" y="2723"/>
                        <a:pt x="162" y="3398"/>
                        <a:pt x="162" y="479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8" name="Gráfico 12">
                  <a:extLst>
                    <a:ext uri="{FF2B5EF4-FFF2-40B4-BE49-F238E27FC236}">
                      <a16:creationId xmlns:a16="http://schemas.microsoft.com/office/drawing/2014/main" id="{92EC4FF2-3F19-46FF-A2F2-1810E197D67C}"/>
                    </a:ext>
                  </a:extLst>
                </p:cNvPr>
                <p:cNvSpPr/>
                <p:nvPr/>
              </p:nvSpPr>
              <p:spPr>
                <a:xfrm>
                  <a:off x="2213781" y="2743630"/>
                  <a:ext cx="105926" cy="148985"/>
                </a:xfrm>
                <a:custGeom>
                  <a:avLst/>
                  <a:gdLst>
                    <a:gd name="connsiteX0" fmla="*/ 172 w 105926"/>
                    <a:gd name="connsiteY0" fmla="*/ 14246 h 148985"/>
                    <a:gd name="connsiteX1" fmla="*/ 15955 w 105926"/>
                    <a:gd name="connsiteY1" fmla="*/ 26759 h 148985"/>
                    <a:gd name="connsiteX2" fmla="*/ 15955 w 105926"/>
                    <a:gd name="connsiteY2" fmla="*/ 130644 h 148985"/>
                    <a:gd name="connsiteX3" fmla="*/ 3870 w 105926"/>
                    <a:gd name="connsiteY3" fmla="*/ 146577 h 148985"/>
                    <a:gd name="connsiteX4" fmla="*/ 7342 w 105926"/>
                    <a:gd name="connsiteY4" fmla="*/ 149143 h 148985"/>
                    <a:gd name="connsiteX5" fmla="*/ 26146 w 105926"/>
                    <a:gd name="connsiteY5" fmla="*/ 148198 h 148985"/>
                    <a:gd name="connsiteX6" fmla="*/ 50001 w 105926"/>
                    <a:gd name="connsiteY6" fmla="*/ 149143 h 148985"/>
                    <a:gd name="connsiteX7" fmla="*/ 54195 w 105926"/>
                    <a:gd name="connsiteY7" fmla="*/ 146127 h 148985"/>
                    <a:gd name="connsiteX8" fmla="*/ 32865 w 105926"/>
                    <a:gd name="connsiteY8" fmla="*/ 131319 h 148985"/>
                    <a:gd name="connsiteX9" fmla="*/ 32865 w 105926"/>
                    <a:gd name="connsiteY9" fmla="*/ 97561 h 148985"/>
                    <a:gd name="connsiteX10" fmla="*/ 56720 w 105926"/>
                    <a:gd name="connsiteY10" fmla="*/ 103817 h 148985"/>
                    <a:gd name="connsiteX11" fmla="*/ 106099 w 105926"/>
                    <a:gd name="connsiteY11" fmla="*/ 48949 h 148985"/>
                    <a:gd name="connsiteX12" fmla="*/ 64612 w 105926"/>
                    <a:gd name="connsiteY12" fmla="*/ 2003 h 148985"/>
                    <a:gd name="connsiteX13" fmla="*/ 32865 w 105926"/>
                    <a:gd name="connsiteY13" fmla="*/ 17261 h 148985"/>
                    <a:gd name="connsiteX14" fmla="*/ 32865 w 105926"/>
                    <a:gd name="connsiteY14" fmla="*/ 4298 h 148985"/>
                    <a:gd name="connsiteX15" fmla="*/ 30069 w 105926"/>
                    <a:gd name="connsiteY15" fmla="*/ 157 h 148985"/>
                    <a:gd name="connsiteX16" fmla="*/ 14782 w 105926"/>
                    <a:gd name="connsiteY16" fmla="*/ 7539 h 148985"/>
                    <a:gd name="connsiteX17" fmla="*/ 2246 w 105926"/>
                    <a:gd name="connsiteY17" fmla="*/ 11725 h 148985"/>
                    <a:gd name="connsiteX18" fmla="*/ 172 w 105926"/>
                    <a:gd name="connsiteY18" fmla="*/ 14246 h 148985"/>
                    <a:gd name="connsiteX19" fmla="*/ 57893 w 105926"/>
                    <a:gd name="connsiteY19" fmla="*/ 12850 h 148985"/>
                    <a:gd name="connsiteX20" fmla="*/ 93337 w 105926"/>
                    <a:gd name="connsiteY20" fmla="*/ 59617 h 148985"/>
                    <a:gd name="connsiteX21" fmla="*/ 62988 w 105926"/>
                    <a:gd name="connsiteY21" fmla="*/ 98236 h 148985"/>
                    <a:gd name="connsiteX22" fmla="*/ 32865 w 105926"/>
                    <a:gd name="connsiteY22" fmla="*/ 77666 h 148985"/>
                    <a:gd name="connsiteX23" fmla="*/ 32865 w 105926"/>
                    <a:gd name="connsiteY23" fmla="*/ 31620 h 148985"/>
                    <a:gd name="connsiteX24" fmla="*/ 57893 w 105926"/>
                    <a:gd name="connsiteY24" fmla="*/ 12850 h 1489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05926" h="148985">
                      <a:moveTo>
                        <a:pt x="172" y="14246"/>
                      </a:moveTo>
                      <a:cubicBezTo>
                        <a:pt x="172" y="19107"/>
                        <a:pt x="15955" y="13345"/>
                        <a:pt x="15955" y="26759"/>
                      </a:cubicBezTo>
                      <a:lnTo>
                        <a:pt x="15955" y="130644"/>
                      </a:lnTo>
                      <a:cubicBezTo>
                        <a:pt x="15955" y="143832"/>
                        <a:pt x="3870" y="140816"/>
                        <a:pt x="3870" y="146577"/>
                      </a:cubicBezTo>
                      <a:cubicBezTo>
                        <a:pt x="3870" y="148693"/>
                        <a:pt x="5268" y="149143"/>
                        <a:pt x="7342" y="149143"/>
                      </a:cubicBezTo>
                      <a:cubicBezTo>
                        <a:pt x="10589" y="149143"/>
                        <a:pt x="15955" y="148198"/>
                        <a:pt x="26146" y="148198"/>
                      </a:cubicBezTo>
                      <a:cubicBezTo>
                        <a:pt x="41208" y="148198"/>
                        <a:pt x="46303" y="149143"/>
                        <a:pt x="50001" y="149143"/>
                      </a:cubicBezTo>
                      <a:cubicBezTo>
                        <a:pt x="52572" y="149143"/>
                        <a:pt x="54195" y="148918"/>
                        <a:pt x="54195" y="146127"/>
                      </a:cubicBezTo>
                      <a:cubicBezTo>
                        <a:pt x="54195" y="140591"/>
                        <a:pt x="32865" y="146352"/>
                        <a:pt x="32865" y="131319"/>
                      </a:cubicBezTo>
                      <a:lnTo>
                        <a:pt x="32865" y="97561"/>
                      </a:lnTo>
                      <a:cubicBezTo>
                        <a:pt x="43057" y="102647"/>
                        <a:pt x="50948" y="103817"/>
                        <a:pt x="56720" y="103817"/>
                      </a:cubicBezTo>
                      <a:cubicBezTo>
                        <a:pt x="93111" y="103817"/>
                        <a:pt x="106099" y="69789"/>
                        <a:pt x="106099" y="48949"/>
                      </a:cubicBezTo>
                      <a:cubicBezTo>
                        <a:pt x="106099" y="23518"/>
                        <a:pt x="91713" y="2003"/>
                        <a:pt x="64612" y="2003"/>
                      </a:cubicBezTo>
                      <a:cubicBezTo>
                        <a:pt x="55322" y="2003"/>
                        <a:pt x="44455" y="6639"/>
                        <a:pt x="32865" y="17261"/>
                      </a:cubicBezTo>
                      <a:lnTo>
                        <a:pt x="32865" y="4298"/>
                      </a:lnTo>
                      <a:cubicBezTo>
                        <a:pt x="32865" y="2003"/>
                        <a:pt x="31918" y="157"/>
                        <a:pt x="30069" y="157"/>
                      </a:cubicBezTo>
                      <a:cubicBezTo>
                        <a:pt x="26372" y="157"/>
                        <a:pt x="21276" y="4793"/>
                        <a:pt x="14782" y="7539"/>
                      </a:cubicBezTo>
                      <a:cubicBezTo>
                        <a:pt x="10138" y="9609"/>
                        <a:pt x="5042" y="11005"/>
                        <a:pt x="2246" y="11725"/>
                      </a:cubicBezTo>
                      <a:cubicBezTo>
                        <a:pt x="397" y="12175"/>
                        <a:pt x="172" y="13570"/>
                        <a:pt x="172" y="14246"/>
                      </a:cubicBezTo>
                      <a:close/>
                      <a:moveTo>
                        <a:pt x="57893" y="12850"/>
                      </a:moveTo>
                      <a:cubicBezTo>
                        <a:pt x="83642" y="12850"/>
                        <a:pt x="93337" y="39947"/>
                        <a:pt x="93337" y="59617"/>
                      </a:cubicBezTo>
                      <a:cubicBezTo>
                        <a:pt x="93337" y="77666"/>
                        <a:pt x="84543" y="98236"/>
                        <a:pt x="62988" y="98236"/>
                      </a:cubicBezTo>
                      <a:cubicBezTo>
                        <a:pt x="45627" y="98236"/>
                        <a:pt x="32865" y="88288"/>
                        <a:pt x="32865" y="77666"/>
                      </a:cubicBezTo>
                      <a:lnTo>
                        <a:pt x="32865" y="31620"/>
                      </a:lnTo>
                      <a:cubicBezTo>
                        <a:pt x="32865" y="25138"/>
                        <a:pt x="39133" y="12850"/>
                        <a:pt x="57893" y="1285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59" name="Gráfico 12">
                  <a:extLst>
                    <a:ext uri="{FF2B5EF4-FFF2-40B4-BE49-F238E27FC236}">
                      <a16:creationId xmlns:a16="http://schemas.microsoft.com/office/drawing/2014/main" id="{DAD340A8-B794-4F71-80FA-49685069B270}"/>
                    </a:ext>
                  </a:extLst>
                </p:cNvPr>
                <p:cNvSpPr/>
                <p:nvPr/>
              </p:nvSpPr>
              <p:spPr>
                <a:xfrm>
                  <a:off x="2335478" y="2745475"/>
                  <a:ext cx="87843" cy="101814"/>
                </a:xfrm>
                <a:custGeom>
                  <a:avLst/>
                  <a:gdLst>
                    <a:gd name="connsiteX0" fmla="*/ 182 w 87843"/>
                    <a:gd name="connsiteY0" fmla="*/ 54305 h 101814"/>
                    <a:gd name="connsiteX1" fmla="*/ 46990 w 87843"/>
                    <a:gd name="connsiteY1" fmla="*/ 101972 h 101814"/>
                    <a:gd name="connsiteX2" fmla="*/ 88026 w 87843"/>
                    <a:gd name="connsiteY2" fmla="*/ 79736 h 101814"/>
                    <a:gd name="connsiteX3" fmla="*/ 87079 w 87843"/>
                    <a:gd name="connsiteY3" fmla="*/ 78341 h 101814"/>
                    <a:gd name="connsiteX4" fmla="*/ 54385 w 87843"/>
                    <a:gd name="connsiteY4" fmla="*/ 90404 h 101814"/>
                    <a:gd name="connsiteX5" fmla="*/ 17092 w 87843"/>
                    <a:gd name="connsiteY5" fmla="*/ 40892 h 101814"/>
                    <a:gd name="connsiteX6" fmla="*/ 81532 w 87843"/>
                    <a:gd name="connsiteY6" fmla="*/ 40892 h 101814"/>
                    <a:gd name="connsiteX7" fmla="*/ 86628 w 87843"/>
                    <a:gd name="connsiteY7" fmla="*/ 36931 h 101814"/>
                    <a:gd name="connsiteX8" fmla="*/ 45592 w 87843"/>
                    <a:gd name="connsiteY8" fmla="*/ 157 h 101814"/>
                    <a:gd name="connsiteX9" fmla="*/ 182 w 87843"/>
                    <a:gd name="connsiteY9" fmla="*/ 54305 h 101814"/>
                    <a:gd name="connsiteX10" fmla="*/ 17092 w 87843"/>
                    <a:gd name="connsiteY10" fmla="*/ 34635 h 101814"/>
                    <a:gd name="connsiteX11" fmla="*/ 41669 w 87843"/>
                    <a:gd name="connsiteY11" fmla="*/ 5468 h 101814"/>
                    <a:gd name="connsiteX12" fmla="*/ 67373 w 87843"/>
                    <a:gd name="connsiteY12" fmla="*/ 29999 h 101814"/>
                    <a:gd name="connsiteX13" fmla="*/ 63224 w 87843"/>
                    <a:gd name="connsiteY13" fmla="*/ 34635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7843" h="101814">
                      <a:moveTo>
                        <a:pt x="182" y="54305"/>
                      </a:moveTo>
                      <a:cubicBezTo>
                        <a:pt x="182" y="69789"/>
                        <a:pt x="12222" y="101972"/>
                        <a:pt x="46990" y="101972"/>
                      </a:cubicBezTo>
                      <a:cubicBezTo>
                        <a:pt x="67869" y="101972"/>
                        <a:pt x="88026" y="85543"/>
                        <a:pt x="88026" y="79736"/>
                      </a:cubicBezTo>
                      <a:cubicBezTo>
                        <a:pt x="88026" y="78836"/>
                        <a:pt x="87800" y="78341"/>
                        <a:pt x="87079" y="78341"/>
                      </a:cubicBezTo>
                      <a:cubicBezTo>
                        <a:pt x="81758" y="78341"/>
                        <a:pt x="74813" y="90404"/>
                        <a:pt x="54385" y="90404"/>
                      </a:cubicBezTo>
                      <a:cubicBezTo>
                        <a:pt x="39549" y="90404"/>
                        <a:pt x="17092" y="78116"/>
                        <a:pt x="17092" y="40892"/>
                      </a:cubicBezTo>
                      <a:lnTo>
                        <a:pt x="81532" y="40892"/>
                      </a:lnTo>
                      <a:cubicBezTo>
                        <a:pt x="85681" y="40892"/>
                        <a:pt x="86628" y="39722"/>
                        <a:pt x="86628" y="36931"/>
                      </a:cubicBezTo>
                      <a:cubicBezTo>
                        <a:pt x="86628" y="27434"/>
                        <a:pt x="73866" y="157"/>
                        <a:pt x="45592" y="157"/>
                      </a:cubicBezTo>
                      <a:cubicBezTo>
                        <a:pt x="16371" y="157"/>
                        <a:pt x="182" y="25363"/>
                        <a:pt x="182" y="54305"/>
                      </a:cubicBezTo>
                      <a:close/>
                      <a:moveTo>
                        <a:pt x="17092" y="34635"/>
                      </a:moveTo>
                      <a:cubicBezTo>
                        <a:pt x="17092" y="21447"/>
                        <a:pt x="27735" y="5468"/>
                        <a:pt x="41669" y="5468"/>
                      </a:cubicBezTo>
                      <a:cubicBezTo>
                        <a:pt x="54656" y="5468"/>
                        <a:pt x="67373" y="17261"/>
                        <a:pt x="67373" y="29999"/>
                      </a:cubicBezTo>
                      <a:cubicBezTo>
                        <a:pt x="67373" y="33015"/>
                        <a:pt x="66245" y="34635"/>
                        <a:pt x="63224" y="3463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0" name="Gráfico 12">
                  <a:extLst>
                    <a:ext uri="{FF2B5EF4-FFF2-40B4-BE49-F238E27FC236}">
                      <a16:creationId xmlns:a16="http://schemas.microsoft.com/office/drawing/2014/main" id="{98452BB7-89B1-41D0-A419-352A57D287AA}"/>
                    </a:ext>
                  </a:extLst>
                </p:cNvPr>
                <p:cNvSpPr/>
                <p:nvPr/>
              </p:nvSpPr>
              <p:spPr>
                <a:xfrm>
                  <a:off x="2434636" y="2743630"/>
                  <a:ext cx="72331" cy="102039"/>
                </a:xfrm>
                <a:custGeom>
                  <a:avLst/>
                  <a:gdLst>
                    <a:gd name="connsiteX0" fmla="*/ 191 w 72331"/>
                    <a:gd name="connsiteY0" fmla="*/ 14246 h 102039"/>
                    <a:gd name="connsiteX1" fmla="*/ 16876 w 72331"/>
                    <a:gd name="connsiteY1" fmla="*/ 26759 h 102039"/>
                    <a:gd name="connsiteX2" fmla="*/ 16876 w 72331"/>
                    <a:gd name="connsiteY2" fmla="*/ 86893 h 102039"/>
                    <a:gd name="connsiteX3" fmla="*/ 5061 w 72331"/>
                    <a:gd name="connsiteY3" fmla="*/ 100081 h 102039"/>
                    <a:gd name="connsiteX4" fmla="*/ 7631 w 72331"/>
                    <a:gd name="connsiteY4" fmla="*/ 102197 h 102039"/>
                    <a:gd name="connsiteX5" fmla="*/ 28736 w 72331"/>
                    <a:gd name="connsiteY5" fmla="*/ 101252 h 102039"/>
                    <a:gd name="connsiteX6" fmla="*/ 50742 w 72331"/>
                    <a:gd name="connsiteY6" fmla="*/ 102197 h 102039"/>
                    <a:gd name="connsiteX7" fmla="*/ 54439 w 72331"/>
                    <a:gd name="connsiteY7" fmla="*/ 99631 h 102039"/>
                    <a:gd name="connsiteX8" fmla="*/ 33831 w 72331"/>
                    <a:gd name="connsiteY8" fmla="*/ 82032 h 102039"/>
                    <a:gd name="connsiteX9" fmla="*/ 33831 w 72331"/>
                    <a:gd name="connsiteY9" fmla="*/ 30900 h 102039"/>
                    <a:gd name="connsiteX10" fmla="*/ 48893 w 72331"/>
                    <a:gd name="connsiteY10" fmla="*/ 17486 h 102039"/>
                    <a:gd name="connsiteX11" fmla="*/ 64180 w 72331"/>
                    <a:gd name="connsiteY11" fmla="*/ 22798 h 102039"/>
                    <a:gd name="connsiteX12" fmla="*/ 72522 w 72331"/>
                    <a:gd name="connsiteY12" fmla="*/ 12400 h 102039"/>
                    <a:gd name="connsiteX13" fmla="*/ 57235 w 72331"/>
                    <a:gd name="connsiteY13" fmla="*/ 2003 h 102039"/>
                    <a:gd name="connsiteX14" fmla="*/ 34282 w 72331"/>
                    <a:gd name="connsiteY14" fmla="*/ 21222 h 102039"/>
                    <a:gd name="connsiteX15" fmla="*/ 33831 w 72331"/>
                    <a:gd name="connsiteY15" fmla="*/ 21222 h 102039"/>
                    <a:gd name="connsiteX16" fmla="*/ 33831 w 72331"/>
                    <a:gd name="connsiteY16" fmla="*/ 3623 h 102039"/>
                    <a:gd name="connsiteX17" fmla="*/ 31035 w 72331"/>
                    <a:gd name="connsiteY17" fmla="*/ 157 h 102039"/>
                    <a:gd name="connsiteX18" fmla="*/ 14801 w 72331"/>
                    <a:gd name="connsiteY18" fmla="*/ 8034 h 102039"/>
                    <a:gd name="connsiteX19" fmla="*/ 4385 w 72331"/>
                    <a:gd name="connsiteY19" fmla="*/ 11500 h 102039"/>
                    <a:gd name="connsiteX20" fmla="*/ 191 w 72331"/>
                    <a:gd name="connsiteY20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2331" h="102039">
                      <a:moveTo>
                        <a:pt x="191" y="14246"/>
                      </a:moveTo>
                      <a:cubicBezTo>
                        <a:pt x="191" y="19107"/>
                        <a:pt x="16876" y="13345"/>
                        <a:pt x="16876" y="26759"/>
                      </a:cubicBezTo>
                      <a:lnTo>
                        <a:pt x="16876" y="86893"/>
                      </a:lnTo>
                      <a:cubicBezTo>
                        <a:pt x="16876" y="96165"/>
                        <a:pt x="5061" y="95220"/>
                        <a:pt x="5061" y="100081"/>
                      </a:cubicBezTo>
                      <a:cubicBezTo>
                        <a:pt x="5061" y="101477"/>
                        <a:pt x="5783" y="102197"/>
                        <a:pt x="7631" y="102197"/>
                      </a:cubicBezTo>
                      <a:cubicBezTo>
                        <a:pt x="9706" y="102197"/>
                        <a:pt x="13178" y="101252"/>
                        <a:pt x="28736" y="101252"/>
                      </a:cubicBezTo>
                      <a:cubicBezTo>
                        <a:pt x="42399" y="101252"/>
                        <a:pt x="47044" y="102197"/>
                        <a:pt x="50742" y="102197"/>
                      </a:cubicBezTo>
                      <a:cubicBezTo>
                        <a:pt x="53267" y="102197"/>
                        <a:pt x="54439" y="101702"/>
                        <a:pt x="54439" y="99631"/>
                      </a:cubicBezTo>
                      <a:cubicBezTo>
                        <a:pt x="54439" y="92249"/>
                        <a:pt x="33831" y="103097"/>
                        <a:pt x="33831" y="82032"/>
                      </a:cubicBezTo>
                      <a:lnTo>
                        <a:pt x="33831" y="30900"/>
                      </a:lnTo>
                      <a:cubicBezTo>
                        <a:pt x="33831" y="28154"/>
                        <a:pt x="39603" y="17486"/>
                        <a:pt x="48893" y="17486"/>
                      </a:cubicBezTo>
                      <a:cubicBezTo>
                        <a:pt x="57235" y="17486"/>
                        <a:pt x="59535" y="22798"/>
                        <a:pt x="64180" y="22798"/>
                      </a:cubicBezTo>
                      <a:cubicBezTo>
                        <a:pt x="66976" y="22798"/>
                        <a:pt x="72522" y="15866"/>
                        <a:pt x="72522" y="12400"/>
                      </a:cubicBezTo>
                      <a:cubicBezTo>
                        <a:pt x="72522" y="8034"/>
                        <a:pt x="62105" y="2003"/>
                        <a:pt x="57235" y="2003"/>
                      </a:cubicBezTo>
                      <a:cubicBezTo>
                        <a:pt x="47269" y="2003"/>
                        <a:pt x="38701" y="15191"/>
                        <a:pt x="34282" y="21222"/>
                      </a:cubicBezTo>
                      <a:lnTo>
                        <a:pt x="33831" y="21222"/>
                      </a:lnTo>
                      <a:lnTo>
                        <a:pt x="33831" y="3623"/>
                      </a:lnTo>
                      <a:cubicBezTo>
                        <a:pt x="33831" y="2228"/>
                        <a:pt x="32659" y="157"/>
                        <a:pt x="31035" y="157"/>
                      </a:cubicBezTo>
                      <a:cubicBezTo>
                        <a:pt x="27338" y="157"/>
                        <a:pt x="22467" y="4523"/>
                        <a:pt x="14801" y="8034"/>
                      </a:cubicBezTo>
                      <a:cubicBezTo>
                        <a:pt x="10878" y="9609"/>
                        <a:pt x="7180" y="10780"/>
                        <a:pt x="4385" y="11500"/>
                      </a:cubicBezTo>
                      <a:cubicBezTo>
                        <a:pt x="2310" y="11950"/>
                        <a:pt x="191" y="12400"/>
                        <a:pt x="191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1" name="Gráfico 12">
                  <a:extLst>
                    <a:ext uri="{FF2B5EF4-FFF2-40B4-BE49-F238E27FC236}">
                      <a16:creationId xmlns:a16="http://schemas.microsoft.com/office/drawing/2014/main" id="{024E24D0-B168-4560-AB28-7CD044B97FB1}"/>
                    </a:ext>
                  </a:extLst>
                </p:cNvPr>
                <p:cNvSpPr/>
                <p:nvPr/>
              </p:nvSpPr>
              <p:spPr>
                <a:xfrm>
                  <a:off x="2516907" y="2745475"/>
                  <a:ext cx="92488" cy="101814"/>
                </a:xfrm>
                <a:custGeom>
                  <a:avLst/>
                  <a:gdLst>
                    <a:gd name="connsiteX0" fmla="*/ 198 w 92488"/>
                    <a:gd name="connsiteY0" fmla="*/ 26308 h 101814"/>
                    <a:gd name="connsiteX1" fmla="*/ 11110 w 92488"/>
                    <a:gd name="connsiteY1" fmla="*/ 33915 h 101814"/>
                    <a:gd name="connsiteX2" fmla="*/ 16206 w 92488"/>
                    <a:gd name="connsiteY2" fmla="*/ 29549 h 101814"/>
                    <a:gd name="connsiteX3" fmla="*/ 14808 w 92488"/>
                    <a:gd name="connsiteY3" fmla="*/ 20052 h 101814"/>
                    <a:gd name="connsiteX4" fmla="*/ 34740 w 92488"/>
                    <a:gd name="connsiteY4" fmla="*/ 6189 h 101814"/>
                    <a:gd name="connsiteX5" fmla="*/ 58865 w 92488"/>
                    <a:gd name="connsiteY5" fmla="*/ 25813 h 101814"/>
                    <a:gd name="connsiteX6" fmla="*/ 58865 w 92488"/>
                    <a:gd name="connsiteY6" fmla="*/ 44133 h 101814"/>
                    <a:gd name="connsiteX7" fmla="*/ 694 w 92488"/>
                    <a:gd name="connsiteY7" fmla="*/ 79961 h 101814"/>
                    <a:gd name="connsiteX8" fmla="*/ 25721 w 92488"/>
                    <a:gd name="connsiteY8" fmla="*/ 101972 h 101814"/>
                    <a:gd name="connsiteX9" fmla="*/ 61165 w 92488"/>
                    <a:gd name="connsiteY9" fmla="*/ 88513 h 101814"/>
                    <a:gd name="connsiteX10" fmla="*/ 79248 w 92488"/>
                    <a:gd name="connsiteY10" fmla="*/ 100351 h 101814"/>
                    <a:gd name="connsiteX11" fmla="*/ 92686 w 92488"/>
                    <a:gd name="connsiteY11" fmla="*/ 94545 h 101814"/>
                    <a:gd name="connsiteX12" fmla="*/ 89935 w 92488"/>
                    <a:gd name="connsiteY12" fmla="*/ 92925 h 101814"/>
                    <a:gd name="connsiteX13" fmla="*/ 85516 w 92488"/>
                    <a:gd name="connsiteY13" fmla="*/ 93375 h 101814"/>
                    <a:gd name="connsiteX14" fmla="*/ 75550 w 92488"/>
                    <a:gd name="connsiteY14" fmla="*/ 78341 h 101814"/>
                    <a:gd name="connsiteX15" fmla="*/ 75776 w 92488"/>
                    <a:gd name="connsiteY15" fmla="*/ 23518 h 101814"/>
                    <a:gd name="connsiteX16" fmla="*/ 37310 w 92488"/>
                    <a:gd name="connsiteY16" fmla="*/ 157 h 101814"/>
                    <a:gd name="connsiteX17" fmla="*/ 198 w 92488"/>
                    <a:gd name="connsiteY17" fmla="*/ 26308 h 101814"/>
                    <a:gd name="connsiteX18" fmla="*/ 58865 w 92488"/>
                    <a:gd name="connsiteY18" fmla="*/ 49669 h 101814"/>
                    <a:gd name="connsiteX19" fmla="*/ 58865 w 92488"/>
                    <a:gd name="connsiteY19" fmla="*/ 76946 h 101814"/>
                    <a:gd name="connsiteX20" fmla="*/ 34514 w 92488"/>
                    <a:gd name="connsiteY20" fmla="*/ 95220 h 101814"/>
                    <a:gd name="connsiteX21" fmla="*/ 15755 w 92488"/>
                    <a:gd name="connsiteY21" fmla="*/ 76946 h 101814"/>
                    <a:gd name="connsiteX22" fmla="*/ 58865 w 92488"/>
                    <a:gd name="connsiteY22" fmla="*/ 49669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92488" h="101814">
                      <a:moveTo>
                        <a:pt x="198" y="26308"/>
                      </a:moveTo>
                      <a:cubicBezTo>
                        <a:pt x="198" y="30449"/>
                        <a:pt x="7187" y="33915"/>
                        <a:pt x="11110" y="33915"/>
                      </a:cubicBezTo>
                      <a:cubicBezTo>
                        <a:pt x="15034" y="33915"/>
                        <a:pt x="16206" y="32520"/>
                        <a:pt x="16206" y="29549"/>
                      </a:cubicBezTo>
                      <a:cubicBezTo>
                        <a:pt x="16206" y="26984"/>
                        <a:pt x="14808" y="23518"/>
                        <a:pt x="14808" y="20052"/>
                      </a:cubicBezTo>
                      <a:cubicBezTo>
                        <a:pt x="14808" y="7539"/>
                        <a:pt x="23647" y="6189"/>
                        <a:pt x="34740" y="6189"/>
                      </a:cubicBezTo>
                      <a:cubicBezTo>
                        <a:pt x="52597" y="6189"/>
                        <a:pt x="58865" y="17261"/>
                        <a:pt x="58865" y="25813"/>
                      </a:cubicBezTo>
                      <a:lnTo>
                        <a:pt x="58865" y="44133"/>
                      </a:lnTo>
                      <a:cubicBezTo>
                        <a:pt x="3940" y="53135"/>
                        <a:pt x="694" y="68394"/>
                        <a:pt x="694" y="79961"/>
                      </a:cubicBezTo>
                      <a:cubicBezTo>
                        <a:pt x="694" y="94995"/>
                        <a:pt x="9036" y="101972"/>
                        <a:pt x="25721" y="101972"/>
                      </a:cubicBezTo>
                      <a:cubicBezTo>
                        <a:pt x="38708" y="101972"/>
                        <a:pt x="51425" y="96840"/>
                        <a:pt x="61165" y="88513"/>
                      </a:cubicBezTo>
                      <a:cubicBezTo>
                        <a:pt x="64412" y="96390"/>
                        <a:pt x="70680" y="100351"/>
                        <a:pt x="79248" y="100351"/>
                      </a:cubicBezTo>
                      <a:cubicBezTo>
                        <a:pt x="83216" y="100351"/>
                        <a:pt x="92686" y="99181"/>
                        <a:pt x="92686" y="94545"/>
                      </a:cubicBezTo>
                      <a:cubicBezTo>
                        <a:pt x="92686" y="93375"/>
                        <a:pt x="91784" y="92925"/>
                        <a:pt x="89935" y="92925"/>
                      </a:cubicBezTo>
                      <a:cubicBezTo>
                        <a:pt x="88537" y="92925"/>
                        <a:pt x="86914" y="93375"/>
                        <a:pt x="85516" y="93375"/>
                      </a:cubicBezTo>
                      <a:cubicBezTo>
                        <a:pt x="76723" y="93375"/>
                        <a:pt x="75550" y="85768"/>
                        <a:pt x="75550" y="78341"/>
                      </a:cubicBezTo>
                      <a:lnTo>
                        <a:pt x="75776" y="23518"/>
                      </a:lnTo>
                      <a:cubicBezTo>
                        <a:pt x="75776" y="13120"/>
                        <a:pt x="68380" y="157"/>
                        <a:pt x="37310" y="157"/>
                      </a:cubicBezTo>
                      <a:cubicBezTo>
                        <a:pt x="11561" y="157"/>
                        <a:pt x="198" y="17261"/>
                        <a:pt x="198" y="26308"/>
                      </a:cubicBezTo>
                      <a:close/>
                      <a:moveTo>
                        <a:pt x="58865" y="49669"/>
                      </a:moveTo>
                      <a:lnTo>
                        <a:pt x="58865" y="76946"/>
                      </a:lnTo>
                      <a:cubicBezTo>
                        <a:pt x="58865" y="87838"/>
                        <a:pt x="44480" y="95220"/>
                        <a:pt x="34514" y="95220"/>
                      </a:cubicBezTo>
                      <a:cubicBezTo>
                        <a:pt x="22023" y="95220"/>
                        <a:pt x="15755" y="89684"/>
                        <a:pt x="15755" y="76946"/>
                      </a:cubicBezTo>
                      <a:cubicBezTo>
                        <a:pt x="15755" y="56826"/>
                        <a:pt x="43082" y="53135"/>
                        <a:pt x="58865" y="4966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2" name="Gráfico 12">
                  <a:extLst>
                    <a:ext uri="{FF2B5EF4-FFF2-40B4-BE49-F238E27FC236}">
                      <a16:creationId xmlns:a16="http://schemas.microsoft.com/office/drawing/2014/main" id="{5E2D1525-3EAB-4C5D-BB25-356B3C9846B0}"/>
                    </a:ext>
                  </a:extLst>
                </p:cNvPr>
                <p:cNvSpPr/>
                <p:nvPr/>
              </p:nvSpPr>
              <p:spPr>
                <a:xfrm>
                  <a:off x="2617508" y="2745475"/>
                  <a:ext cx="91541" cy="101814"/>
                </a:xfrm>
                <a:custGeom>
                  <a:avLst/>
                  <a:gdLst>
                    <a:gd name="connsiteX0" fmla="*/ 206 w 91541"/>
                    <a:gd name="connsiteY0" fmla="*/ 52910 h 101814"/>
                    <a:gd name="connsiteX1" fmla="*/ 46112 w 91541"/>
                    <a:gd name="connsiteY1" fmla="*/ 101972 h 101814"/>
                    <a:gd name="connsiteX2" fmla="*/ 91748 w 91541"/>
                    <a:gd name="connsiteY2" fmla="*/ 78341 h 101814"/>
                    <a:gd name="connsiteX3" fmla="*/ 89899 w 91541"/>
                    <a:gd name="connsiteY3" fmla="*/ 76946 h 101814"/>
                    <a:gd name="connsiteX4" fmla="*/ 58153 w 91541"/>
                    <a:gd name="connsiteY4" fmla="*/ 90404 h 101814"/>
                    <a:gd name="connsiteX5" fmla="*/ 17117 w 91541"/>
                    <a:gd name="connsiteY5" fmla="*/ 44808 h 101814"/>
                    <a:gd name="connsiteX6" fmla="*/ 44489 w 91541"/>
                    <a:gd name="connsiteY6" fmla="*/ 7764 h 101814"/>
                    <a:gd name="connsiteX7" fmla="*/ 78806 w 91541"/>
                    <a:gd name="connsiteY7" fmla="*/ 27209 h 101814"/>
                    <a:gd name="connsiteX8" fmla="*/ 80655 w 91541"/>
                    <a:gd name="connsiteY8" fmla="*/ 19827 h 101814"/>
                    <a:gd name="connsiteX9" fmla="*/ 80655 w 91541"/>
                    <a:gd name="connsiteY9" fmla="*/ 11275 h 101814"/>
                    <a:gd name="connsiteX10" fmla="*/ 76236 w 91541"/>
                    <a:gd name="connsiteY10" fmla="*/ 4568 h 101814"/>
                    <a:gd name="connsiteX11" fmla="*/ 52381 w 91541"/>
                    <a:gd name="connsiteY11" fmla="*/ 157 h 101814"/>
                    <a:gd name="connsiteX12" fmla="*/ 206 w 91541"/>
                    <a:gd name="connsiteY12" fmla="*/ 52910 h 10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1541" h="101814">
                      <a:moveTo>
                        <a:pt x="206" y="52910"/>
                      </a:moveTo>
                      <a:cubicBezTo>
                        <a:pt x="206" y="78116"/>
                        <a:pt x="18966" y="101972"/>
                        <a:pt x="46112" y="101972"/>
                      </a:cubicBezTo>
                      <a:cubicBezTo>
                        <a:pt x="78310" y="101972"/>
                        <a:pt x="91748" y="81582"/>
                        <a:pt x="91748" y="78341"/>
                      </a:cubicBezTo>
                      <a:cubicBezTo>
                        <a:pt x="91748" y="77666"/>
                        <a:pt x="90621" y="76946"/>
                        <a:pt x="89899" y="76946"/>
                      </a:cubicBezTo>
                      <a:cubicBezTo>
                        <a:pt x="85976" y="77216"/>
                        <a:pt x="76461" y="90404"/>
                        <a:pt x="58153" y="90404"/>
                      </a:cubicBezTo>
                      <a:cubicBezTo>
                        <a:pt x="32178" y="90404"/>
                        <a:pt x="17117" y="70014"/>
                        <a:pt x="17117" y="44808"/>
                      </a:cubicBezTo>
                      <a:cubicBezTo>
                        <a:pt x="17117" y="28829"/>
                        <a:pt x="24332" y="7764"/>
                        <a:pt x="44489" y="7764"/>
                      </a:cubicBezTo>
                      <a:cubicBezTo>
                        <a:pt x="70463" y="7764"/>
                        <a:pt x="73440" y="27209"/>
                        <a:pt x="78806" y="27209"/>
                      </a:cubicBezTo>
                      <a:cubicBezTo>
                        <a:pt x="80429" y="27209"/>
                        <a:pt x="80655" y="24463"/>
                        <a:pt x="80655" y="19827"/>
                      </a:cubicBezTo>
                      <a:lnTo>
                        <a:pt x="80655" y="11275"/>
                      </a:lnTo>
                      <a:cubicBezTo>
                        <a:pt x="80655" y="7089"/>
                        <a:pt x="79708" y="6639"/>
                        <a:pt x="76236" y="4568"/>
                      </a:cubicBezTo>
                      <a:cubicBezTo>
                        <a:pt x="72312" y="2228"/>
                        <a:pt x="61850" y="157"/>
                        <a:pt x="52381" y="157"/>
                      </a:cubicBezTo>
                      <a:cubicBezTo>
                        <a:pt x="22934" y="157"/>
                        <a:pt x="206" y="24193"/>
                        <a:pt x="206" y="52910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3" name="Gráfico 12">
                  <a:extLst>
                    <a:ext uri="{FF2B5EF4-FFF2-40B4-BE49-F238E27FC236}">
                      <a16:creationId xmlns:a16="http://schemas.microsoft.com/office/drawing/2014/main" id="{C7893A9D-6350-4BC1-8652-61EE8A9287A6}"/>
                    </a:ext>
                  </a:extLst>
                </p:cNvPr>
                <p:cNvSpPr/>
                <p:nvPr/>
              </p:nvSpPr>
              <p:spPr>
                <a:xfrm>
                  <a:off x="2725505" y="2697809"/>
                  <a:ext cx="47980" cy="147860"/>
                </a:xfrm>
                <a:custGeom>
                  <a:avLst/>
                  <a:gdLst>
                    <a:gd name="connsiteX0" fmla="*/ 11579 w 47980"/>
                    <a:gd name="connsiteY0" fmla="*/ 12400 h 147860"/>
                    <a:gd name="connsiteX1" fmla="*/ 21319 w 47980"/>
                    <a:gd name="connsiteY1" fmla="*/ 24463 h 147860"/>
                    <a:gd name="connsiteX2" fmla="*/ 31060 w 47980"/>
                    <a:gd name="connsiteY2" fmla="*/ 12400 h 147860"/>
                    <a:gd name="connsiteX3" fmla="*/ 21319 w 47980"/>
                    <a:gd name="connsiteY3" fmla="*/ 157 h 147860"/>
                    <a:gd name="connsiteX4" fmla="*/ 11579 w 47980"/>
                    <a:gd name="connsiteY4" fmla="*/ 12400 h 147860"/>
                    <a:gd name="connsiteX5" fmla="*/ 215 w 47980"/>
                    <a:gd name="connsiteY5" fmla="*/ 60067 h 147860"/>
                    <a:gd name="connsiteX6" fmla="*/ 12977 w 47980"/>
                    <a:gd name="connsiteY6" fmla="*/ 72355 h 147860"/>
                    <a:gd name="connsiteX7" fmla="*/ 12977 w 47980"/>
                    <a:gd name="connsiteY7" fmla="*/ 128348 h 147860"/>
                    <a:gd name="connsiteX8" fmla="*/ 6934 w 47980"/>
                    <a:gd name="connsiteY8" fmla="*/ 142436 h 147860"/>
                    <a:gd name="connsiteX9" fmla="*/ 2786 w 47980"/>
                    <a:gd name="connsiteY9" fmla="*/ 145452 h 147860"/>
                    <a:gd name="connsiteX10" fmla="*/ 6258 w 47980"/>
                    <a:gd name="connsiteY10" fmla="*/ 148018 h 147860"/>
                    <a:gd name="connsiteX11" fmla="*/ 22492 w 47980"/>
                    <a:gd name="connsiteY11" fmla="*/ 147073 h 147860"/>
                    <a:gd name="connsiteX12" fmla="*/ 43776 w 47980"/>
                    <a:gd name="connsiteY12" fmla="*/ 148018 h 147860"/>
                    <a:gd name="connsiteX13" fmla="*/ 48196 w 47980"/>
                    <a:gd name="connsiteY13" fmla="*/ 145452 h 147860"/>
                    <a:gd name="connsiteX14" fmla="*/ 29887 w 47980"/>
                    <a:gd name="connsiteY14" fmla="*/ 132939 h 147860"/>
                    <a:gd name="connsiteX15" fmla="*/ 29887 w 47980"/>
                    <a:gd name="connsiteY15" fmla="*/ 49444 h 147860"/>
                    <a:gd name="connsiteX16" fmla="*/ 27092 w 47980"/>
                    <a:gd name="connsiteY16" fmla="*/ 45978 h 147860"/>
                    <a:gd name="connsiteX17" fmla="*/ 19471 w 47980"/>
                    <a:gd name="connsiteY17" fmla="*/ 49444 h 147860"/>
                    <a:gd name="connsiteX18" fmla="*/ 3688 w 47980"/>
                    <a:gd name="connsiteY18" fmla="*/ 57051 h 147860"/>
                    <a:gd name="connsiteX19" fmla="*/ 215 w 47980"/>
                    <a:gd name="connsiteY19" fmla="*/ 60067 h 147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47980" h="147860">
                      <a:moveTo>
                        <a:pt x="11579" y="12400"/>
                      </a:moveTo>
                      <a:cubicBezTo>
                        <a:pt x="11579" y="14966"/>
                        <a:pt x="18524" y="24463"/>
                        <a:pt x="21319" y="24463"/>
                      </a:cubicBezTo>
                      <a:cubicBezTo>
                        <a:pt x="24341" y="24463"/>
                        <a:pt x="31060" y="15191"/>
                        <a:pt x="31060" y="12400"/>
                      </a:cubicBezTo>
                      <a:cubicBezTo>
                        <a:pt x="31060" y="9654"/>
                        <a:pt x="24341" y="157"/>
                        <a:pt x="21319" y="157"/>
                      </a:cubicBezTo>
                      <a:cubicBezTo>
                        <a:pt x="18524" y="157"/>
                        <a:pt x="11579" y="9879"/>
                        <a:pt x="11579" y="12400"/>
                      </a:cubicBezTo>
                      <a:close/>
                      <a:moveTo>
                        <a:pt x="215" y="60067"/>
                      </a:moveTo>
                      <a:cubicBezTo>
                        <a:pt x="215" y="64478"/>
                        <a:pt x="12977" y="59616"/>
                        <a:pt x="12977" y="72355"/>
                      </a:cubicBezTo>
                      <a:lnTo>
                        <a:pt x="12977" y="128348"/>
                      </a:lnTo>
                      <a:cubicBezTo>
                        <a:pt x="12977" y="139196"/>
                        <a:pt x="9730" y="141536"/>
                        <a:pt x="6934" y="142436"/>
                      </a:cubicBezTo>
                      <a:cubicBezTo>
                        <a:pt x="4635" y="143157"/>
                        <a:pt x="2786" y="143157"/>
                        <a:pt x="2786" y="145452"/>
                      </a:cubicBezTo>
                      <a:cubicBezTo>
                        <a:pt x="2786" y="147298"/>
                        <a:pt x="3913" y="148018"/>
                        <a:pt x="6258" y="148018"/>
                      </a:cubicBezTo>
                      <a:cubicBezTo>
                        <a:pt x="9279" y="148018"/>
                        <a:pt x="14600" y="147073"/>
                        <a:pt x="22492" y="147073"/>
                      </a:cubicBezTo>
                      <a:cubicBezTo>
                        <a:pt x="31736" y="147073"/>
                        <a:pt x="38951" y="148018"/>
                        <a:pt x="43776" y="148018"/>
                      </a:cubicBezTo>
                      <a:cubicBezTo>
                        <a:pt x="46121" y="148018"/>
                        <a:pt x="48196" y="147523"/>
                        <a:pt x="48196" y="145452"/>
                      </a:cubicBezTo>
                      <a:cubicBezTo>
                        <a:pt x="48196" y="139421"/>
                        <a:pt x="29887" y="144282"/>
                        <a:pt x="29887" y="132939"/>
                      </a:cubicBezTo>
                      <a:lnTo>
                        <a:pt x="29887" y="49444"/>
                      </a:lnTo>
                      <a:cubicBezTo>
                        <a:pt x="29887" y="48049"/>
                        <a:pt x="28986" y="45978"/>
                        <a:pt x="27092" y="45978"/>
                      </a:cubicBezTo>
                      <a:cubicBezTo>
                        <a:pt x="25468" y="45978"/>
                        <a:pt x="22717" y="47103"/>
                        <a:pt x="19471" y="49444"/>
                      </a:cubicBezTo>
                      <a:cubicBezTo>
                        <a:pt x="14600" y="52910"/>
                        <a:pt x="9279" y="55430"/>
                        <a:pt x="3688" y="57051"/>
                      </a:cubicBezTo>
                      <a:cubicBezTo>
                        <a:pt x="1613" y="57771"/>
                        <a:pt x="215" y="57996"/>
                        <a:pt x="215" y="60067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4" name="Gráfico 12">
                  <a:extLst>
                    <a:ext uri="{FF2B5EF4-FFF2-40B4-BE49-F238E27FC236}">
                      <a16:creationId xmlns:a16="http://schemas.microsoft.com/office/drawing/2014/main" id="{6175B836-CC97-4084-BF6D-A3580DBFED0C}"/>
                    </a:ext>
                  </a:extLst>
                </p:cNvPr>
                <p:cNvSpPr/>
                <p:nvPr/>
              </p:nvSpPr>
              <p:spPr>
                <a:xfrm>
                  <a:off x="2785064" y="2695243"/>
                  <a:ext cx="102003" cy="152046"/>
                </a:xfrm>
                <a:custGeom>
                  <a:avLst/>
                  <a:gdLst>
                    <a:gd name="connsiteX0" fmla="*/ 221 w 102003"/>
                    <a:gd name="connsiteY0" fmla="*/ 103142 h 152046"/>
                    <a:gd name="connsiteX1" fmla="*/ 52170 w 102003"/>
                    <a:gd name="connsiteY1" fmla="*/ 152204 h 152046"/>
                    <a:gd name="connsiteX2" fmla="*/ 102224 w 102003"/>
                    <a:gd name="connsiteY2" fmla="*/ 101972 h 152046"/>
                    <a:gd name="connsiteX3" fmla="*/ 51899 w 102003"/>
                    <a:gd name="connsiteY3" fmla="*/ 50389 h 152046"/>
                    <a:gd name="connsiteX4" fmla="*/ 221 w 102003"/>
                    <a:gd name="connsiteY4" fmla="*/ 103142 h 152046"/>
                    <a:gd name="connsiteX5" fmla="*/ 48201 w 102003"/>
                    <a:gd name="connsiteY5" fmla="*/ 55475 h 152046"/>
                    <a:gd name="connsiteX6" fmla="*/ 85990 w 102003"/>
                    <a:gd name="connsiteY6" fmla="*/ 105438 h 152046"/>
                    <a:gd name="connsiteX7" fmla="*/ 54244 w 102003"/>
                    <a:gd name="connsiteY7" fmla="*/ 147343 h 152046"/>
                    <a:gd name="connsiteX8" fmla="*/ 16455 w 102003"/>
                    <a:gd name="connsiteY8" fmla="*/ 95040 h 152046"/>
                    <a:gd name="connsiteX9" fmla="*/ 48201 w 102003"/>
                    <a:gd name="connsiteY9" fmla="*/ 55475 h 152046"/>
                    <a:gd name="connsiteX10" fmla="*/ 68855 w 102003"/>
                    <a:gd name="connsiteY10" fmla="*/ 5513 h 152046"/>
                    <a:gd name="connsiteX11" fmla="*/ 34763 w 102003"/>
                    <a:gd name="connsiteY11" fmla="*/ 39272 h 152046"/>
                    <a:gd name="connsiteX12" fmla="*/ 42880 w 102003"/>
                    <a:gd name="connsiteY12" fmla="*/ 39272 h 152046"/>
                    <a:gd name="connsiteX13" fmla="*/ 73003 w 102003"/>
                    <a:gd name="connsiteY13" fmla="*/ 20547 h 152046"/>
                    <a:gd name="connsiteX14" fmla="*/ 85765 w 102003"/>
                    <a:gd name="connsiteY14" fmla="*/ 8754 h 152046"/>
                    <a:gd name="connsiteX15" fmla="*/ 78324 w 102003"/>
                    <a:gd name="connsiteY15" fmla="*/ 157 h 152046"/>
                    <a:gd name="connsiteX16" fmla="*/ 68855 w 102003"/>
                    <a:gd name="connsiteY16" fmla="*/ 5513 h 1520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02003" h="152046">
                      <a:moveTo>
                        <a:pt x="221" y="103142"/>
                      </a:moveTo>
                      <a:cubicBezTo>
                        <a:pt x="221" y="134380"/>
                        <a:pt x="22001" y="152204"/>
                        <a:pt x="52170" y="152204"/>
                      </a:cubicBezTo>
                      <a:cubicBezTo>
                        <a:pt x="80669" y="152204"/>
                        <a:pt x="102224" y="130419"/>
                        <a:pt x="102224" y="101972"/>
                      </a:cubicBezTo>
                      <a:cubicBezTo>
                        <a:pt x="102224" y="61957"/>
                        <a:pt x="73454" y="50389"/>
                        <a:pt x="51899" y="50389"/>
                      </a:cubicBezTo>
                      <a:cubicBezTo>
                        <a:pt x="22723" y="50389"/>
                        <a:pt x="221" y="74695"/>
                        <a:pt x="221" y="103142"/>
                      </a:cubicBezTo>
                      <a:close/>
                      <a:moveTo>
                        <a:pt x="48201" y="55475"/>
                      </a:moveTo>
                      <a:cubicBezTo>
                        <a:pt x="76701" y="55475"/>
                        <a:pt x="85990" y="82527"/>
                        <a:pt x="85990" y="105438"/>
                      </a:cubicBezTo>
                      <a:cubicBezTo>
                        <a:pt x="85990" y="133659"/>
                        <a:pt x="73950" y="147343"/>
                        <a:pt x="54244" y="147343"/>
                      </a:cubicBezTo>
                      <a:cubicBezTo>
                        <a:pt x="27097" y="147343"/>
                        <a:pt x="16455" y="117500"/>
                        <a:pt x="16455" y="95040"/>
                      </a:cubicBezTo>
                      <a:cubicBezTo>
                        <a:pt x="16455" y="73300"/>
                        <a:pt x="27368" y="55475"/>
                        <a:pt x="48201" y="55475"/>
                      </a:cubicBezTo>
                      <a:close/>
                      <a:moveTo>
                        <a:pt x="68855" y="5513"/>
                      </a:moveTo>
                      <a:lnTo>
                        <a:pt x="34763" y="39272"/>
                      </a:lnTo>
                      <a:lnTo>
                        <a:pt x="42880" y="39272"/>
                      </a:lnTo>
                      <a:lnTo>
                        <a:pt x="73003" y="20547"/>
                      </a:lnTo>
                      <a:cubicBezTo>
                        <a:pt x="77648" y="17531"/>
                        <a:pt x="85765" y="14065"/>
                        <a:pt x="85765" y="8754"/>
                      </a:cubicBezTo>
                      <a:cubicBezTo>
                        <a:pt x="85765" y="4793"/>
                        <a:pt x="82969" y="157"/>
                        <a:pt x="78324" y="157"/>
                      </a:cubicBezTo>
                      <a:cubicBezTo>
                        <a:pt x="74176" y="157"/>
                        <a:pt x="71380" y="2948"/>
                        <a:pt x="68855" y="5513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65" name="Gráfico 12">
                  <a:extLst>
                    <a:ext uri="{FF2B5EF4-FFF2-40B4-BE49-F238E27FC236}">
                      <a16:creationId xmlns:a16="http://schemas.microsoft.com/office/drawing/2014/main" id="{A0DC7A60-19EB-4B49-BC93-F93BBBC15895}"/>
                    </a:ext>
                  </a:extLst>
                </p:cNvPr>
                <p:cNvSpPr/>
                <p:nvPr/>
              </p:nvSpPr>
              <p:spPr>
                <a:xfrm>
                  <a:off x="2897246" y="2743630"/>
                  <a:ext cx="123558" cy="102039"/>
                </a:xfrm>
                <a:custGeom>
                  <a:avLst/>
                  <a:gdLst>
                    <a:gd name="connsiteX0" fmla="*/ 231 w 123558"/>
                    <a:gd name="connsiteY0" fmla="*/ 14246 h 102039"/>
                    <a:gd name="connsiteX1" fmla="*/ 17367 w 123558"/>
                    <a:gd name="connsiteY1" fmla="*/ 26759 h 102039"/>
                    <a:gd name="connsiteX2" fmla="*/ 17367 w 123558"/>
                    <a:gd name="connsiteY2" fmla="*/ 84823 h 102039"/>
                    <a:gd name="connsiteX3" fmla="*/ 3703 w 123558"/>
                    <a:gd name="connsiteY3" fmla="*/ 99406 h 102039"/>
                    <a:gd name="connsiteX4" fmla="*/ 7897 w 123558"/>
                    <a:gd name="connsiteY4" fmla="*/ 102197 h 102039"/>
                    <a:gd name="connsiteX5" fmla="*/ 27603 w 123558"/>
                    <a:gd name="connsiteY5" fmla="*/ 101252 h 102039"/>
                    <a:gd name="connsiteX6" fmla="*/ 49609 w 123558"/>
                    <a:gd name="connsiteY6" fmla="*/ 102197 h 102039"/>
                    <a:gd name="connsiteX7" fmla="*/ 54705 w 123558"/>
                    <a:gd name="connsiteY7" fmla="*/ 98956 h 102039"/>
                    <a:gd name="connsiteX8" fmla="*/ 34322 w 123558"/>
                    <a:gd name="connsiteY8" fmla="*/ 83652 h 102039"/>
                    <a:gd name="connsiteX9" fmla="*/ 34322 w 123558"/>
                    <a:gd name="connsiteY9" fmla="*/ 29774 h 102039"/>
                    <a:gd name="connsiteX10" fmla="*/ 61649 w 123558"/>
                    <a:gd name="connsiteY10" fmla="*/ 12175 h 102039"/>
                    <a:gd name="connsiteX11" fmla="*/ 88796 w 123558"/>
                    <a:gd name="connsiteY11" fmla="*/ 40622 h 102039"/>
                    <a:gd name="connsiteX12" fmla="*/ 88796 w 123558"/>
                    <a:gd name="connsiteY12" fmla="*/ 84823 h 102039"/>
                    <a:gd name="connsiteX13" fmla="*/ 78785 w 123558"/>
                    <a:gd name="connsiteY13" fmla="*/ 99406 h 102039"/>
                    <a:gd name="connsiteX14" fmla="*/ 82979 w 123558"/>
                    <a:gd name="connsiteY14" fmla="*/ 102197 h 102039"/>
                    <a:gd name="connsiteX15" fmla="*/ 99889 w 123558"/>
                    <a:gd name="connsiteY15" fmla="*/ 101252 h 102039"/>
                    <a:gd name="connsiteX16" fmla="*/ 119821 w 123558"/>
                    <a:gd name="connsiteY16" fmla="*/ 102197 h 102039"/>
                    <a:gd name="connsiteX17" fmla="*/ 123790 w 123558"/>
                    <a:gd name="connsiteY17" fmla="*/ 98956 h 102039"/>
                    <a:gd name="connsiteX18" fmla="*/ 105707 w 123558"/>
                    <a:gd name="connsiteY18" fmla="*/ 83427 h 102039"/>
                    <a:gd name="connsiteX19" fmla="*/ 105707 w 123558"/>
                    <a:gd name="connsiteY19" fmla="*/ 45708 h 102039"/>
                    <a:gd name="connsiteX20" fmla="*/ 67918 w 123558"/>
                    <a:gd name="connsiteY20" fmla="*/ 2003 h 102039"/>
                    <a:gd name="connsiteX21" fmla="*/ 34322 w 123558"/>
                    <a:gd name="connsiteY21" fmla="*/ 19332 h 102039"/>
                    <a:gd name="connsiteX22" fmla="*/ 34322 w 123558"/>
                    <a:gd name="connsiteY22" fmla="*/ 3623 h 102039"/>
                    <a:gd name="connsiteX23" fmla="*/ 31526 w 123558"/>
                    <a:gd name="connsiteY23" fmla="*/ 157 h 102039"/>
                    <a:gd name="connsiteX24" fmla="*/ 16690 w 123558"/>
                    <a:gd name="connsiteY24" fmla="*/ 7089 h 102039"/>
                    <a:gd name="connsiteX25" fmla="*/ 3027 w 123558"/>
                    <a:gd name="connsiteY25" fmla="*/ 11500 h 102039"/>
                    <a:gd name="connsiteX26" fmla="*/ 231 w 123558"/>
                    <a:gd name="connsiteY26" fmla="*/ 14246 h 10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23558" h="102039">
                      <a:moveTo>
                        <a:pt x="231" y="14246"/>
                      </a:moveTo>
                      <a:cubicBezTo>
                        <a:pt x="231" y="19107"/>
                        <a:pt x="17367" y="13345"/>
                        <a:pt x="17367" y="26759"/>
                      </a:cubicBezTo>
                      <a:lnTo>
                        <a:pt x="17367" y="84823"/>
                      </a:lnTo>
                      <a:cubicBezTo>
                        <a:pt x="17367" y="98956"/>
                        <a:pt x="3703" y="94995"/>
                        <a:pt x="3703" y="99406"/>
                      </a:cubicBezTo>
                      <a:cubicBezTo>
                        <a:pt x="3703" y="101702"/>
                        <a:pt x="5101" y="102197"/>
                        <a:pt x="7897" y="102197"/>
                      </a:cubicBezTo>
                      <a:cubicBezTo>
                        <a:pt x="11144" y="102197"/>
                        <a:pt x="14842" y="101252"/>
                        <a:pt x="27603" y="101252"/>
                      </a:cubicBezTo>
                      <a:cubicBezTo>
                        <a:pt x="41041" y="101252"/>
                        <a:pt x="45416" y="102197"/>
                        <a:pt x="49609" y="102197"/>
                      </a:cubicBezTo>
                      <a:cubicBezTo>
                        <a:pt x="53082" y="102197"/>
                        <a:pt x="54705" y="101702"/>
                        <a:pt x="54705" y="98956"/>
                      </a:cubicBezTo>
                      <a:cubicBezTo>
                        <a:pt x="54705" y="92699"/>
                        <a:pt x="34322" y="99181"/>
                        <a:pt x="34322" y="83652"/>
                      </a:cubicBezTo>
                      <a:lnTo>
                        <a:pt x="34322" y="29774"/>
                      </a:lnTo>
                      <a:cubicBezTo>
                        <a:pt x="34322" y="26534"/>
                        <a:pt x="42169" y="12175"/>
                        <a:pt x="61649" y="12175"/>
                      </a:cubicBezTo>
                      <a:cubicBezTo>
                        <a:pt x="81581" y="12175"/>
                        <a:pt x="88796" y="31170"/>
                        <a:pt x="88796" y="40622"/>
                      </a:cubicBezTo>
                      <a:lnTo>
                        <a:pt x="88796" y="84823"/>
                      </a:lnTo>
                      <a:cubicBezTo>
                        <a:pt x="88796" y="99181"/>
                        <a:pt x="78785" y="94770"/>
                        <a:pt x="78785" y="99406"/>
                      </a:cubicBezTo>
                      <a:cubicBezTo>
                        <a:pt x="78785" y="101702"/>
                        <a:pt x="80183" y="102197"/>
                        <a:pt x="82979" y="102197"/>
                      </a:cubicBezTo>
                      <a:cubicBezTo>
                        <a:pt x="86451" y="102197"/>
                        <a:pt x="90645" y="101252"/>
                        <a:pt x="99889" y="101252"/>
                      </a:cubicBezTo>
                      <a:cubicBezTo>
                        <a:pt x="111028" y="101252"/>
                        <a:pt x="116574" y="102197"/>
                        <a:pt x="119821" y="102197"/>
                      </a:cubicBezTo>
                      <a:cubicBezTo>
                        <a:pt x="122166" y="102197"/>
                        <a:pt x="123790" y="101702"/>
                        <a:pt x="123790" y="98956"/>
                      </a:cubicBezTo>
                      <a:cubicBezTo>
                        <a:pt x="123790" y="92474"/>
                        <a:pt x="105707" y="99631"/>
                        <a:pt x="105707" y="83427"/>
                      </a:cubicBezTo>
                      <a:lnTo>
                        <a:pt x="105707" y="45708"/>
                      </a:lnTo>
                      <a:cubicBezTo>
                        <a:pt x="105707" y="22122"/>
                        <a:pt x="95245" y="2003"/>
                        <a:pt x="67918" y="2003"/>
                      </a:cubicBezTo>
                      <a:cubicBezTo>
                        <a:pt x="46813" y="2003"/>
                        <a:pt x="35224" y="19602"/>
                        <a:pt x="34322" y="19332"/>
                      </a:cubicBezTo>
                      <a:lnTo>
                        <a:pt x="34322" y="3623"/>
                      </a:lnTo>
                      <a:cubicBezTo>
                        <a:pt x="34322" y="2228"/>
                        <a:pt x="33375" y="157"/>
                        <a:pt x="31526" y="157"/>
                      </a:cubicBezTo>
                      <a:cubicBezTo>
                        <a:pt x="27603" y="157"/>
                        <a:pt x="23635" y="4298"/>
                        <a:pt x="16690" y="7089"/>
                      </a:cubicBezTo>
                      <a:cubicBezTo>
                        <a:pt x="11595" y="9159"/>
                        <a:pt x="7626" y="10780"/>
                        <a:pt x="3027" y="11500"/>
                      </a:cubicBezTo>
                      <a:cubicBezTo>
                        <a:pt x="231" y="11950"/>
                        <a:pt x="231" y="13795"/>
                        <a:pt x="231" y="14246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</p:grpSp>
          <p:grpSp>
            <p:nvGrpSpPr>
              <p:cNvPr id="24" name="Gráfico 12">
                <a:extLst>
                  <a:ext uri="{FF2B5EF4-FFF2-40B4-BE49-F238E27FC236}">
                    <a16:creationId xmlns:a16="http://schemas.microsoft.com/office/drawing/2014/main" id="{6C4FF2F7-7769-4CB6-8C7B-0D42AC1C862C}"/>
                  </a:ext>
                </a:extLst>
              </p:cNvPr>
              <p:cNvGrpSpPr/>
              <p:nvPr/>
            </p:nvGrpSpPr>
            <p:grpSpPr>
              <a:xfrm>
                <a:off x="3104492" y="2274904"/>
                <a:ext cx="1783649" cy="199308"/>
                <a:chOff x="3104522" y="2685981"/>
                <a:chExt cx="1783649" cy="199308"/>
              </a:xfrm>
              <a:grpFill/>
            </p:grpSpPr>
            <p:sp>
              <p:nvSpPr>
                <p:cNvPr id="25" name="Gráfico 12">
                  <a:extLst>
                    <a:ext uri="{FF2B5EF4-FFF2-40B4-BE49-F238E27FC236}">
                      <a16:creationId xmlns:a16="http://schemas.microsoft.com/office/drawing/2014/main" id="{B9A13DC0-EFC8-465E-B7EB-4AC42253A59C}"/>
                    </a:ext>
                  </a:extLst>
                </p:cNvPr>
                <p:cNvSpPr/>
                <p:nvPr/>
              </p:nvSpPr>
              <p:spPr>
                <a:xfrm>
                  <a:off x="3104522" y="2726131"/>
                  <a:ext cx="101552" cy="159158"/>
                </a:xfrm>
                <a:custGeom>
                  <a:avLst/>
                  <a:gdLst>
                    <a:gd name="connsiteX0" fmla="*/ 248 w 101552"/>
                    <a:gd name="connsiteY0" fmla="*/ 3037 h 159158"/>
                    <a:gd name="connsiteX1" fmla="*/ 13415 w 101552"/>
                    <a:gd name="connsiteY1" fmla="*/ 3037 h 159158"/>
                    <a:gd name="connsiteX2" fmla="*/ 13415 w 101552"/>
                    <a:gd name="connsiteY2" fmla="*/ 23022 h 159158"/>
                    <a:gd name="connsiteX3" fmla="*/ 29289 w 101552"/>
                    <a:gd name="connsiteY3" fmla="*/ 5738 h 159158"/>
                    <a:gd name="connsiteX4" fmla="*/ 52377 w 101552"/>
                    <a:gd name="connsiteY4" fmla="*/ 157 h 159158"/>
                    <a:gd name="connsiteX5" fmla="*/ 88633 w 101552"/>
                    <a:gd name="connsiteY5" fmla="*/ 16001 h 159158"/>
                    <a:gd name="connsiteX6" fmla="*/ 101800 w 101552"/>
                    <a:gd name="connsiteY6" fmla="*/ 58851 h 159158"/>
                    <a:gd name="connsiteX7" fmla="*/ 88452 w 101552"/>
                    <a:gd name="connsiteY7" fmla="*/ 102061 h 159158"/>
                    <a:gd name="connsiteX8" fmla="*/ 51655 w 101552"/>
                    <a:gd name="connsiteY8" fmla="*/ 117545 h 159158"/>
                    <a:gd name="connsiteX9" fmla="*/ 13415 w 101552"/>
                    <a:gd name="connsiteY9" fmla="*/ 95220 h 159158"/>
                    <a:gd name="connsiteX10" fmla="*/ 13415 w 101552"/>
                    <a:gd name="connsiteY10" fmla="*/ 159315 h 159158"/>
                    <a:gd name="connsiteX11" fmla="*/ 248 w 101552"/>
                    <a:gd name="connsiteY11" fmla="*/ 159315 h 159158"/>
                    <a:gd name="connsiteX12" fmla="*/ 50393 w 101552"/>
                    <a:gd name="connsiteY12" fmla="*/ 106022 h 159158"/>
                    <a:gd name="connsiteX13" fmla="*/ 78532 w 101552"/>
                    <a:gd name="connsiteY13" fmla="*/ 93779 h 159158"/>
                    <a:gd name="connsiteX14" fmla="*/ 88272 w 101552"/>
                    <a:gd name="connsiteY14" fmla="*/ 58851 h 159158"/>
                    <a:gd name="connsiteX15" fmla="*/ 78351 w 101552"/>
                    <a:gd name="connsiteY15" fmla="*/ 24103 h 159158"/>
                    <a:gd name="connsiteX16" fmla="*/ 50393 w 101552"/>
                    <a:gd name="connsiteY16" fmla="*/ 11680 h 159158"/>
                    <a:gd name="connsiteX17" fmla="*/ 22615 w 101552"/>
                    <a:gd name="connsiteY17" fmla="*/ 23923 h 159158"/>
                    <a:gd name="connsiteX18" fmla="*/ 12874 w 101552"/>
                    <a:gd name="connsiteY18" fmla="*/ 58851 h 159158"/>
                    <a:gd name="connsiteX19" fmla="*/ 22795 w 101552"/>
                    <a:gd name="connsiteY19" fmla="*/ 93599 h 159158"/>
                    <a:gd name="connsiteX20" fmla="*/ 50393 w 101552"/>
                    <a:gd name="connsiteY20" fmla="*/ 106022 h 15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01552" h="159158">
                      <a:moveTo>
                        <a:pt x="248" y="3037"/>
                      </a:moveTo>
                      <a:lnTo>
                        <a:pt x="13415" y="3037"/>
                      </a:lnTo>
                      <a:lnTo>
                        <a:pt x="13415" y="23022"/>
                      </a:lnTo>
                      <a:cubicBezTo>
                        <a:pt x="17609" y="15235"/>
                        <a:pt x="22885" y="9474"/>
                        <a:pt x="29289" y="5738"/>
                      </a:cubicBezTo>
                      <a:cubicBezTo>
                        <a:pt x="35647" y="2047"/>
                        <a:pt x="43358" y="157"/>
                        <a:pt x="52377" y="157"/>
                      </a:cubicBezTo>
                      <a:cubicBezTo>
                        <a:pt x="67754" y="157"/>
                        <a:pt x="79839" y="5468"/>
                        <a:pt x="88633" y="16001"/>
                      </a:cubicBezTo>
                      <a:cubicBezTo>
                        <a:pt x="97381" y="26443"/>
                        <a:pt x="101800" y="40757"/>
                        <a:pt x="101800" y="58851"/>
                      </a:cubicBezTo>
                      <a:cubicBezTo>
                        <a:pt x="101800" y="77215"/>
                        <a:pt x="97336" y="91619"/>
                        <a:pt x="88452" y="102061"/>
                      </a:cubicBezTo>
                      <a:cubicBezTo>
                        <a:pt x="79524" y="112414"/>
                        <a:pt x="67258" y="117545"/>
                        <a:pt x="51655" y="117545"/>
                      </a:cubicBezTo>
                      <a:cubicBezTo>
                        <a:pt x="34790" y="117545"/>
                        <a:pt x="22074" y="110118"/>
                        <a:pt x="13415" y="95220"/>
                      </a:cubicBezTo>
                      <a:lnTo>
                        <a:pt x="13415" y="159315"/>
                      </a:lnTo>
                      <a:lnTo>
                        <a:pt x="248" y="159315"/>
                      </a:lnTo>
                      <a:close/>
                      <a:moveTo>
                        <a:pt x="50393" y="106022"/>
                      </a:moveTo>
                      <a:cubicBezTo>
                        <a:pt x="62659" y="106022"/>
                        <a:pt x="72038" y="101971"/>
                        <a:pt x="78532" y="93779"/>
                      </a:cubicBezTo>
                      <a:cubicBezTo>
                        <a:pt x="85025" y="85632"/>
                        <a:pt x="88272" y="73975"/>
                        <a:pt x="88272" y="58851"/>
                      </a:cubicBezTo>
                      <a:cubicBezTo>
                        <a:pt x="88272" y="43862"/>
                        <a:pt x="84935" y="32295"/>
                        <a:pt x="78351" y="24103"/>
                      </a:cubicBezTo>
                      <a:cubicBezTo>
                        <a:pt x="71722" y="15821"/>
                        <a:pt x="62388" y="11680"/>
                        <a:pt x="50393" y="11680"/>
                      </a:cubicBezTo>
                      <a:cubicBezTo>
                        <a:pt x="38353" y="11680"/>
                        <a:pt x="29108" y="15776"/>
                        <a:pt x="22615" y="23923"/>
                      </a:cubicBezTo>
                      <a:cubicBezTo>
                        <a:pt x="16121" y="32114"/>
                        <a:pt x="12874" y="43727"/>
                        <a:pt x="12874" y="58851"/>
                      </a:cubicBezTo>
                      <a:cubicBezTo>
                        <a:pt x="12874" y="73614"/>
                        <a:pt x="16166" y="85227"/>
                        <a:pt x="22795" y="93599"/>
                      </a:cubicBezTo>
                      <a:cubicBezTo>
                        <a:pt x="29379" y="101881"/>
                        <a:pt x="38578" y="106022"/>
                        <a:pt x="50393" y="10602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6" name="Gráfico 12">
                  <a:extLst>
                    <a:ext uri="{FF2B5EF4-FFF2-40B4-BE49-F238E27FC236}">
                      <a16:creationId xmlns:a16="http://schemas.microsoft.com/office/drawing/2014/main" id="{BD75E678-5FB0-460F-B48B-2691507F1B30}"/>
                    </a:ext>
                  </a:extLst>
                </p:cNvPr>
                <p:cNvSpPr/>
                <p:nvPr/>
              </p:nvSpPr>
              <p:spPr>
                <a:xfrm>
                  <a:off x="3227673" y="2726131"/>
                  <a:ext cx="103536" cy="117208"/>
                </a:xfrm>
                <a:custGeom>
                  <a:avLst/>
                  <a:gdLst>
                    <a:gd name="connsiteX0" fmla="*/ 37236 w 103536"/>
                    <a:gd name="connsiteY0" fmla="*/ 117365 h 117208"/>
                    <a:gd name="connsiteX1" fmla="*/ 10180 w 103536"/>
                    <a:gd name="connsiteY1" fmla="*/ 108543 h 117208"/>
                    <a:gd name="connsiteX2" fmla="*/ 259 w 103536"/>
                    <a:gd name="connsiteY2" fmla="*/ 85137 h 117208"/>
                    <a:gd name="connsiteX3" fmla="*/ 4769 w 103536"/>
                    <a:gd name="connsiteY3" fmla="*/ 68393 h 117208"/>
                    <a:gd name="connsiteX4" fmla="*/ 18116 w 103536"/>
                    <a:gd name="connsiteY4" fmla="*/ 57050 h 117208"/>
                    <a:gd name="connsiteX5" fmla="*/ 51486 w 103536"/>
                    <a:gd name="connsiteY5" fmla="*/ 50929 h 117208"/>
                    <a:gd name="connsiteX6" fmla="*/ 58341 w 103536"/>
                    <a:gd name="connsiteY6" fmla="*/ 50209 h 117208"/>
                    <a:gd name="connsiteX7" fmla="*/ 61948 w 103536"/>
                    <a:gd name="connsiteY7" fmla="*/ 49669 h 117208"/>
                    <a:gd name="connsiteX8" fmla="*/ 78002 w 103536"/>
                    <a:gd name="connsiteY8" fmla="*/ 35805 h 117208"/>
                    <a:gd name="connsiteX9" fmla="*/ 71508 w 103536"/>
                    <a:gd name="connsiteY9" fmla="*/ 17261 h 117208"/>
                    <a:gd name="connsiteX10" fmla="*/ 50224 w 103536"/>
                    <a:gd name="connsiteY10" fmla="*/ 11680 h 117208"/>
                    <a:gd name="connsiteX11" fmla="*/ 27135 w 103536"/>
                    <a:gd name="connsiteY11" fmla="*/ 17981 h 117208"/>
                    <a:gd name="connsiteX12" fmla="*/ 18477 w 103536"/>
                    <a:gd name="connsiteY12" fmla="*/ 36346 h 117208"/>
                    <a:gd name="connsiteX13" fmla="*/ 5851 w 103536"/>
                    <a:gd name="connsiteY13" fmla="*/ 36346 h 117208"/>
                    <a:gd name="connsiteX14" fmla="*/ 18116 w 103536"/>
                    <a:gd name="connsiteY14" fmla="*/ 9879 h 117208"/>
                    <a:gd name="connsiteX15" fmla="*/ 50224 w 103536"/>
                    <a:gd name="connsiteY15" fmla="*/ 157 h 117208"/>
                    <a:gd name="connsiteX16" fmla="*/ 80527 w 103536"/>
                    <a:gd name="connsiteY16" fmla="*/ 8799 h 117208"/>
                    <a:gd name="connsiteX17" fmla="*/ 90989 w 103536"/>
                    <a:gd name="connsiteY17" fmla="*/ 34005 h 117208"/>
                    <a:gd name="connsiteX18" fmla="*/ 90989 w 103536"/>
                    <a:gd name="connsiteY18" fmla="*/ 94680 h 117208"/>
                    <a:gd name="connsiteX19" fmla="*/ 92612 w 103536"/>
                    <a:gd name="connsiteY19" fmla="*/ 103322 h 117208"/>
                    <a:gd name="connsiteX20" fmla="*/ 98926 w 103536"/>
                    <a:gd name="connsiteY20" fmla="*/ 105122 h 117208"/>
                    <a:gd name="connsiteX21" fmla="*/ 101631 w 103536"/>
                    <a:gd name="connsiteY21" fmla="*/ 105122 h 117208"/>
                    <a:gd name="connsiteX22" fmla="*/ 103796 w 103536"/>
                    <a:gd name="connsiteY22" fmla="*/ 104762 h 117208"/>
                    <a:gd name="connsiteX23" fmla="*/ 103796 w 103536"/>
                    <a:gd name="connsiteY23" fmla="*/ 114484 h 117208"/>
                    <a:gd name="connsiteX24" fmla="*/ 94416 w 103536"/>
                    <a:gd name="connsiteY24" fmla="*/ 115565 h 117208"/>
                    <a:gd name="connsiteX25" fmla="*/ 78543 w 103536"/>
                    <a:gd name="connsiteY25" fmla="*/ 100081 h 117208"/>
                    <a:gd name="connsiteX26" fmla="*/ 78543 w 103536"/>
                    <a:gd name="connsiteY26" fmla="*/ 98460 h 117208"/>
                    <a:gd name="connsiteX27" fmla="*/ 37236 w 103536"/>
                    <a:gd name="connsiteY27" fmla="*/ 117365 h 117208"/>
                    <a:gd name="connsiteX28" fmla="*/ 38679 w 103536"/>
                    <a:gd name="connsiteY28" fmla="*/ 105662 h 117208"/>
                    <a:gd name="connsiteX29" fmla="*/ 67179 w 103536"/>
                    <a:gd name="connsiteY29" fmla="*/ 96660 h 117208"/>
                    <a:gd name="connsiteX30" fmla="*/ 77641 w 103536"/>
                    <a:gd name="connsiteY30" fmla="*/ 71454 h 117208"/>
                    <a:gd name="connsiteX31" fmla="*/ 77641 w 103536"/>
                    <a:gd name="connsiteY31" fmla="*/ 56150 h 117208"/>
                    <a:gd name="connsiteX32" fmla="*/ 64654 w 103536"/>
                    <a:gd name="connsiteY32" fmla="*/ 59031 h 117208"/>
                    <a:gd name="connsiteX33" fmla="*/ 38499 w 103536"/>
                    <a:gd name="connsiteY33" fmla="*/ 61191 h 117208"/>
                    <a:gd name="connsiteX34" fmla="*/ 19920 w 103536"/>
                    <a:gd name="connsiteY34" fmla="*/ 70554 h 117208"/>
                    <a:gd name="connsiteX35" fmla="*/ 13607 w 103536"/>
                    <a:gd name="connsiteY35" fmla="*/ 84777 h 117208"/>
                    <a:gd name="connsiteX36" fmla="*/ 20281 w 103536"/>
                    <a:gd name="connsiteY36" fmla="*/ 100081 h 117208"/>
                    <a:gd name="connsiteX37" fmla="*/ 38679 w 103536"/>
                    <a:gd name="connsiteY37" fmla="*/ 105662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103536" h="117208">
                      <a:moveTo>
                        <a:pt x="37236" y="117365"/>
                      </a:moveTo>
                      <a:cubicBezTo>
                        <a:pt x="25918" y="117365"/>
                        <a:pt x="16899" y="114439"/>
                        <a:pt x="10180" y="108543"/>
                      </a:cubicBezTo>
                      <a:cubicBezTo>
                        <a:pt x="3551" y="102692"/>
                        <a:pt x="259" y="94860"/>
                        <a:pt x="259" y="85137"/>
                      </a:cubicBezTo>
                      <a:cubicBezTo>
                        <a:pt x="259" y="78656"/>
                        <a:pt x="1747" y="73074"/>
                        <a:pt x="4769" y="68393"/>
                      </a:cubicBezTo>
                      <a:cubicBezTo>
                        <a:pt x="7745" y="63622"/>
                        <a:pt x="12209" y="59841"/>
                        <a:pt x="18116" y="57050"/>
                      </a:cubicBezTo>
                      <a:cubicBezTo>
                        <a:pt x="24971" y="53945"/>
                        <a:pt x="36064" y="51919"/>
                        <a:pt x="51486" y="50929"/>
                      </a:cubicBezTo>
                      <a:lnTo>
                        <a:pt x="58341" y="50209"/>
                      </a:lnTo>
                      <a:lnTo>
                        <a:pt x="61948" y="49669"/>
                      </a:lnTo>
                      <a:cubicBezTo>
                        <a:pt x="72636" y="47508"/>
                        <a:pt x="78002" y="42917"/>
                        <a:pt x="78002" y="35805"/>
                      </a:cubicBezTo>
                      <a:cubicBezTo>
                        <a:pt x="78002" y="27163"/>
                        <a:pt x="75837" y="20997"/>
                        <a:pt x="71508" y="17261"/>
                      </a:cubicBezTo>
                      <a:cubicBezTo>
                        <a:pt x="67179" y="13570"/>
                        <a:pt x="60054" y="11680"/>
                        <a:pt x="50224" y="11680"/>
                      </a:cubicBezTo>
                      <a:cubicBezTo>
                        <a:pt x="40123" y="11680"/>
                        <a:pt x="32411" y="13795"/>
                        <a:pt x="27135" y="17981"/>
                      </a:cubicBezTo>
                      <a:cubicBezTo>
                        <a:pt x="21814" y="22077"/>
                        <a:pt x="18928" y="28199"/>
                        <a:pt x="18477" y="36346"/>
                      </a:cubicBezTo>
                      <a:lnTo>
                        <a:pt x="5851" y="36346"/>
                      </a:lnTo>
                      <a:cubicBezTo>
                        <a:pt x="6076" y="25183"/>
                        <a:pt x="10180" y="16361"/>
                        <a:pt x="18116" y="9879"/>
                      </a:cubicBezTo>
                      <a:cubicBezTo>
                        <a:pt x="26053" y="3398"/>
                        <a:pt x="36740" y="157"/>
                        <a:pt x="50224" y="157"/>
                      </a:cubicBezTo>
                      <a:cubicBezTo>
                        <a:pt x="63572" y="157"/>
                        <a:pt x="73673" y="3037"/>
                        <a:pt x="80527" y="8799"/>
                      </a:cubicBezTo>
                      <a:cubicBezTo>
                        <a:pt x="87472" y="14560"/>
                        <a:pt x="90989" y="22977"/>
                        <a:pt x="90989" y="34005"/>
                      </a:cubicBezTo>
                      <a:lnTo>
                        <a:pt x="90989" y="94680"/>
                      </a:lnTo>
                      <a:cubicBezTo>
                        <a:pt x="90989" y="99136"/>
                        <a:pt x="91530" y="102016"/>
                        <a:pt x="92612" y="103322"/>
                      </a:cubicBezTo>
                      <a:cubicBezTo>
                        <a:pt x="93695" y="104537"/>
                        <a:pt x="95769" y="105122"/>
                        <a:pt x="98926" y="105122"/>
                      </a:cubicBezTo>
                      <a:lnTo>
                        <a:pt x="101631" y="105122"/>
                      </a:lnTo>
                      <a:cubicBezTo>
                        <a:pt x="102578" y="105122"/>
                        <a:pt x="103300" y="105032"/>
                        <a:pt x="103796" y="104762"/>
                      </a:cubicBezTo>
                      <a:lnTo>
                        <a:pt x="103796" y="114484"/>
                      </a:lnTo>
                      <a:cubicBezTo>
                        <a:pt x="100188" y="115205"/>
                        <a:pt x="97032" y="115565"/>
                        <a:pt x="94416" y="115565"/>
                      </a:cubicBezTo>
                      <a:cubicBezTo>
                        <a:pt x="83819" y="115565"/>
                        <a:pt x="78543" y="110433"/>
                        <a:pt x="78543" y="100081"/>
                      </a:cubicBezTo>
                      <a:lnTo>
                        <a:pt x="78543" y="98460"/>
                      </a:lnTo>
                      <a:cubicBezTo>
                        <a:pt x="66728" y="111064"/>
                        <a:pt x="52974" y="117365"/>
                        <a:pt x="37236" y="117365"/>
                      </a:cubicBezTo>
                      <a:close/>
                      <a:moveTo>
                        <a:pt x="38679" y="105662"/>
                      </a:moveTo>
                      <a:cubicBezTo>
                        <a:pt x="50810" y="105662"/>
                        <a:pt x="60325" y="102692"/>
                        <a:pt x="67179" y="96660"/>
                      </a:cubicBezTo>
                      <a:cubicBezTo>
                        <a:pt x="74124" y="90539"/>
                        <a:pt x="77641" y="82167"/>
                        <a:pt x="77641" y="71454"/>
                      </a:cubicBezTo>
                      <a:lnTo>
                        <a:pt x="77641" y="56150"/>
                      </a:lnTo>
                      <a:cubicBezTo>
                        <a:pt x="73898" y="57501"/>
                        <a:pt x="69569" y="58446"/>
                        <a:pt x="64654" y="59031"/>
                      </a:cubicBezTo>
                      <a:cubicBezTo>
                        <a:pt x="59964" y="59751"/>
                        <a:pt x="51216" y="60471"/>
                        <a:pt x="38499" y="61191"/>
                      </a:cubicBezTo>
                      <a:cubicBezTo>
                        <a:pt x="30292" y="63352"/>
                        <a:pt x="24114" y="66503"/>
                        <a:pt x="19920" y="70554"/>
                      </a:cubicBezTo>
                      <a:cubicBezTo>
                        <a:pt x="15681" y="74515"/>
                        <a:pt x="13607" y="79286"/>
                        <a:pt x="13607" y="84777"/>
                      </a:cubicBezTo>
                      <a:cubicBezTo>
                        <a:pt x="13607" y="91169"/>
                        <a:pt x="15817" y="96255"/>
                        <a:pt x="20281" y="100081"/>
                      </a:cubicBezTo>
                      <a:cubicBezTo>
                        <a:pt x="24836" y="103817"/>
                        <a:pt x="30968" y="105662"/>
                        <a:pt x="38679" y="10566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7" name="Gráfico 12">
                  <a:extLst>
                    <a:ext uri="{FF2B5EF4-FFF2-40B4-BE49-F238E27FC236}">
                      <a16:creationId xmlns:a16="http://schemas.microsoft.com/office/drawing/2014/main" id="{2AC5BA9B-1D11-488E-A327-5F4DC32D9E83}"/>
                    </a:ext>
                  </a:extLst>
                </p:cNvPr>
                <p:cNvSpPr/>
                <p:nvPr/>
              </p:nvSpPr>
              <p:spPr>
                <a:xfrm>
                  <a:off x="3352900" y="2726131"/>
                  <a:ext cx="48341" cy="114327"/>
                </a:xfrm>
                <a:custGeom>
                  <a:avLst/>
                  <a:gdLst>
                    <a:gd name="connsiteX0" fmla="*/ 269 w 48341"/>
                    <a:gd name="connsiteY0" fmla="*/ 3037 h 114327"/>
                    <a:gd name="connsiteX1" fmla="*/ 12716 w 48341"/>
                    <a:gd name="connsiteY1" fmla="*/ 3037 h 114327"/>
                    <a:gd name="connsiteX2" fmla="*/ 12716 w 48341"/>
                    <a:gd name="connsiteY2" fmla="*/ 22482 h 114327"/>
                    <a:gd name="connsiteX3" fmla="*/ 47168 w 48341"/>
                    <a:gd name="connsiteY3" fmla="*/ 157 h 114327"/>
                    <a:gd name="connsiteX4" fmla="*/ 48611 w 48341"/>
                    <a:gd name="connsiteY4" fmla="*/ 157 h 114327"/>
                    <a:gd name="connsiteX5" fmla="*/ 48611 w 48341"/>
                    <a:gd name="connsiteY5" fmla="*/ 13660 h 114327"/>
                    <a:gd name="connsiteX6" fmla="*/ 46987 w 48341"/>
                    <a:gd name="connsiteY6" fmla="*/ 13660 h 114327"/>
                    <a:gd name="connsiteX7" fmla="*/ 13617 w 48341"/>
                    <a:gd name="connsiteY7" fmla="*/ 53090 h 114327"/>
                    <a:gd name="connsiteX8" fmla="*/ 13617 w 48341"/>
                    <a:gd name="connsiteY8" fmla="*/ 114484 h 114327"/>
                    <a:gd name="connsiteX9" fmla="*/ 269 w 48341"/>
                    <a:gd name="connsiteY9" fmla="*/ 114484 h 114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8341" h="114327">
                      <a:moveTo>
                        <a:pt x="269" y="3037"/>
                      </a:moveTo>
                      <a:lnTo>
                        <a:pt x="12716" y="3037"/>
                      </a:lnTo>
                      <a:lnTo>
                        <a:pt x="12716" y="22482"/>
                      </a:lnTo>
                      <a:cubicBezTo>
                        <a:pt x="19074" y="7629"/>
                        <a:pt x="30573" y="157"/>
                        <a:pt x="47168" y="157"/>
                      </a:cubicBezTo>
                      <a:lnTo>
                        <a:pt x="48611" y="157"/>
                      </a:lnTo>
                      <a:lnTo>
                        <a:pt x="48611" y="13660"/>
                      </a:lnTo>
                      <a:lnTo>
                        <a:pt x="46987" y="13660"/>
                      </a:lnTo>
                      <a:cubicBezTo>
                        <a:pt x="24711" y="13660"/>
                        <a:pt x="13617" y="26803"/>
                        <a:pt x="13617" y="53090"/>
                      </a:cubicBezTo>
                      <a:lnTo>
                        <a:pt x="13617" y="114484"/>
                      </a:lnTo>
                      <a:lnTo>
                        <a:pt x="269" y="114484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8" name="Gráfico 12">
                  <a:extLst>
                    <a:ext uri="{FF2B5EF4-FFF2-40B4-BE49-F238E27FC236}">
                      <a16:creationId xmlns:a16="http://schemas.microsoft.com/office/drawing/2014/main" id="{12847408-FDC2-44A2-A231-7FBD700B5D51}"/>
                    </a:ext>
                  </a:extLst>
                </p:cNvPr>
                <p:cNvSpPr/>
                <p:nvPr/>
              </p:nvSpPr>
              <p:spPr>
                <a:xfrm>
                  <a:off x="3417670" y="2726131"/>
                  <a:ext cx="103536" cy="117208"/>
                </a:xfrm>
                <a:custGeom>
                  <a:avLst/>
                  <a:gdLst>
                    <a:gd name="connsiteX0" fmla="*/ 37253 w 103536"/>
                    <a:gd name="connsiteY0" fmla="*/ 117365 h 117208"/>
                    <a:gd name="connsiteX1" fmla="*/ 10196 w 103536"/>
                    <a:gd name="connsiteY1" fmla="*/ 108543 h 117208"/>
                    <a:gd name="connsiteX2" fmla="*/ 276 w 103536"/>
                    <a:gd name="connsiteY2" fmla="*/ 85137 h 117208"/>
                    <a:gd name="connsiteX3" fmla="*/ 4785 w 103536"/>
                    <a:gd name="connsiteY3" fmla="*/ 68393 h 117208"/>
                    <a:gd name="connsiteX4" fmla="*/ 18133 w 103536"/>
                    <a:gd name="connsiteY4" fmla="*/ 57050 h 117208"/>
                    <a:gd name="connsiteX5" fmla="*/ 51503 w 103536"/>
                    <a:gd name="connsiteY5" fmla="*/ 50929 h 117208"/>
                    <a:gd name="connsiteX6" fmla="*/ 58357 w 103536"/>
                    <a:gd name="connsiteY6" fmla="*/ 50209 h 117208"/>
                    <a:gd name="connsiteX7" fmla="*/ 61965 w 103536"/>
                    <a:gd name="connsiteY7" fmla="*/ 49669 h 117208"/>
                    <a:gd name="connsiteX8" fmla="*/ 78018 w 103536"/>
                    <a:gd name="connsiteY8" fmla="*/ 35805 h 117208"/>
                    <a:gd name="connsiteX9" fmla="*/ 71525 w 103536"/>
                    <a:gd name="connsiteY9" fmla="*/ 17261 h 117208"/>
                    <a:gd name="connsiteX10" fmla="*/ 50240 w 103536"/>
                    <a:gd name="connsiteY10" fmla="*/ 11680 h 117208"/>
                    <a:gd name="connsiteX11" fmla="*/ 27152 w 103536"/>
                    <a:gd name="connsiteY11" fmla="*/ 17981 h 117208"/>
                    <a:gd name="connsiteX12" fmla="*/ 18494 w 103536"/>
                    <a:gd name="connsiteY12" fmla="*/ 36346 h 117208"/>
                    <a:gd name="connsiteX13" fmla="*/ 5867 w 103536"/>
                    <a:gd name="connsiteY13" fmla="*/ 36346 h 117208"/>
                    <a:gd name="connsiteX14" fmla="*/ 18133 w 103536"/>
                    <a:gd name="connsiteY14" fmla="*/ 9879 h 117208"/>
                    <a:gd name="connsiteX15" fmla="*/ 50240 w 103536"/>
                    <a:gd name="connsiteY15" fmla="*/ 157 h 117208"/>
                    <a:gd name="connsiteX16" fmla="*/ 80544 w 103536"/>
                    <a:gd name="connsiteY16" fmla="*/ 8799 h 117208"/>
                    <a:gd name="connsiteX17" fmla="*/ 91005 w 103536"/>
                    <a:gd name="connsiteY17" fmla="*/ 34005 h 117208"/>
                    <a:gd name="connsiteX18" fmla="*/ 91005 w 103536"/>
                    <a:gd name="connsiteY18" fmla="*/ 94680 h 117208"/>
                    <a:gd name="connsiteX19" fmla="*/ 92629 w 103536"/>
                    <a:gd name="connsiteY19" fmla="*/ 103322 h 117208"/>
                    <a:gd name="connsiteX20" fmla="*/ 98942 w 103536"/>
                    <a:gd name="connsiteY20" fmla="*/ 105122 h 117208"/>
                    <a:gd name="connsiteX21" fmla="*/ 101648 w 103536"/>
                    <a:gd name="connsiteY21" fmla="*/ 105122 h 117208"/>
                    <a:gd name="connsiteX22" fmla="*/ 103812 w 103536"/>
                    <a:gd name="connsiteY22" fmla="*/ 104762 h 117208"/>
                    <a:gd name="connsiteX23" fmla="*/ 103812 w 103536"/>
                    <a:gd name="connsiteY23" fmla="*/ 114484 h 117208"/>
                    <a:gd name="connsiteX24" fmla="*/ 94433 w 103536"/>
                    <a:gd name="connsiteY24" fmla="*/ 115565 h 117208"/>
                    <a:gd name="connsiteX25" fmla="*/ 78559 w 103536"/>
                    <a:gd name="connsiteY25" fmla="*/ 100081 h 117208"/>
                    <a:gd name="connsiteX26" fmla="*/ 78559 w 103536"/>
                    <a:gd name="connsiteY26" fmla="*/ 98460 h 117208"/>
                    <a:gd name="connsiteX27" fmla="*/ 37253 w 103536"/>
                    <a:gd name="connsiteY27" fmla="*/ 117365 h 117208"/>
                    <a:gd name="connsiteX28" fmla="*/ 38696 w 103536"/>
                    <a:gd name="connsiteY28" fmla="*/ 105662 h 117208"/>
                    <a:gd name="connsiteX29" fmla="*/ 67196 w 103536"/>
                    <a:gd name="connsiteY29" fmla="*/ 96660 h 117208"/>
                    <a:gd name="connsiteX30" fmla="*/ 77657 w 103536"/>
                    <a:gd name="connsiteY30" fmla="*/ 71454 h 117208"/>
                    <a:gd name="connsiteX31" fmla="*/ 77657 w 103536"/>
                    <a:gd name="connsiteY31" fmla="*/ 56150 h 117208"/>
                    <a:gd name="connsiteX32" fmla="*/ 64670 w 103536"/>
                    <a:gd name="connsiteY32" fmla="*/ 59031 h 117208"/>
                    <a:gd name="connsiteX33" fmla="*/ 38516 w 103536"/>
                    <a:gd name="connsiteY33" fmla="*/ 61191 h 117208"/>
                    <a:gd name="connsiteX34" fmla="*/ 19937 w 103536"/>
                    <a:gd name="connsiteY34" fmla="*/ 70554 h 117208"/>
                    <a:gd name="connsiteX35" fmla="*/ 13623 w 103536"/>
                    <a:gd name="connsiteY35" fmla="*/ 84777 h 117208"/>
                    <a:gd name="connsiteX36" fmla="*/ 20297 w 103536"/>
                    <a:gd name="connsiteY36" fmla="*/ 100081 h 117208"/>
                    <a:gd name="connsiteX37" fmla="*/ 38696 w 103536"/>
                    <a:gd name="connsiteY37" fmla="*/ 105662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103536" h="117208">
                      <a:moveTo>
                        <a:pt x="37253" y="117365"/>
                      </a:moveTo>
                      <a:cubicBezTo>
                        <a:pt x="25934" y="117365"/>
                        <a:pt x="16915" y="114439"/>
                        <a:pt x="10196" y="108543"/>
                      </a:cubicBezTo>
                      <a:cubicBezTo>
                        <a:pt x="3567" y="102692"/>
                        <a:pt x="276" y="94860"/>
                        <a:pt x="276" y="85137"/>
                      </a:cubicBezTo>
                      <a:cubicBezTo>
                        <a:pt x="276" y="78656"/>
                        <a:pt x="1764" y="73074"/>
                        <a:pt x="4785" y="68393"/>
                      </a:cubicBezTo>
                      <a:cubicBezTo>
                        <a:pt x="7761" y="63622"/>
                        <a:pt x="12226" y="59841"/>
                        <a:pt x="18133" y="57050"/>
                      </a:cubicBezTo>
                      <a:cubicBezTo>
                        <a:pt x="24987" y="53945"/>
                        <a:pt x="36080" y="51919"/>
                        <a:pt x="51503" y="50929"/>
                      </a:cubicBezTo>
                      <a:lnTo>
                        <a:pt x="58357" y="50209"/>
                      </a:lnTo>
                      <a:lnTo>
                        <a:pt x="61965" y="49669"/>
                      </a:lnTo>
                      <a:cubicBezTo>
                        <a:pt x="72652" y="47508"/>
                        <a:pt x="78018" y="42917"/>
                        <a:pt x="78018" y="35805"/>
                      </a:cubicBezTo>
                      <a:cubicBezTo>
                        <a:pt x="78018" y="27163"/>
                        <a:pt x="75854" y="20997"/>
                        <a:pt x="71525" y="17261"/>
                      </a:cubicBezTo>
                      <a:cubicBezTo>
                        <a:pt x="67196" y="13570"/>
                        <a:pt x="60071" y="11680"/>
                        <a:pt x="50240" y="11680"/>
                      </a:cubicBezTo>
                      <a:cubicBezTo>
                        <a:pt x="40139" y="11680"/>
                        <a:pt x="32428" y="13795"/>
                        <a:pt x="27152" y="17981"/>
                      </a:cubicBezTo>
                      <a:cubicBezTo>
                        <a:pt x="21831" y="22077"/>
                        <a:pt x="18945" y="28199"/>
                        <a:pt x="18494" y="36346"/>
                      </a:cubicBezTo>
                      <a:lnTo>
                        <a:pt x="5867" y="36346"/>
                      </a:lnTo>
                      <a:cubicBezTo>
                        <a:pt x="6093" y="25183"/>
                        <a:pt x="10196" y="16361"/>
                        <a:pt x="18133" y="9879"/>
                      </a:cubicBezTo>
                      <a:cubicBezTo>
                        <a:pt x="26070" y="3398"/>
                        <a:pt x="36757" y="157"/>
                        <a:pt x="50240" y="157"/>
                      </a:cubicBezTo>
                      <a:cubicBezTo>
                        <a:pt x="63588" y="157"/>
                        <a:pt x="73689" y="3037"/>
                        <a:pt x="80544" y="8799"/>
                      </a:cubicBezTo>
                      <a:cubicBezTo>
                        <a:pt x="87488" y="14560"/>
                        <a:pt x="91005" y="22977"/>
                        <a:pt x="91005" y="34005"/>
                      </a:cubicBezTo>
                      <a:lnTo>
                        <a:pt x="91005" y="94680"/>
                      </a:lnTo>
                      <a:cubicBezTo>
                        <a:pt x="91005" y="99136"/>
                        <a:pt x="91547" y="102016"/>
                        <a:pt x="92629" y="103322"/>
                      </a:cubicBezTo>
                      <a:cubicBezTo>
                        <a:pt x="93711" y="104537"/>
                        <a:pt x="95785" y="105122"/>
                        <a:pt x="98942" y="105122"/>
                      </a:cubicBezTo>
                      <a:lnTo>
                        <a:pt x="101648" y="105122"/>
                      </a:lnTo>
                      <a:cubicBezTo>
                        <a:pt x="102595" y="105122"/>
                        <a:pt x="103316" y="105032"/>
                        <a:pt x="103812" y="104762"/>
                      </a:cubicBezTo>
                      <a:lnTo>
                        <a:pt x="103812" y="114484"/>
                      </a:lnTo>
                      <a:cubicBezTo>
                        <a:pt x="100205" y="115205"/>
                        <a:pt x="97048" y="115565"/>
                        <a:pt x="94433" y="115565"/>
                      </a:cubicBezTo>
                      <a:cubicBezTo>
                        <a:pt x="83835" y="115565"/>
                        <a:pt x="78559" y="110433"/>
                        <a:pt x="78559" y="100081"/>
                      </a:cubicBezTo>
                      <a:lnTo>
                        <a:pt x="78559" y="98460"/>
                      </a:lnTo>
                      <a:cubicBezTo>
                        <a:pt x="66745" y="111064"/>
                        <a:pt x="52991" y="117365"/>
                        <a:pt x="37253" y="117365"/>
                      </a:cubicBezTo>
                      <a:close/>
                      <a:moveTo>
                        <a:pt x="38696" y="105662"/>
                      </a:moveTo>
                      <a:cubicBezTo>
                        <a:pt x="50826" y="105662"/>
                        <a:pt x="60341" y="102692"/>
                        <a:pt x="67196" y="96660"/>
                      </a:cubicBezTo>
                      <a:cubicBezTo>
                        <a:pt x="74140" y="90539"/>
                        <a:pt x="77657" y="82167"/>
                        <a:pt x="77657" y="71454"/>
                      </a:cubicBezTo>
                      <a:lnTo>
                        <a:pt x="77657" y="56150"/>
                      </a:lnTo>
                      <a:cubicBezTo>
                        <a:pt x="73915" y="57501"/>
                        <a:pt x="69586" y="58446"/>
                        <a:pt x="64670" y="59031"/>
                      </a:cubicBezTo>
                      <a:cubicBezTo>
                        <a:pt x="59980" y="59751"/>
                        <a:pt x="51232" y="60471"/>
                        <a:pt x="38516" y="61191"/>
                      </a:cubicBezTo>
                      <a:cubicBezTo>
                        <a:pt x="30308" y="63352"/>
                        <a:pt x="24130" y="66503"/>
                        <a:pt x="19937" y="70554"/>
                      </a:cubicBezTo>
                      <a:cubicBezTo>
                        <a:pt x="15698" y="74515"/>
                        <a:pt x="13623" y="79286"/>
                        <a:pt x="13623" y="84777"/>
                      </a:cubicBezTo>
                      <a:cubicBezTo>
                        <a:pt x="13623" y="91169"/>
                        <a:pt x="15833" y="96255"/>
                        <a:pt x="20297" y="100081"/>
                      </a:cubicBezTo>
                      <a:cubicBezTo>
                        <a:pt x="24852" y="103817"/>
                        <a:pt x="30985" y="105662"/>
                        <a:pt x="38696" y="10566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29" name="Gráfico 12">
                  <a:extLst>
                    <a:ext uri="{FF2B5EF4-FFF2-40B4-BE49-F238E27FC236}">
                      <a16:creationId xmlns:a16="http://schemas.microsoft.com/office/drawing/2014/main" id="{3BD7CA44-14D6-4319-9081-DCAAC162DDE8}"/>
                    </a:ext>
                  </a:extLst>
                </p:cNvPr>
                <p:cNvSpPr/>
                <p:nvPr/>
              </p:nvSpPr>
              <p:spPr>
                <a:xfrm>
                  <a:off x="3588925" y="2685981"/>
                  <a:ext cx="134561" cy="154477"/>
                </a:xfrm>
                <a:custGeom>
                  <a:avLst/>
                  <a:gdLst>
                    <a:gd name="connsiteX0" fmla="*/ 59094 w 134561"/>
                    <a:gd name="connsiteY0" fmla="*/ 157 h 154477"/>
                    <a:gd name="connsiteX1" fmla="*/ 76050 w 134561"/>
                    <a:gd name="connsiteY1" fmla="*/ 157 h 154477"/>
                    <a:gd name="connsiteX2" fmla="*/ 134853 w 134561"/>
                    <a:gd name="connsiteY2" fmla="*/ 154634 h 154477"/>
                    <a:gd name="connsiteX3" fmla="*/ 119882 w 134561"/>
                    <a:gd name="connsiteY3" fmla="*/ 154634 h 154477"/>
                    <a:gd name="connsiteX4" fmla="*/ 102385 w 134561"/>
                    <a:gd name="connsiteY4" fmla="*/ 107103 h 154477"/>
                    <a:gd name="connsiteX5" fmla="*/ 32940 w 134561"/>
                    <a:gd name="connsiteY5" fmla="*/ 107103 h 154477"/>
                    <a:gd name="connsiteX6" fmla="*/ 15082 w 134561"/>
                    <a:gd name="connsiteY6" fmla="*/ 154634 h 154477"/>
                    <a:gd name="connsiteX7" fmla="*/ 291 w 134561"/>
                    <a:gd name="connsiteY7" fmla="*/ 154634 h 154477"/>
                    <a:gd name="connsiteX8" fmla="*/ 97515 w 134561"/>
                    <a:gd name="connsiteY8" fmla="*/ 94680 h 154477"/>
                    <a:gd name="connsiteX9" fmla="*/ 67392 w 134561"/>
                    <a:gd name="connsiteY9" fmla="*/ 15280 h 154477"/>
                    <a:gd name="connsiteX10" fmla="*/ 37449 w 134561"/>
                    <a:gd name="connsiteY10" fmla="*/ 94680 h 154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4561" h="154477">
                      <a:moveTo>
                        <a:pt x="59094" y="157"/>
                      </a:moveTo>
                      <a:lnTo>
                        <a:pt x="76050" y="157"/>
                      </a:lnTo>
                      <a:lnTo>
                        <a:pt x="134853" y="154634"/>
                      </a:lnTo>
                      <a:lnTo>
                        <a:pt x="119882" y="154634"/>
                      </a:lnTo>
                      <a:lnTo>
                        <a:pt x="102385" y="107103"/>
                      </a:lnTo>
                      <a:lnTo>
                        <a:pt x="32940" y="107103"/>
                      </a:lnTo>
                      <a:lnTo>
                        <a:pt x="15082" y="154634"/>
                      </a:lnTo>
                      <a:lnTo>
                        <a:pt x="291" y="154634"/>
                      </a:lnTo>
                      <a:close/>
                      <a:moveTo>
                        <a:pt x="97515" y="94680"/>
                      </a:moveTo>
                      <a:lnTo>
                        <a:pt x="67392" y="15280"/>
                      </a:lnTo>
                      <a:lnTo>
                        <a:pt x="37449" y="94680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0" name="Gráfico 12">
                  <a:extLst>
                    <a:ext uri="{FF2B5EF4-FFF2-40B4-BE49-F238E27FC236}">
                      <a16:creationId xmlns:a16="http://schemas.microsoft.com/office/drawing/2014/main" id="{C1C01DFB-6AC1-4016-BCE7-144760AD9A8D}"/>
                    </a:ext>
                  </a:extLst>
                </p:cNvPr>
                <p:cNvSpPr/>
                <p:nvPr/>
              </p:nvSpPr>
              <p:spPr>
                <a:xfrm>
                  <a:off x="3735876" y="2685981"/>
                  <a:ext cx="101191" cy="157537"/>
                </a:xfrm>
                <a:custGeom>
                  <a:avLst/>
                  <a:gdLst>
                    <a:gd name="connsiteX0" fmla="*/ 49185 w 101191"/>
                    <a:gd name="connsiteY0" fmla="*/ 157695 h 157537"/>
                    <a:gd name="connsiteX1" fmla="*/ 13471 w 101191"/>
                    <a:gd name="connsiteY1" fmla="*/ 142031 h 157537"/>
                    <a:gd name="connsiteX2" fmla="*/ 303 w 101191"/>
                    <a:gd name="connsiteY2" fmla="*/ 99001 h 157537"/>
                    <a:gd name="connsiteX3" fmla="*/ 6436 w 101191"/>
                    <a:gd name="connsiteY3" fmla="*/ 67853 h 157537"/>
                    <a:gd name="connsiteX4" fmla="*/ 23752 w 101191"/>
                    <a:gd name="connsiteY4" fmla="*/ 47508 h 157537"/>
                    <a:gd name="connsiteX5" fmla="*/ 50087 w 101191"/>
                    <a:gd name="connsiteY5" fmla="*/ 40306 h 157537"/>
                    <a:gd name="connsiteX6" fmla="*/ 88508 w 101191"/>
                    <a:gd name="connsiteY6" fmla="*/ 62452 h 157537"/>
                    <a:gd name="connsiteX7" fmla="*/ 88508 w 101191"/>
                    <a:gd name="connsiteY7" fmla="*/ 157 h 157537"/>
                    <a:gd name="connsiteX8" fmla="*/ 101495 w 101191"/>
                    <a:gd name="connsiteY8" fmla="*/ 157 h 157537"/>
                    <a:gd name="connsiteX9" fmla="*/ 101495 w 101191"/>
                    <a:gd name="connsiteY9" fmla="*/ 154634 h 157537"/>
                    <a:gd name="connsiteX10" fmla="*/ 88508 w 101191"/>
                    <a:gd name="connsiteY10" fmla="*/ 154634 h 157537"/>
                    <a:gd name="connsiteX11" fmla="*/ 88508 w 101191"/>
                    <a:gd name="connsiteY11" fmla="*/ 135729 h 157537"/>
                    <a:gd name="connsiteX12" fmla="*/ 49185 w 101191"/>
                    <a:gd name="connsiteY12" fmla="*/ 157695 h 157537"/>
                    <a:gd name="connsiteX13" fmla="*/ 51711 w 101191"/>
                    <a:gd name="connsiteY13" fmla="*/ 146172 h 157537"/>
                    <a:gd name="connsiteX14" fmla="*/ 79850 w 101191"/>
                    <a:gd name="connsiteY14" fmla="*/ 133929 h 157537"/>
                    <a:gd name="connsiteX15" fmla="*/ 89590 w 101191"/>
                    <a:gd name="connsiteY15" fmla="*/ 99001 h 157537"/>
                    <a:gd name="connsiteX16" fmla="*/ 79669 w 101191"/>
                    <a:gd name="connsiteY16" fmla="*/ 64252 h 157537"/>
                    <a:gd name="connsiteX17" fmla="*/ 51711 w 101191"/>
                    <a:gd name="connsiteY17" fmla="*/ 51829 h 157537"/>
                    <a:gd name="connsiteX18" fmla="*/ 23752 w 101191"/>
                    <a:gd name="connsiteY18" fmla="*/ 64072 h 157537"/>
                    <a:gd name="connsiteX19" fmla="*/ 14012 w 101191"/>
                    <a:gd name="connsiteY19" fmla="*/ 99001 h 157537"/>
                    <a:gd name="connsiteX20" fmla="*/ 23933 w 101191"/>
                    <a:gd name="connsiteY20" fmla="*/ 133929 h 157537"/>
                    <a:gd name="connsiteX21" fmla="*/ 51711 w 101191"/>
                    <a:gd name="connsiteY21" fmla="*/ 146172 h 157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01191" h="157537">
                      <a:moveTo>
                        <a:pt x="49185" y="157695"/>
                      </a:moveTo>
                      <a:cubicBezTo>
                        <a:pt x="34124" y="157695"/>
                        <a:pt x="22219" y="152474"/>
                        <a:pt x="13471" y="142031"/>
                      </a:cubicBezTo>
                      <a:cubicBezTo>
                        <a:pt x="4677" y="131588"/>
                        <a:pt x="303" y="117275"/>
                        <a:pt x="303" y="99001"/>
                      </a:cubicBezTo>
                      <a:cubicBezTo>
                        <a:pt x="303" y="87118"/>
                        <a:pt x="2332" y="76765"/>
                        <a:pt x="6436" y="67853"/>
                      </a:cubicBezTo>
                      <a:cubicBezTo>
                        <a:pt x="10494" y="58986"/>
                        <a:pt x="16267" y="52189"/>
                        <a:pt x="23752" y="47508"/>
                      </a:cubicBezTo>
                      <a:cubicBezTo>
                        <a:pt x="31193" y="42737"/>
                        <a:pt x="39986" y="40306"/>
                        <a:pt x="50087" y="40306"/>
                      </a:cubicBezTo>
                      <a:cubicBezTo>
                        <a:pt x="67629" y="40306"/>
                        <a:pt x="80436" y="47688"/>
                        <a:pt x="88508" y="62452"/>
                      </a:cubicBezTo>
                      <a:lnTo>
                        <a:pt x="88508" y="157"/>
                      </a:lnTo>
                      <a:lnTo>
                        <a:pt x="101495" y="157"/>
                      </a:lnTo>
                      <a:lnTo>
                        <a:pt x="101495" y="154634"/>
                      </a:lnTo>
                      <a:lnTo>
                        <a:pt x="88508" y="154634"/>
                      </a:lnTo>
                      <a:lnTo>
                        <a:pt x="88508" y="135729"/>
                      </a:lnTo>
                      <a:cubicBezTo>
                        <a:pt x="79940" y="150403"/>
                        <a:pt x="66862" y="157695"/>
                        <a:pt x="49185" y="157695"/>
                      </a:cubicBezTo>
                      <a:close/>
                      <a:moveTo>
                        <a:pt x="51711" y="146172"/>
                      </a:moveTo>
                      <a:cubicBezTo>
                        <a:pt x="63976" y="146172"/>
                        <a:pt x="73356" y="142121"/>
                        <a:pt x="79850" y="133929"/>
                      </a:cubicBezTo>
                      <a:cubicBezTo>
                        <a:pt x="86343" y="125782"/>
                        <a:pt x="89590" y="114124"/>
                        <a:pt x="89590" y="99001"/>
                      </a:cubicBezTo>
                      <a:cubicBezTo>
                        <a:pt x="89590" y="84012"/>
                        <a:pt x="86253" y="72444"/>
                        <a:pt x="79669" y="64252"/>
                      </a:cubicBezTo>
                      <a:cubicBezTo>
                        <a:pt x="73040" y="55970"/>
                        <a:pt x="63706" y="51829"/>
                        <a:pt x="51711" y="51829"/>
                      </a:cubicBezTo>
                      <a:cubicBezTo>
                        <a:pt x="39670" y="51829"/>
                        <a:pt x="30336" y="55925"/>
                        <a:pt x="23752" y="64072"/>
                      </a:cubicBezTo>
                      <a:cubicBezTo>
                        <a:pt x="17259" y="72264"/>
                        <a:pt x="14012" y="83877"/>
                        <a:pt x="14012" y="99001"/>
                      </a:cubicBezTo>
                      <a:cubicBezTo>
                        <a:pt x="14012" y="114034"/>
                        <a:pt x="17304" y="125647"/>
                        <a:pt x="23933" y="133929"/>
                      </a:cubicBezTo>
                      <a:cubicBezTo>
                        <a:pt x="30516" y="142121"/>
                        <a:pt x="39806" y="146172"/>
                        <a:pt x="51711" y="14617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1" name="Gráfico 12">
                  <a:extLst>
                    <a:ext uri="{FF2B5EF4-FFF2-40B4-BE49-F238E27FC236}">
                      <a16:creationId xmlns:a16="http://schemas.microsoft.com/office/drawing/2014/main" id="{EF17A06F-4A2B-498C-BF97-C6A166D2244E}"/>
                    </a:ext>
                  </a:extLst>
                </p:cNvPr>
                <p:cNvSpPr/>
                <p:nvPr/>
              </p:nvSpPr>
              <p:spPr>
                <a:xfrm>
                  <a:off x="3865014" y="2726131"/>
                  <a:ext cx="102634" cy="117208"/>
                </a:xfrm>
                <a:custGeom>
                  <a:avLst/>
                  <a:gdLst>
                    <a:gd name="connsiteX0" fmla="*/ 51542 w 102634"/>
                    <a:gd name="connsiteY0" fmla="*/ 117365 h 117208"/>
                    <a:gd name="connsiteX1" fmla="*/ 13662 w 102634"/>
                    <a:gd name="connsiteY1" fmla="*/ 102061 h 117208"/>
                    <a:gd name="connsiteX2" fmla="*/ 314 w 102634"/>
                    <a:gd name="connsiteY2" fmla="*/ 58851 h 117208"/>
                    <a:gd name="connsiteX3" fmla="*/ 13662 w 102634"/>
                    <a:gd name="connsiteY3" fmla="*/ 15641 h 117208"/>
                    <a:gd name="connsiteX4" fmla="*/ 51542 w 102634"/>
                    <a:gd name="connsiteY4" fmla="*/ 157 h 117208"/>
                    <a:gd name="connsiteX5" fmla="*/ 89421 w 102634"/>
                    <a:gd name="connsiteY5" fmla="*/ 15641 h 117208"/>
                    <a:gd name="connsiteX6" fmla="*/ 102949 w 102634"/>
                    <a:gd name="connsiteY6" fmla="*/ 58851 h 117208"/>
                    <a:gd name="connsiteX7" fmla="*/ 89421 w 102634"/>
                    <a:gd name="connsiteY7" fmla="*/ 102061 h 117208"/>
                    <a:gd name="connsiteX8" fmla="*/ 51542 w 102634"/>
                    <a:gd name="connsiteY8" fmla="*/ 117365 h 117208"/>
                    <a:gd name="connsiteX9" fmla="*/ 51542 w 102634"/>
                    <a:gd name="connsiteY9" fmla="*/ 106022 h 117208"/>
                    <a:gd name="connsiteX10" fmla="*/ 79500 w 102634"/>
                    <a:gd name="connsiteY10" fmla="*/ 93779 h 117208"/>
                    <a:gd name="connsiteX11" fmla="*/ 89421 w 102634"/>
                    <a:gd name="connsiteY11" fmla="*/ 58851 h 117208"/>
                    <a:gd name="connsiteX12" fmla="*/ 79500 w 102634"/>
                    <a:gd name="connsiteY12" fmla="*/ 24103 h 117208"/>
                    <a:gd name="connsiteX13" fmla="*/ 51542 w 102634"/>
                    <a:gd name="connsiteY13" fmla="*/ 11680 h 117208"/>
                    <a:gd name="connsiteX14" fmla="*/ 23583 w 102634"/>
                    <a:gd name="connsiteY14" fmla="*/ 24103 h 117208"/>
                    <a:gd name="connsiteX15" fmla="*/ 13662 w 102634"/>
                    <a:gd name="connsiteY15" fmla="*/ 58851 h 117208"/>
                    <a:gd name="connsiteX16" fmla="*/ 23583 w 102634"/>
                    <a:gd name="connsiteY16" fmla="*/ 93779 h 117208"/>
                    <a:gd name="connsiteX17" fmla="*/ 51542 w 102634"/>
                    <a:gd name="connsiteY17" fmla="*/ 106022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02634" h="117208">
                      <a:moveTo>
                        <a:pt x="51542" y="117365"/>
                      </a:moveTo>
                      <a:cubicBezTo>
                        <a:pt x="35308" y="117365"/>
                        <a:pt x="22681" y="112279"/>
                        <a:pt x="13662" y="102061"/>
                      </a:cubicBezTo>
                      <a:cubicBezTo>
                        <a:pt x="4734" y="91889"/>
                        <a:pt x="314" y="77485"/>
                        <a:pt x="314" y="58851"/>
                      </a:cubicBezTo>
                      <a:cubicBezTo>
                        <a:pt x="314" y="40261"/>
                        <a:pt x="4734" y="25858"/>
                        <a:pt x="13662" y="15641"/>
                      </a:cubicBezTo>
                      <a:cubicBezTo>
                        <a:pt x="22681" y="5333"/>
                        <a:pt x="35308" y="157"/>
                        <a:pt x="51542" y="157"/>
                      </a:cubicBezTo>
                      <a:cubicBezTo>
                        <a:pt x="67866" y="157"/>
                        <a:pt x="80492" y="5333"/>
                        <a:pt x="89421" y="15641"/>
                      </a:cubicBezTo>
                      <a:cubicBezTo>
                        <a:pt x="98440" y="25858"/>
                        <a:pt x="102949" y="40261"/>
                        <a:pt x="102949" y="58851"/>
                      </a:cubicBezTo>
                      <a:cubicBezTo>
                        <a:pt x="102949" y="77485"/>
                        <a:pt x="98440" y="91889"/>
                        <a:pt x="89421" y="102061"/>
                      </a:cubicBezTo>
                      <a:cubicBezTo>
                        <a:pt x="80492" y="112279"/>
                        <a:pt x="67866" y="117365"/>
                        <a:pt x="51542" y="117365"/>
                      </a:cubicBezTo>
                      <a:close/>
                      <a:moveTo>
                        <a:pt x="51542" y="106022"/>
                      </a:moveTo>
                      <a:cubicBezTo>
                        <a:pt x="63537" y="106022"/>
                        <a:pt x="72871" y="101971"/>
                        <a:pt x="79500" y="93779"/>
                      </a:cubicBezTo>
                      <a:cubicBezTo>
                        <a:pt x="86084" y="85632"/>
                        <a:pt x="89421" y="73975"/>
                        <a:pt x="89421" y="58851"/>
                      </a:cubicBezTo>
                      <a:cubicBezTo>
                        <a:pt x="89421" y="43862"/>
                        <a:pt x="86084" y="32295"/>
                        <a:pt x="79500" y="24103"/>
                      </a:cubicBezTo>
                      <a:cubicBezTo>
                        <a:pt x="72871" y="15821"/>
                        <a:pt x="63537" y="11680"/>
                        <a:pt x="51542" y="11680"/>
                      </a:cubicBezTo>
                      <a:cubicBezTo>
                        <a:pt x="39501" y="11680"/>
                        <a:pt x="30167" y="15821"/>
                        <a:pt x="23583" y="24103"/>
                      </a:cubicBezTo>
                      <a:cubicBezTo>
                        <a:pt x="16954" y="32295"/>
                        <a:pt x="13662" y="43862"/>
                        <a:pt x="13662" y="58851"/>
                      </a:cubicBezTo>
                      <a:cubicBezTo>
                        <a:pt x="13662" y="73885"/>
                        <a:pt x="16954" y="85497"/>
                        <a:pt x="23583" y="93779"/>
                      </a:cubicBezTo>
                      <a:cubicBezTo>
                        <a:pt x="30167" y="101971"/>
                        <a:pt x="39501" y="106022"/>
                        <a:pt x="51542" y="10602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2" name="Gráfico 12">
                  <a:extLst>
                    <a:ext uri="{FF2B5EF4-FFF2-40B4-BE49-F238E27FC236}">
                      <a16:creationId xmlns:a16="http://schemas.microsoft.com/office/drawing/2014/main" id="{24FA1F86-6E8A-486E-9C57-47DEBE8A8C1A}"/>
                    </a:ext>
                  </a:extLst>
                </p:cNvPr>
                <p:cNvSpPr/>
                <p:nvPr/>
              </p:nvSpPr>
              <p:spPr>
                <a:xfrm>
                  <a:off x="3996238" y="2685981"/>
                  <a:ext cx="12987" cy="154477"/>
                </a:xfrm>
                <a:custGeom>
                  <a:avLst/>
                  <a:gdLst>
                    <a:gd name="connsiteX0" fmla="*/ 325 w 12987"/>
                    <a:gd name="connsiteY0" fmla="*/ 157 h 154477"/>
                    <a:gd name="connsiteX1" fmla="*/ 13312 w 12987"/>
                    <a:gd name="connsiteY1" fmla="*/ 157 h 154477"/>
                    <a:gd name="connsiteX2" fmla="*/ 13312 w 12987"/>
                    <a:gd name="connsiteY2" fmla="*/ 154634 h 154477"/>
                    <a:gd name="connsiteX3" fmla="*/ 325 w 12987"/>
                    <a:gd name="connsiteY3" fmla="*/ 154634 h 154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87" h="154477">
                      <a:moveTo>
                        <a:pt x="325" y="157"/>
                      </a:moveTo>
                      <a:lnTo>
                        <a:pt x="13312" y="157"/>
                      </a:lnTo>
                      <a:lnTo>
                        <a:pt x="13312" y="154634"/>
                      </a:lnTo>
                      <a:lnTo>
                        <a:pt x="325" y="154634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3" name="Gráfico 12">
                  <a:extLst>
                    <a:ext uri="{FF2B5EF4-FFF2-40B4-BE49-F238E27FC236}">
                      <a16:creationId xmlns:a16="http://schemas.microsoft.com/office/drawing/2014/main" id="{E97F855D-C096-4757-B036-008484C5FE3D}"/>
                    </a:ext>
                  </a:extLst>
                </p:cNvPr>
                <p:cNvSpPr/>
                <p:nvPr/>
              </p:nvSpPr>
              <p:spPr>
                <a:xfrm>
                  <a:off x="4038013" y="2726131"/>
                  <a:ext cx="96682" cy="117388"/>
                </a:xfrm>
                <a:custGeom>
                  <a:avLst/>
                  <a:gdLst>
                    <a:gd name="connsiteX0" fmla="*/ 49031 w 96682"/>
                    <a:gd name="connsiteY0" fmla="*/ 117545 h 117388"/>
                    <a:gd name="connsiteX1" fmla="*/ 13136 w 96682"/>
                    <a:gd name="connsiteY1" fmla="*/ 102241 h 117388"/>
                    <a:gd name="connsiteX2" fmla="*/ 329 w 96682"/>
                    <a:gd name="connsiteY2" fmla="*/ 59211 h 117388"/>
                    <a:gd name="connsiteX3" fmla="*/ 13316 w 96682"/>
                    <a:gd name="connsiteY3" fmla="*/ 15821 h 117388"/>
                    <a:gd name="connsiteX4" fmla="*/ 49392 w 96682"/>
                    <a:gd name="connsiteY4" fmla="*/ 157 h 117388"/>
                    <a:gd name="connsiteX5" fmla="*/ 84385 w 96682"/>
                    <a:gd name="connsiteY5" fmla="*/ 15100 h 117388"/>
                    <a:gd name="connsiteX6" fmla="*/ 97012 w 96682"/>
                    <a:gd name="connsiteY6" fmla="*/ 56870 h 117388"/>
                    <a:gd name="connsiteX7" fmla="*/ 97012 w 96682"/>
                    <a:gd name="connsiteY7" fmla="*/ 61191 h 117388"/>
                    <a:gd name="connsiteX8" fmla="*/ 13497 w 96682"/>
                    <a:gd name="connsiteY8" fmla="*/ 61191 h 117388"/>
                    <a:gd name="connsiteX9" fmla="*/ 13497 w 96682"/>
                    <a:gd name="connsiteY9" fmla="*/ 61912 h 117388"/>
                    <a:gd name="connsiteX10" fmla="*/ 23237 w 96682"/>
                    <a:gd name="connsiteY10" fmla="*/ 94500 h 117388"/>
                    <a:gd name="connsiteX11" fmla="*/ 49753 w 96682"/>
                    <a:gd name="connsiteY11" fmla="*/ 106562 h 117388"/>
                    <a:gd name="connsiteX12" fmla="*/ 71759 w 96682"/>
                    <a:gd name="connsiteY12" fmla="*/ 99541 h 117388"/>
                    <a:gd name="connsiteX13" fmla="*/ 82581 w 96682"/>
                    <a:gd name="connsiteY13" fmla="*/ 80096 h 117388"/>
                    <a:gd name="connsiteX14" fmla="*/ 95388 w 96682"/>
                    <a:gd name="connsiteY14" fmla="*/ 80096 h 117388"/>
                    <a:gd name="connsiteX15" fmla="*/ 80597 w 96682"/>
                    <a:gd name="connsiteY15" fmla="*/ 107283 h 117388"/>
                    <a:gd name="connsiteX16" fmla="*/ 49031 w 96682"/>
                    <a:gd name="connsiteY16" fmla="*/ 117545 h 117388"/>
                    <a:gd name="connsiteX17" fmla="*/ 83664 w 96682"/>
                    <a:gd name="connsiteY17" fmla="*/ 50929 h 117388"/>
                    <a:gd name="connsiteX18" fmla="*/ 73563 w 96682"/>
                    <a:gd name="connsiteY18" fmla="*/ 21942 h 117388"/>
                    <a:gd name="connsiteX19" fmla="*/ 49212 w 96682"/>
                    <a:gd name="connsiteY19" fmla="*/ 11319 h 117388"/>
                    <a:gd name="connsiteX20" fmla="*/ 24139 w 96682"/>
                    <a:gd name="connsiteY20" fmla="*/ 22122 h 117388"/>
                    <a:gd name="connsiteX21" fmla="*/ 13677 w 96682"/>
                    <a:gd name="connsiteY21" fmla="*/ 50929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6682" h="117388">
                      <a:moveTo>
                        <a:pt x="49031" y="117545"/>
                      </a:moveTo>
                      <a:cubicBezTo>
                        <a:pt x="33744" y="117545"/>
                        <a:pt x="21794" y="112459"/>
                        <a:pt x="13136" y="102241"/>
                      </a:cubicBezTo>
                      <a:cubicBezTo>
                        <a:pt x="4568" y="91934"/>
                        <a:pt x="329" y="77575"/>
                        <a:pt x="329" y="59211"/>
                      </a:cubicBezTo>
                      <a:cubicBezTo>
                        <a:pt x="329" y="40622"/>
                        <a:pt x="4658" y="26173"/>
                        <a:pt x="13316" y="15821"/>
                      </a:cubicBezTo>
                      <a:cubicBezTo>
                        <a:pt x="21975" y="5378"/>
                        <a:pt x="33970" y="157"/>
                        <a:pt x="49392" y="157"/>
                      </a:cubicBezTo>
                      <a:cubicBezTo>
                        <a:pt x="64408" y="157"/>
                        <a:pt x="76088" y="5153"/>
                        <a:pt x="84385" y="15100"/>
                      </a:cubicBezTo>
                      <a:cubicBezTo>
                        <a:pt x="92773" y="25093"/>
                        <a:pt x="97012" y="39001"/>
                        <a:pt x="97012" y="56870"/>
                      </a:cubicBezTo>
                      <a:lnTo>
                        <a:pt x="97012" y="61191"/>
                      </a:lnTo>
                      <a:lnTo>
                        <a:pt x="13497" y="61191"/>
                      </a:lnTo>
                      <a:lnTo>
                        <a:pt x="13497" y="61912"/>
                      </a:lnTo>
                      <a:cubicBezTo>
                        <a:pt x="13497" y="75505"/>
                        <a:pt x="16744" y="86353"/>
                        <a:pt x="23237" y="94500"/>
                      </a:cubicBezTo>
                      <a:cubicBezTo>
                        <a:pt x="29821" y="102556"/>
                        <a:pt x="38660" y="106562"/>
                        <a:pt x="49753" y="106562"/>
                      </a:cubicBezTo>
                      <a:cubicBezTo>
                        <a:pt x="58501" y="106562"/>
                        <a:pt x="65851" y="104222"/>
                        <a:pt x="71759" y="99541"/>
                      </a:cubicBezTo>
                      <a:cubicBezTo>
                        <a:pt x="77621" y="94770"/>
                        <a:pt x="81229" y="88288"/>
                        <a:pt x="82581" y="80096"/>
                      </a:cubicBezTo>
                      <a:lnTo>
                        <a:pt x="95388" y="80096"/>
                      </a:lnTo>
                      <a:cubicBezTo>
                        <a:pt x="93945" y="91394"/>
                        <a:pt x="88985" y="100441"/>
                        <a:pt x="80597" y="107283"/>
                      </a:cubicBezTo>
                      <a:cubicBezTo>
                        <a:pt x="72300" y="114124"/>
                        <a:pt x="61748" y="117545"/>
                        <a:pt x="49031" y="117545"/>
                      </a:cubicBezTo>
                      <a:close/>
                      <a:moveTo>
                        <a:pt x="83664" y="50929"/>
                      </a:moveTo>
                      <a:cubicBezTo>
                        <a:pt x="83032" y="38596"/>
                        <a:pt x="79695" y="28919"/>
                        <a:pt x="73563" y="21942"/>
                      </a:cubicBezTo>
                      <a:cubicBezTo>
                        <a:pt x="67430" y="14875"/>
                        <a:pt x="59313" y="11319"/>
                        <a:pt x="49212" y="11319"/>
                      </a:cubicBezTo>
                      <a:cubicBezTo>
                        <a:pt x="38975" y="11319"/>
                        <a:pt x="30633" y="14920"/>
                        <a:pt x="24139" y="22122"/>
                      </a:cubicBezTo>
                      <a:cubicBezTo>
                        <a:pt x="17736" y="29324"/>
                        <a:pt x="14263" y="38956"/>
                        <a:pt x="13677" y="50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4" name="Gráfico 12">
                  <a:extLst>
                    <a:ext uri="{FF2B5EF4-FFF2-40B4-BE49-F238E27FC236}">
                      <a16:creationId xmlns:a16="http://schemas.microsoft.com/office/drawing/2014/main" id="{66BE7659-FA37-4AF5-9DCA-9CA3294AF053}"/>
                    </a:ext>
                  </a:extLst>
                </p:cNvPr>
                <p:cNvSpPr/>
                <p:nvPr/>
              </p:nvSpPr>
              <p:spPr>
                <a:xfrm>
                  <a:off x="4157260" y="2726131"/>
                  <a:ext cx="86040" cy="117388"/>
                </a:xfrm>
                <a:custGeom>
                  <a:avLst/>
                  <a:gdLst>
                    <a:gd name="connsiteX0" fmla="*/ 43811 w 86040"/>
                    <a:gd name="connsiteY0" fmla="*/ 117545 h 117388"/>
                    <a:gd name="connsiteX1" fmla="*/ 12425 w 86040"/>
                    <a:gd name="connsiteY1" fmla="*/ 107283 h 117388"/>
                    <a:gd name="connsiteX2" fmla="*/ 340 w 86040"/>
                    <a:gd name="connsiteY2" fmla="*/ 79736 h 117388"/>
                    <a:gd name="connsiteX3" fmla="*/ 13146 w 86040"/>
                    <a:gd name="connsiteY3" fmla="*/ 79736 h 117388"/>
                    <a:gd name="connsiteX4" fmla="*/ 21985 w 86040"/>
                    <a:gd name="connsiteY4" fmla="*/ 98460 h 117388"/>
                    <a:gd name="connsiteX5" fmla="*/ 43089 w 86040"/>
                    <a:gd name="connsiteY5" fmla="*/ 105662 h 117388"/>
                    <a:gd name="connsiteX6" fmla="*/ 65095 w 86040"/>
                    <a:gd name="connsiteY6" fmla="*/ 100261 h 117388"/>
                    <a:gd name="connsiteX7" fmla="*/ 73212 w 86040"/>
                    <a:gd name="connsiteY7" fmla="*/ 85317 h 117388"/>
                    <a:gd name="connsiteX8" fmla="*/ 45073 w 86040"/>
                    <a:gd name="connsiteY8" fmla="*/ 65152 h 117388"/>
                    <a:gd name="connsiteX9" fmla="*/ 40564 w 86040"/>
                    <a:gd name="connsiteY9" fmla="*/ 64072 h 117388"/>
                    <a:gd name="connsiteX10" fmla="*/ 17475 w 86040"/>
                    <a:gd name="connsiteY10" fmla="*/ 56330 h 117388"/>
                    <a:gd name="connsiteX11" fmla="*/ 5931 w 86040"/>
                    <a:gd name="connsiteY11" fmla="*/ 46608 h 117388"/>
                    <a:gd name="connsiteX12" fmla="*/ 2684 w 86040"/>
                    <a:gd name="connsiteY12" fmla="*/ 32385 h 117388"/>
                    <a:gd name="connsiteX13" fmla="*/ 13327 w 86040"/>
                    <a:gd name="connsiteY13" fmla="*/ 9159 h 117388"/>
                    <a:gd name="connsiteX14" fmla="*/ 41105 w 86040"/>
                    <a:gd name="connsiteY14" fmla="*/ 157 h 117388"/>
                    <a:gd name="connsiteX15" fmla="*/ 71048 w 86040"/>
                    <a:gd name="connsiteY15" fmla="*/ 9519 h 117388"/>
                    <a:gd name="connsiteX16" fmla="*/ 83313 w 86040"/>
                    <a:gd name="connsiteY16" fmla="*/ 35625 h 117388"/>
                    <a:gd name="connsiteX17" fmla="*/ 70146 w 86040"/>
                    <a:gd name="connsiteY17" fmla="*/ 35625 h 117388"/>
                    <a:gd name="connsiteX18" fmla="*/ 61668 w 86040"/>
                    <a:gd name="connsiteY18" fmla="*/ 17981 h 117388"/>
                    <a:gd name="connsiteX19" fmla="*/ 40924 w 86040"/>
                    <a:gd name="connsiteY19" fmla="*/ 11680 h 117388"/>
                    <a:gd name="connsiteX20" fmla="*/ 22706 w 86040"/>
                    <a:gd name="connsiteY20" fmla="*/ 16901 h 117388"/>
                    <a:gd name="connsiteX21" fmla="*/ 15852 w 86040"/>
                    <a:gd name="connsiteY21" fmla="*/ 30764 h 117388"/>
                    <a:gd name="connsiteX22" fmla="*/ 23247 w 86040"/>
                    <a:gd name="connsiteY22" fmla="*/ 43187 h 117388"/>
                    <a:gd name="connsiteX23" fmla="*/ 46336 w 86040"/>
                    <a:gd name="connsiteY23" fmla="*/ 52549 h 117388"/>
                    <a:gd name="connsiteX24" fmla="*/ 52288 w 86040"/>
                    <a:gd name="connsiteY24" fmla="*/ 54170 h 117388"/>
                    <a:gd name="connsiteX25" fmla="*/ 72671 w 86040"/>
                    <a:gd name="connsiteY25" fmla="*/ 61552 h 117388"/>
                    <a:gd name="connsiteX26" fmla="*/ 83133 w 86040"/>
                    <a:gd name="connsiteY26" fmla="*/ 71274 h 117388"/>
                    <a:gd name="connsiteX27" fmla="*/ 86380 w 86040"/>
                    <a:gd name="connsiteY27" fmla="*/ 85497 h 117388"/>
                    <a:gd name="connsiteX28" fmla="*/ 80968 w 86040"/>
                    <a:gd name="connsiteY28" fmla="*/ 102061 h 117388"/>
                    <a:gd name="connsiteX29" fmla="*/ 65997 w 86040"/>
                    <a:gd name="connsiteY29" fmla="*/ 113404 h 117388"/>
                    <a:gd name="connsiteX30" fmla="*/ 43811 w 86040"/>
                    <a:gd name="connsiteY30" fmla="*/ 117545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86040" h="117388">
                      <a:moveTo>
                        <a:pt x="43811" y="117545"/>
                      </a:moveTo>
                      <a:cubicBezTo>
                        <a:pt x="30823" y="117545"/>
                        <a:pt x="20361" y="114124"/>
                        <a:pt x="12425" y="107283"/>
                      </a:cubicBezTo>
                      <a:cubicBezTo>
                        <a:pt x="4578" y="100351"/>
                        <a:pt x="565" y="91169"/>
                        <a:pt x="340" y="79736"/>
                      </a:cubicBezTo>
                      <a:lnTo>
                        <a:pt x="13146" y="79736"/>
                      </a:lnTo>
                      <a:cubicBezTo>
                        <a:pt x="13507" y="87433"/>
                        <a:pt x="16438" y="93689"/>
                        <a:pt x="21985" y="98460"/>
                      </a:cubicBezTo>
                      <a:cubicBezTo>
                        <a:pt x="27486" y="103277"/>
                        <a:pt x="34521" y="105662"/>
                        <a:pt x="43089" y="105662"/>
                      </a:cubicBezTo>
                      <a:cubicBezTo>
                        <a:pt x="52469" y="105662"/>
                        <a:pt x="59774" y="103862"/>
                        <a:pt x="65095" y="100261"/>
                      </a:cubicBezTo>
                      <a:cubicBezTo>
                        <a:pt x="70506" y="96570"/>
                        <a:pt x="73212" y="91574"/>
                        <a:pt x="73212" y="85317"/>
                      </a:cubicBezTo>
                      <a:cubicBezTo>
                        <a:pt x="73212" y="76450"/>
                        <a:pt x="63832" y="69744"/>
                        <a:pt x="45073" y="65152"/>
                      </a:cubicBezTo>
                      <a:lnTo>
                        <a:pt x="40564" y="64072"/>
                      </a:lnTo>
                      <a:cubicBezTo>
                        <a:pt x="30553" y="61552"/>
                        <a:pt x="22887" y="58986"/>
                        <a:pt x="17475" y="56330"/>
                      </a:cubicBezTo>
                      <a:cubicBezTo>
                        <a:pt x="12064" y="53585"/>
                        <a:pt x="8186" y="50344"/>
                        <a:pt x="5931" y="46608"/>
                      </a:cubicBezTo>
                      <a:cubicBezTo>
                        <a:pt x="3767" y="42917"/>
                        <a:pt x="2684" y="38146"/>
                        <a:pt x="2684" y="32385"/>
                      </a:cubicBezTo>
                      <a:cubicBezTo>
                        <a:pt x="2684" y="22797"/>
                        <a:pt x="6202" y="15055"/>
                        <a:pt x="13327" y="9159"/>
                      </a:cubicBezTo>
                      <a:cubicBezTo>
                        <a:pt x="20407" y="3173"/>
                        <a:pt x="29651" y="157"/>
                        <a:pt x="41105" y="157"/>
                      </a:cubicBezTo>
                      <a:cubicBezTo>
                        <a:pt x="53596" y="157"/>
                        <a:pt x="63562" y="3308"/>
                        <a:pt x="71048" y="9519"/>
                      </a:cubicBezTo>
                      <a:cubicBezTo>
                        <a:pt x="78488" y="15776"/>
                        <a:pt x="82592" y="24463"/>
                        <a:pt x="83313" y="35625"/>
                      </a:cubicBezTo>
                      <a:lnTo>
                        <a:pt x="70146" y="35625"/>
                      </a:lnTo>
                      <a:cubicBezTo>
                        <a:pt x="69650" y="28064"/>
                        <a:pt x="66809" y="22212"/>
                        <a:pt x="61668" y="17981"/>
                      </a:cubicBezTo>
                      <a:cubicBezTo>
                        <a:pt x="56617" y="13795"/>
                        <a:pt x="49673" y="11680"/>
                        <a:pt x="40924" y="11680"/>
                      </a:cubicBezTo>
                      <a:cubicBezTo>
                        <a:pt x="33349" y="11680"/>
                        <a:pt x="27261" y="13435"/>
                        <a:pt x="22706" y="16901"/>
                      </a:cubicBezTo>
                      <a:cubicBezTo>
                        <a:pt x="18107" y="20412"/>
                        <a:pt x="15852" y="25003"/>
                        <a:pt x="15852" y="30764"/>
                      </a:cubicBezTo>
                      <a:cubicBezTo>
                        <a:pt x="15852" y="35580"/>
                        <a:pt x="18287" y="39721"/>
                        <a:pt x="23247" y="43187"/>
                      </a:cubicBezTo>
                      <a:cubicBezTo>
                        <a:pt x="28163" y="46698"/>
                        <a:pt x="35874" y="49804"/>
                        <a:pt x="46336" y="52549"/>
                      </a:cubicBezTo>
                      <a:lnTo>
                        <a:pt x="52288" y="54170"/>
                      </a:lnTo>
                      <a:cubicBezTo>
                        <a:pt x="61037" y="56330"/>
                        <a:pt x="67846" y="58806"/>
                        <a:pt x="72671" y="61552"/>
                      </a:cubicBezTo>
                      <a:cubicBezTo>
                        <a:pt x="77586" y="64207"/>
                        <a:pt x="81058" y="67448"/>
                        <a:pt x="83133" y="71274"/>
                      </a:cubicBezTo>
                      <a:cubicBezTo>
                        <a:pt x="85297" y="75010"/>
                        <a:pt x="86380" y="79736"/>
                        <a:pt x="86380" y="85497"/>
                      </a:cubicBezTo>
                      <a:cubicBezTo>
                        <a:pt x="86380" y="91754"/>
                        <a:pt x="84576" y="97290"/>
                        <a:pt x="80968" y="102061"/>
                      </a:cubicBezTo>
                      <a:cubicBezTo>
                        <a:pt x="77451" y="106878"/>
                        <a:pt x="72491" y="110658"/>
                        <a:pt x="65997" y="113404"/>
                      </a:cubicBezTo>
                      <a:cubicBezTo>
                        <a:pt x="59594" y="116150"/>
                        <a:pt x="52198" y="117545"/>
                        <a:pt x="43811" y="11754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5" name="Gráfico 12">
                  <a:extLst>
                    <a:ext uri="{FF2B5EF4-FFF2-40B4-BE49-F238E27FC236}">
                      <a16:creationId xmlns:a16="http://schemas.microsoft.com/office/drawing/2014/main" id="{A1942C45-4680-4D90-A903-309EFC5BB301}"/>
                    </a:ext>
                  </a:extLst>
                </p:cNvPr>
                <p:cNvSpPr/>
                <p:nvPr/>
              </p:nvSpPr>
              <p:spPr>
                <a:xfrm>
                  <a:off x="4266311" y="2726131"/>
                  <a:ext cx="95239" cy="117208"/>
                </a:xfrm>
                <a:custGeom>
                  <a:avLst/>
                  <a:gdLst>
                    <a:gd name="connsiteX0" fmla="*/ 49231 w 95239"/>
                    <a:gd name="connsiteY0" fmla="*/ 117365 h 117208"/>
                    <a:gd name="connsiteX1" fmla="*/ 13336 w 95239"/>
                    <a:gd name="connsiteY1" fmla="*/ 101881 h 117208"/>
                    <a:gd name="connsiteX2" fmla="*/ 349 w 95239"/>
                    <a:gd name="connsiteY2" fmla="*/ 59571 h 117208"/>
                    <a:gd name="connsiteX3" fmla="*/ 13697 w 95239"/>
                    <a:gd name="connsiteY3" fmla="*/ 16001 h 117208"/>
                    <a:gd name="connsiteX4" fmla="*/ 49953 w 95239"/>
                    <a:gd name="connsiteY4" fmla="*/ 157 h 117208"/>
                    <a:gd name="connsiteX5" fmla="*/ 80797 w 95239"/>
                    <a:gd name="connsiteY5" fmla="*/ 10779 h 117208"/>
                    <a:gd name="connsiteX6" fmla="*/ 94145 w 95239"/>
                    <a:gd name="connsiteY6" fmla="*/ 38506 h 117208"/>
                    <a:gd name="connsiteX7" fmla="*/ 81699 w 95239"/>
                    <a:gd name="connsiteY7" fmla="*/ 38506 h 117208"/>
                    <a:gd name="connsiteX8" fmla="*/ 71418 w 95239"/>
                    <a:gd name="connsiteY8" fmla="*/ 19061 h 117208"/>
                    <a:gd name="connsiteX9" fmla="*/ 49953 w 95239"/>
                    <a:gd name="connsiteY9" fmla="*/ 11680 h 117208"/>
                    <a:gd name="connsiteX10" fmla="*/ 23437 w 95239"/>
                    <a:gd name="connsiteY10" fmla="*/ 24283 h 117208"/>
                    <a:gd name="connsiteX11" fmla="*/ 13697 w 95239"/>
                    <a:gd name="connsiteY11" fmla="*/ 58491 h 117208"/>
                    <a:gd name="connsiteX12" fmla="*/ 23618 w 95239"/>
                    <a:gd name="connsiteY12" fmla="*/ 93599 h 117208"/>
                    <a:gd name="connsiteX13" fmla="*/ 50314 w 95239"/>
                    <a:gd name="connsiteY13" fmla="*/ 106382 h 117208"/>
                    <a:gd name="connsiteX14" fmla="*/ 71959 w 95239"/>
                    <a:gd name="connsiteY14" fmla="*/ 98280 h 117208"/>
                    <a:gd name="connsiteX15" fmla="*/ 82782 w 95239"/>
                    <a:gd name="connsiteY15" fmla="*/ 75955 h 117208"/>
                    <a:gd name="connsiteX16" fmla="*/ 95588 w 95239"/>
                    <a:gd name="connsiteY16" fmla="*/ 75955 h 117208"/>
                    <a:gd name="connsiteX17" fmla="*/ 81339 w 95239"/>
                    <a:gd name="connsiteY17" fmla="*/ 106382 h 117208"/>
                    <a:gd name="connsiteX18" fmla="*/ 49231 w 95239"/>
                    <a:gd name="connsiteY18" fmla="*/ 117365 h 11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95239" h="117208">
                      <a:moveTo>
                        <a:pt x="49231" y="117365"/>
                      </a:moveTo>
                      <a:cubicBezTo>
                        <a:pt x="34080" y="117365"/>
                        <a:pt x="22085" y="112234"/>
                        <a:pt x="13336" y="101881"/>
                      </a:cubicBezTo>
                      <a:cubicBezTo>
                        <a:pt x="4678" y="91574"/>
                        <a:pt x="349" y="77485"/>
                        <a:pt x="349" y="59571"/>
                      </a:cubicBezTo>
                      <a:cubicBezTo>
                        <a:pt x="349" y="41117"/>
                        <a:pt x="4768" y="26578"/>
                        <a:pt x="13697" y="16001"/>
                      </a:cubicBezTo>
                      <a:cubicBezTo>
                        <a:pt x="22581" y="5468"/>
                        <a:pt x="34666" y="157"/>
                        <a:pt x="49953" y="157"/>
                      </a:cubicBezTo>
                      <a:cubicBezTo>
                        <a:pt x="62444" y="157"/>
                        <a:pt x="72726" y="3713"/>
                        <a:pt x="80797" y="10779"/>
                      </a:cubicBezTo>
                      <a:cubicBezTo>
                        <a:pt x="88959" y="17756"/>
                        <a:pt x="93424" y="26983"/>
                        <a:pt x="94145" y="38506"/>
                      </a:cubicBezTo>
                      <a:lnTo>
                        <a:pt x="81699" y="38506"/>
                      </a:lnTo>
                      <a:cubicBezTo>
                        <a:pt x="80707" y="30359"/>
                        <a:pt x="77280" y="23878"/>
                        <a:pt x="71418" y="19061"/>
                      </a:cubicBezTo>
                      <a:cubicBezTo>
                        <a:pt x="65646" y="14155"/>
                        <a:pt x="58476" y="11680"/>
                        <a:pt x="49953" y="11680"/>
                      </a:cubicBezTo>
                      <a:cubicBezTo>
                        <a:pt x="38769" y="11680"/>
                        <a:pt x="29931" y="15911"/>
                        <a:pt x="23437" y="24283"/>
                      </a:cubicBezTo>
                      <a:cubicBezTo>
                        <a:pt x="16944" y="32565"/>
                        <a:pt x="13697" y="43997"/>
                        <a:pt x="13697" y="58491"/>
                      </a:cubicBezTo>
                      <a:cubicBezTo>
                        <a:pt x="13697" y="73254"/>
                        <a:pt x="16989" y="84957"/>
                        <a:pt x="23618" y="93599"/>
                      </a:cubicBezTo>
                      <a:cubicBezTo>
                        <a:pt x="30202" y="102151"/>
                        <a:pt x="39130" y="106382"/>
                        <a:pt x="50314" y="106382"/>
                      </a:cubicBezTo>
                      <a:cubicBezTo>
                        <a:pt x="58836" y="106382"/>
                        <a:pt x="66052" y="103682"/>
                        <a:pt x="71959" y="98280"/>
                      </a:cubicBezTo>
                      <a:cubicBezTo>
                        <a:pt x="77821" y="92879"/>
                        <a:pt x="81429" y="85452"/>
                        <a:pt x="82782" y="75955"/>
                      </a:cubicBezTo>
                      <a:lnTo>
                        <a:pt x="95588" y="75955"/>
                      </a:lnTo>
                      <a:cubicBezTo>
                        <a:pt x="94506" y="88828"/>
                        <a:pt x="89726" y="98956"/>
                        <a:pt x="81339" y="106382"/>
                      </a:cubicBezTo>
                      <a:cubicBezTo>
                        <a:pt x="73041" y="113719"/>
                        <a:pt x="62309" y="117365"/>
                        <a:pt x="49231" y="11736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6" name="Gráfico 12">
                  <a:extLst>
                    <a:ext uri="{FF2B5EF4-FFF2-40B4-BE49-F238E27FC236}">
                      <a16:creationId xmlns:a16="http://schemas.microsoft.com/office/drawing/2014/main" id="{6864A6BF-D722-408B-AE99-557AD5F691AE}"/>
                    </a:ext>
                  </a:extLst>
                </p:cNvPr>
                <p:cNvSpPr/>
                <p:nvPr/>
              </p:nvSpPr>
              <p:spPr>
                <a:xfrm>
                  <a:off x="4381644" y="2726131"/>
                  <a:ext cx="96682" cy="117388"/>
                </a:xfrm>
                <a:custGeom>
                  <a:avLst/>
                  <a:gdLst>
                    <a:gd name="connsiteX0" fmla="*/ 49061 w 96682"/>
                    <a:gd name="connsiteY0" fmla="*/ 117545 h 117388"/>
                    <a:gd name="connsiteX1" fmla="*/ 13166 w 96682"/>
                    <a:gd name="connsiteY1" fmla="*/ 102241 h 117388"/>
                    <a:gd name="connsiteX2" fmla="*/ 359 w 96682"/>
                    <a:gd name="connsiteY2" fmla="*/ 59211 h 117388"/>
                    <a:gd name="connsiteX3" fmla="*/ 13346 w 96682"/>
                    <a:gd name="connsiteY3" fmla="*/ 15821 h 117388"/>
                    <a:gd name="connsiteX4" fmla="*/ 49422 w 96682"/>
                    <a:gd name="connsiteY4" fmla="*/ 157 h 117388"/>
                    <a:gd name="connsiteX5" fmla="*/ 84415 w 96682"/>
                    <a:gd name="connsiteY5" fmla="*/ 15100 h 117388"/>
                    <a:gd name="connsiteX6" fmla="*/ 97041 w 96682"/>
                    <a:gd name="connsiteY6" fmla="*/ 56870 h 117388"/>
                    <a:gd name="connsiteX7" fmla="*/ 97041 w 96682"/>
                    <a:gd name="connsiteY7" fmla="*/ 61191 h 117388"/>
                    <a:gd name="connsiteX8" fmla="*/ 13527 w 96682"/>
                    <a:gd name="connsiteY8" fmla="*/ 61191 h 117388"/>
                    <a:gd name="connsiteX9" fmla="*/ 13527 w 96682"/>
                    <a:gd name="connsiteY9" fmla="*/ 61912 h 117388"/>
                    <a:gd name="connsiteX10" fmla="*/ 23267 w 96682"/>
                    <a:gd name="connsiteY10" fmla="*/ 94500 h 117388"/>
                    <a:gd name="connsiteX11" fmla="*/ 49782 w 96682"/>
                    <a:gd name="connsiteY11" fmla="*/ 106562 h 117388"/>
                    <a:gd name="connsiteX12" fmla="*/ 71789 w 96682"/>
                    <a:gd name="connsiteY12" fmla="*/ 99541 h 117388"/>
                    <a:gd name="connsiteX13" fmla="*/ 82611 w 96682"/>
                    <a:gd name="connsiteY13" fmla="*/ 80096 h 117388"/>
                    <a:gd name="connsiteX14" fmla="*/ 95418 w 96682"/>
                    <a:gd name="connsiteY14" fmla="*/ 80096 h 117388"/>
                    <a:gd name="connsiteX15" fmla="*/ 80627 w 96682"/>
                    <a:gd name="connsiteY15" fmla="*/ 107283 h 117388"/>
                    <a:gd name="connsiteX16" fmla="*/ 49061 w 96682"/>
                    <a:gd name="connsiteY16" fmla="*/ 117545 h 117388"/>
                    <a:gd name="connsiteX17" fmla="*/ 83693 w 96682"/>
                    <a:gd name="connsiteY17" fmla="*/ 50929 h 117388"/>
                    <a:gd name="connsiteX18" fmla="*/ 73592 w 96682"/>
                    <a:gd name="connsiteY18" fmla="*/ 21942 h 117388"/>
                    <a:gd name="connsiteX19" fmla="*/ 49241 w 96682"/>
                    <a:gd name="connsiteY19" fmla="*/ 11319 h 117388"/>
                    <a:gd name="connsiteX20" fmla="*/ 24169 w 96682"/>
                    <a:gd name="connsiteY20" fmla="*/ 22122 h 117388"/>
                    <a:gd name="connsiteX21" fmla="*/ 13707 w 96682"/>
                    <a:gd name="connsiteY21" fmla="*/ 50929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6682" h="117388">
                      <a:moveTo>
                        <a:pt x="49061" y="117545"/>
                      </a:moveTo>
                      <a:cubicBezTo>
                        <a:pt x="33774" y="117545"/>
                        <a:pt x="21824" y="112459"/>
                        <a:pt x="13166" y="102241"/>
                      </a:cubicBezTo>
                      <a:cubicBezTo>
                        <a:pt x="4598" y="91934"/>
                        <a:pt x="359" y="77575"/>
                        <a:pt x="359" y="59211"/>
                      </a:cubicBezTo>
                      <a:cubicBezTo>
                        <a:pt x="359" y="40622"/>
                        <a:pt x="4688" y="26173"/>
                        <a:pt x="13346" y="15821"/>
                      </a:cubicBezTo>
                      <a:cubicBezTo>
                        <a:pt x="22004" y="5378"/>
                        <a:pt x="33999" y="157"/>
                        <a:pt x="49422" y="157"/>
                      </a:cubicBezTo>
                      <a:cubicBezTo>
                        <a:pt x="64438" y="157"/>
                        <a:pt x="76118" y="5153"/>
                        <a:pt x="84415" y="15100"/>
                      </a:cubicBezTo>
                      <a:cubicBezTo>
                        <a:pt x="92803" y="25093"/>
                        <a:pt x="97041" y="39001"/>
                        <a:pt x="97041" y="56870"/>
                      </a:cubicBezTo>
                      <a:lnTo>
                        <a:pt x="97041" y="61191"/>
                      </a:lnTo>
                      <a:lnTo>
                        <a:pt x="13527" y="61191"/>
                      </a:lnTo>
                      <a:lnTo>
                        <a:pt x="13527" y="61912"/>
                      </a:lnTo>
                      <a:cubicBezTo>
                        <a:pt x="13527" y="75505"/>
                        <a:pt x="16773" y="86353"/>
                        <a:pt x="23267" y="94500"/>
                      </a:cubicBezTo>
                      <a:cubicBezTo>
                        <a:pt x="29851" y="102556"/>
                        <a:pt x="38689" y="106562"/>
                        <a:pt x="49782" y="106562"/>
                      </a:cubicBezTo>
                      <a:cubicBezTo>
                        <a:pt x="58531" y="106562"/>
                        <a:pt x="65881" y="104222"/>
                        <a:pt x="71789" y="99541"/>
                      </a:cubicBezTo>
                      <a:cubicBezTo>
                        <a:pt x="77651" y="94770"/>
                        <a:pt x="81258" y="88288"/>
                        <a:pt x="82611" y="80096"/>
                      </a:cubicBezTo>
                      <a:lnTo>
                        <a:pt x="95418" y="80096"/>
                      </a:lnTo>
                      <a:cubicBezTo>
                        <a:pt x="93975" y="91394"/>
                        <a:pt x="89015" y="100441"/>
                        <a:pt x="80627" y="107283"/>
                      </a:cubicBezTo>
                      <a:cubicBezTo>
                        <a:pt x="72330" y="114124"/>
                        <a:pt x="61778" y="117545"/>
                        <a:pt x="49061" y="117545"/>
                      </a:cubicBezTo>
                      <a:close/>
                      <a:moveTo>
                        <a:pt x="83693" y="50929"/>
                      </a:moveTo>
                      <a:cubicBezTo>
                        <a:pt x="83062" y="38596"/>
                        <a:pt x="79725" y="28919"/>
                        <a:pt x="73592" y="21942"/>
                      </a:cubicBezTo>
                      <a:cubicBezTo>
                        <a:pt x="67459" y="14875"/>
                        <a:pt x="59342" y="11319"/>
                        <a:pt x="49241" y="11319"/>
                      </a:cubicBezTo>
                      <a:cubicBezTo>
                        <a:pt x="39005" y="11319"/>
                        <a:pt x="30662" y="14920"/>
                        <a:pt x="24169" y="22122"/>
                      </a:cubicBezTo>
                      <a:cubicBezTo>
                        <a:pt x="17765" y="29324"/>
                        <a:pt x="14293" y="38956"/>
                        <a:pt x="13707" y="50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8" name="Gráfico 12">
                  <a:extLst>
                    <a:ext uri="{FF2B5EF4-FFF2-40B4-BE49-F238E27FC236}">
                      <a16:creationId xmlns:a16="http://schemas.microsoft.com/office/drawing/2014/main" id="{8ABE869B-CA3C-41DF-8258-5159B021DB2C}"/>
                    </a:ext>
                  </a:extLst>
                </p:cNvPr>
                <p:cNvSpPr/>
                <p:nvPr/>
              </p:nvSpPr>
              <p:spPr>
                <a:xfrm>
                  <a:off x="4505580" y="2726131"/>
                  <a:ext cx="87483" cy="114327"/>
                </a:xfrm>
                <a:custGeom>
                  <a:avLst/>
                  <a:gdLst>
                    <a:gd name="connsiteX0" fmla="*/ 369 w 87483"/>
                    <a:gd name="connsiteY0" fmla="*/ 3037 h 114327"/>
                    <a:gd name="connsiteX1" fmla="*/ 12815 w 87483"/>
                    <a:gd name="connsiteY1" fmla="*/ 3037 h 114327"/>
                    <a:gd name="connsiteX2" fmla="*/ 12815 w 87483"/>
                    <a:gd name="connsiteY2" fmla="*/ 20862 h 114327"/>
                    <a:gd name="connsiteX3" fmla="*/ 49793 w 87483"/>
                    <a:gd name="connsiteY3" fmla="*/ 157 h 114327"/>
                    <a:gd name="connsiteX4" fmla="*/ 70175 w 87483"/>
                    <a:gd name="connsiteY4" fmla="*/ 4298 h 114327"/>
                    <a:gd name="connsiteX5" fmla="*/ 83343 w 87483"/>
                    <a:gd name="connsiteY5" fmla="*/ 15821 h 114327"/>
                    <a:gd name="connsiteX6" fmla="*/ 86950 w 87483"/>
                    <a:gd name="connsiteY6" fmla="*/ 25183 h 114327"/>
                    <a:gd name="connsiteX7" fmla="*/ 87852 w 87483"/>
                    <a:gd name="connsiteY7" fmla="*/ 43367 h 114327"/>
                    <a:gd name="connsiteX8" fmla="*/ 87852 w 87483"/>
                    <a:gd name="connsiteY8" fmla="*/ 114484 h 114327"/>
                    <a:gd name="connsiteX9" fmla="*/ 74685 w 87483"/>
                    <a:gd name="connsiteY9" fmla="*/ 114484 h 114327"/>
                    <a:gd name="connsiteX10" fmla="*/ 74685 w 87483"/>
                    <a:gd name="connsiteY10" fmla="*/ 45348 h 114327"/>
                    <a:gd name="connsiteX11" fmla="*/ 71979 w 87483"/>
                    <a:gd name="connsiteY11" fmla="*/ 25003 h 114327"/>
                    <a:gd name="connsiteX12" fmla="*/ 63501 w 87483"/>
                    <a:gd name="connsiteY12" fmla="*/ 14920 h 114327"/>
                    <a:gd name="connsiteX13" fmla="*/ 47267 w 87483"/>
                    <a:gd name="connsiteY13" fmla="*/ 11860 h 114327"/>
                    <a:gd name="connsiteX14" fmla="*/ 22556 w 87483"/>
                    <a:gd name="connsiteY14" fmla="*/ 21762 h 114327"/>
                    <a:gd name="connsiteX15" fmla="*/ 13537 w 87483"/>
                    <a:gd name="connsiteY15" fmla="*/ 48769 h 114327"/>
                    <a:gd name="connsiteX16" fmla="*/ 13537 w 87483"/>
                    <a:gd name="connsiteY16" fmla="*/ 114484 h 114327"/>
                    <a:gd name="connsiteX17" fmla="*/ 369 w 87483"/>
                    <a:gd name="connsiteY17" fmla="*/ 114484 h 114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87483" h="114327">
                      <a:moveTo>
                        <a:pt x="369" y="3037"/>
                      </a:moveTo>
                      <a:lnTo>
                        <a:pt x="12815" y="3037"/>
                      </a:lnTo>
                      <a:lnTo>
                        <a:pt x="12815" y="20862"/>
                      </a:lnTo>
                      <a:cubicBezTo>
                        <a:pt x="21338" y="7088"/>
                        <a:pt x="33649" y="157"/>
                        <a:pt x="49793" y="157"/>
                      </a:cubicBezTo>
                      <a:cubicBezTo>
                        <a:pt x="57594" y="157"/>
                        <a:pt x="64403" y="1552"/>
                        <a:pt x="70175" y="4298"/>
                      </a:cubicBezTo>
                      <a:cubicBezTo>
                        <a:pt x="75947" y="7088"/>
                        <a:pt x="80322" y="10914"/>
                        <a:pt x="83343" y="15821"/>
                      </a:cubicBezTo>
                      <a:cubicBezTo>
                        <a:pt x="85147" y="18836"/>
                        <a:pt x="86319" y="21942"/>
                        <a:pt x="86950" y="25183"/>
                      </a:cubicBezTo>
                      <a:cubicBezTo>
                        <a:pt x="87537" y="29144"/>
                        <a:pt x="87852" y="35220"/>
                        <a:pt x="87852" y="43367"/>
                      </a:cubicBezTo>
                      <a:lnTo>
                        <a:pt x="87852" y="114484"/>
                      </a:lnTo>
                      <a:lnTo>
                        <a:pt x="74685" y="114484"/>
                      </a:lnTo>
                      <a:lnTo>
                        <a:pt x="74685" y="45348"/>
                      </a:lnTo>
                      <a:cubicBezTo>
                        <a:pt x="74685" y="36616"/>
                        <a:pt x="73783" y="29819"/>
                        <a:pt x="71979" y="25003"/>
                      </a:cubicBezTo>
                      <a:cubicBezTo>
                        <a:pt x="70266" y="20232"/>
                        <a:pt x="67470" y="16856"/>
                        <a:pt x="63501" y="14920"/>
                      </a:cubicBezTo>
                      <a:cubicBezTo>
                        <a:pt x="59623" y="12895"/>
                        <a:pt x="54212" y="11860"/>
                        <a:pt x="47267" y="11860"/>
                      </a:cubicBezTo>
                      <a:cubicBezTo>
                        <a:pt x="36806" y="11860"/>
                        <a:pt x="28553" y="15190"/>
                        <a:pt x="22556" y="21762"/>
                      </a:cubicBezTo>
                      <a:cubicBezTo>
                        <a:pt x="16513" y="28379"/>
                        <a:pt x="13537" y="37381"/>
                        <a:pt x="13537" y="48769"/>
                      </a:cubicBezTo>
                      <a:lnTo>
                        <a:pt x="13537" y="114484"/>
                      </a:lnTo>
                      <a:lnTo>
                        <a:pt x="369" y="114484"/>
                      </a:ln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39" name="Gráfico 12">
                  <a:extLst>
                    <a:ext uri="{FF2B5EF4-FFF2-40B4-BE49-F238E27FC236}">
                      <a16:creationId xmlns:a16="http://schemas.microsoft.com/office/drawing/2014/main" id="{14DFA644-1DCC-4827-A946-B71337CA153F}"/>
                    </a:ext>
                  </a:extLst>
                </p:cNvPr>
                <p:cNvSpPr/>
                <p:nvPr/>
              </p:nvSpPr>
              <p:spPr>
                <a:xfrm>
                  <a:off x="4614678" y="2696964"/>
                  <a:ext cx="48882" cy="146375"/>
                </a:xfrm>
                <a:custGeom>
                  <a:avLst/>
                  <a:gdLst>
                    <a:gd name="connsiteX0" fmla="*/ 33208 w 48882"/>
                    <a:gd name="connsiteY0" fmla="*/ 146532 h 146375"/>
                    <a:gd name="connsiteX1" fmla="*/ 19680 w 48882"/>
                    <a:gd name="connsiteY1" fmla="*/ 141671 h 146375"/>
                    <a:gd name="connsiteX2" fmla="*/ 15712 w 48882"/>
                    <a:gd name="connsiteY2" fmla="*/ 123847 h 146375"/>
                    <a:gd name="connsiteX3" fmla="*/ 15712 w 48882"/>
                    <a:gd name="connsiteY3" fmla="*/ 42647 h 146375"/>
                    <a:gd name="connsiteX4" fmla="*/ 380 w 48882"/>
                    <a:gd name="connsiteY4" fmla="*/ 42647 h 146375"/>
                    <a:gd name="connsiteX5" fmla="*/ 380 w 48882"/>
                    <a:gd name="connsiteY5" fmla="*/ 32205 h 146375"/>
                    <a:gd name="connsiteX6" fmla="*/ 15712 w 48882"/>
                    <a:gd name="connsiteY6" fmla="*/ 32205 h 146375"/>
                    <a:gd name="connsiteX7" fmla="*/ 15712 w 48882"/>
                    <a:gd name="connsiteY7" fmla="*/ 157 h 146375"/>
                    <a:gd name="connsiteX8" fmla="*/ 28519 w 48882"/>
                    <a:gd name="connsiteY8" fmla="*/ 157 h 146375"/>
                    <a:gd name="connsiteX9" fmla="*/ 28519 w 48882"/>
                    <a:gd name="connsiteY9" fmla="*/ 32205 h 146375"/>
                    <a:gd name="connsiteX10" fmla="*/ 49262 w 48882"/>
                    <a:gd name="connsiteY10" fmla="*/ 32205 h 146375"/>
                    <a:gd name="connsiteX11" fmla="*/ 49262 w 48882"/>
                    <a:gd name="connsiteY11" fmla="*/ 42647 h 146375"/>
                    <a:gd name="connsiteX12" fmla="*/ 28519 w 48882"/>
                    <a:gd name="connsiteY12" fmla="*/ 42647 h 146375"/>
                    <a:gd name="connsiteX13" fmla="*/ 28519 w 48882"/>
                    <a:gd name="connsiteY13" fmla="*/ 123847 h 146375"/>
                    <a:gd name="connsiteX14" fmla="*/ 30322 w 48882"/>
                    <a:gd name="connsiteY14" fmla="*/ 133209 h 146375"/>
                    <a:gd name="connsiteX15" fmla="*/ 36816 w 48882"/>
                    <a:gd name="connsiteY15" fmla="*/ 135729 h 146375"/>
                    <a:gd name="connsiteX16" fmla="*/ 41325 w 48882"/>
                    <a:gd name="connsiteY16" fmla="*/ 135189 h 146375"/>
                    <a:gd name="connsiteX17" fmla="*/ 44753 w 48882"/>
                    <a:gd name="connsiteY17" fmla="*/ 134649 h 146375"/>
                    <a:gd name="connsiteX18" fmla="*/ 49262 w 48882"/>
                    <a:gd name="connsiteY18" fmla="*/ 133749 h 146375"/>
                    <a:gd name="connsiteX19" fmla="*/ 49262 w 48882"/>
                    <a:gd name="connsiteY19" fmla="*/ 144011 h 146375"/>
                    <a:gd name="connsiteX20" fmla="*/ 33208 w 48882"/>
                    <a:gd name="connsiteY20" fmla="*/ 146532 h 146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8882" h="146375">
                      <a:moveTo>
                        <a:pt x="33208" y="146532"/>
                      </a:moveTo>
                      <a:cubicBezTo>
                        <a:pt x="26805" y="146532"/>
                        <a:pt x="22296" y="144912"/>
                        <a:pt x="19680" y="141671"/>
                      </a:cubicBezTo>
                      <a:cubicBezTo>
                        <a:pt x="17020" y="138340"/>
                        <a:pt x="15712" y="132399"/>
                        <a:pt x="15712" y="123847"/>
                      </a:cubicBezTo>
                      <a:lnTo>
                        <a:pt x="15712" y="42647"/>
                      </a:lnTo>
                      <a:lnTo>
                        <a:pt x="380" y="42647"/>
                      </a:lnTo>
                      <a:lnTo>
                        <a:pt x="380" y="32205"/>
                      </a:lnTo>
                      <a:lnTo>
                        <a:pt x="15712" y="32205"/>
                      </a:lnTo>
                      <a:lnTo>
                        <a:pt x="15712" y="157"/>
                      </a:lnTo>
                      <a:lnTo>
                        <a:pt x="28519" y="157"/>
                      </a:lnTo>
                      <a:lnTo>
                        <a:pt x="28519" y="32205"/>
                      </a:lnTo>
                      <a:lnTo>
                        <a:pt x="49262" y="32205"/>
                      </a:lnTo>
                      <a:lnTo>
                        <a:pt x="49262" y="42647"/>
                      </a:lnTo>
                      <a:lnTo>
                        <a:pt x="28519" y="42647"/>
                      </a:lnTo>
                      <a:lnTo>
                        <a:pt x="28519" y="123847"/>
                      </a:lnTo>
                      <a:cubicBezTo>
                        <a:pt x="28519" y="128438"/>
                        <a:pt x="29105" y="131543"/>
                        <a:pt x="30322" y="133209"/>
                      </a:cubicBezTo>
                      <a:cubicBezTo>
                        <a:pt x="31495" y="134919"/>
                        <a:pt x="33659" y="135729"/>
                        <a:pt x="36816" y="135729"/>
                      </a:cubicBezTo>
                      <a:cubicBezTo>
                        <a:pt x="37402" y="135729"/>
                        <a:pt x="38890" y="135549"/>
                        <a:pt x="41325" y="135189"/>
                      </a:cubicBezTo>
                      <a:cubicBezTo>
                        <a:pt x="42272" y="135099"/>
                        <a:pt x="43400" y="134919"/>
                        <a:pt x="44753" y="134649"/>
                      </a:cubicBezTo>
                      <a:cubicBezTo>
                        <a:pt x="46196" y="134424"/>
                        <a:pt x="47684" y="134109"/>
                        <a:pt x="49262" y="133749"/>
                      </a:cubicBezTo>
                      <a:lnTo>
                        <a:pt x="49262" y="144011"/>
                      </a:lnTo>
                      <a:cubicBezTo>
                        <a:pt x="43490" y="145677"/>
                        <a:pt x="38124" y="146532"/>
                        <a:pt x="33208" y="146532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0" name="Gráfico 12">
                  <a:extLst>
                    <a:ext uri="{FF2B5EF4-FFF2-40B4-BE49-F238E27FC236}">
                      <a16:creationId xmlns:a16="http://schemas.microsoft.com/office/drawing/2014/main" id="{8C5C9AF7-247C-40C1-A43F-FD849964E79D}"/>
                    </a:ext>
                  </a:extLst>
                </p:cNvPr>
                <p:cNvSpPr/>
                <p:nvPr/>
              </p:nvSpPr>
              <p:spPr>
                <a:xfrm>
                  <a:off x="4682885" y="2726131"/>
                  <a:ext cx="96682" cy="117388"/>
                </a:xfrm>
                <a:custGeom>
                  <a:avLst/>
                  <a:gdLst>
                    <a:gd name="connsiteX0" fmla="*/ 49087 w 96682"/>
                    <a:gd name="connsiteY0" fmla="*/ 117545 h 117388"/>
                    <a:gd name="connsiteX1" fmla="*/ 13192 w 96682"/>
                    <a:gd name="connsiteY1" fmla="*/ 102241 h 117388"/>
                    <a:gd name="connsiteX2" fmla="*/ 385 w 96682"/>
                    <a:gd name="connsiteY2" fmla="*/ 59211 h 117388"/>
                    <a:gd name="connsiteX3" fmla="*/ 13372 w 96682"/>
                    <a:gd name="connsiteY3" fmla="*/ 15821 h 117388"/>
                    <a:gd name="connsiteX4" fmla="*/ 49448 w 96682"/>
                    <a:gd name="connsiteY4" fmla="*/ 157 h 117388"/>
                    <a:gd name="connsiteX5" fmla="*/ 84441 w 96682"/>
                    <a:gd name="connsiteY5" fmla="*/ 15100 h 117388"/>
                    <a:gd name="connsiteX6" fmla="*/ 97067 w 96682"/>
                    <a:gd name="connsiteY6" fmla="*/ 56870 h 117388"/>
                    <a:gd name="connsiteX7" fmla="*/ 97067 w 96682"/>
                    <a:gd name="connsiteY7" fmla="*/ 61191 h 117388"/>
                    <a:gd name="connsiteX8" fmla="*/ 13553 w 96682"/>
                    <a:gd name="connsiteY8" fmla="*/ 61191 h 117388"/>
                    <a:gd name="connsiteX9" fmla="*/ 13553 w 96682"/>
                    <a:gd name="connsiteY9" fmla="*/ 61912 h 117388"/>
                    <a:gd name="connsiteX10" fmla="*/ 23293 w 96682"/>
                    <a:gd name="connsiteY10" fmla="*/ 94500 h 117388"/>
                    <a:gd name="connsiteX11" fmla="*/ 49809 w 96682"/>
                    <a:gd name="connsiteY11" fmla="*/ 106562 h 117388"/>
                    <a:gd name="connsiteX12" fmla="*/ 71815 w 96682"/>
                    <a:gd name="connsiteY12" fmla="*/ 99541 h 117388"/>
                    <a:gd name="connsiteX13" fmla="*/ 82637 w 96682"/>
                    <a:gd name="connsiteY13" fmla="*/ 80096 h 117388"/>
                    <a:gd name="connsiteX14" fmla="*/ 95444 w 96682"/>
                    <a:gd name="connsiteY14" fmla="*/ 80096 h 117388"/>
                    <a:gd name="connsiteX15" fmla="*/ 80653 w 96682"/>
                    <a:gd name="connsiteY15" fmla="*/ 107283 h 117388"/>
                    <a:gd name="connsiteX16" fmla="*/ 49087 w 96682"/>
                    <a:gd name="connsiteY16" fmla="*/ 117545 h 117388"/>
                    <a:gd name="connsiteX17" fmla="*/ 83720 w 96682"/>
                    <a:gd name="connsiteY17" fmla="*/ 50929 h 117388"/>
                    <a:gd name="connsiteX18" fmla="*/ 73618 w 96682"/>
                    <a:gd name="connsiteY18" fmla="*/ 21942 h 117388"/>
                    <a:gd name="connsiteX19" fmla="*/ 49267 w 96682"/>
                    <a:gd name="connsiteY19" fmla="*/ 11319 h 117388"/>
                    <a:gd name="connsiteX20" fmla="*/ 24195 w 96682"/>
                    <a:gd name="connsiteY20" fmla="*/ 22122 h 117388"/>
                    <a:gd name="connsiteX21" fmla="*/ 13733 w 96682"/>
                    <a:gd name="connsiteY21" fmla="*/ 50929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6682" h="117388">
                      <a:moveTo>
                        <a:pt x="49087" y="117545"/>
                      </a:moveTo>
                      <a:cubicBezTo>
                        <a:pt x="33800" y="117545"/>
                        <a:pt x="21850" y="112459"/>
                        <a:pt x="13192" y="102241"/>
                      </a:cubicBezTo>
                      <a:cubicBezTo>
                        <a:pt x="4624" y="91934"/>
                        <a:pt x="385" y="77575"/>
                        <a:pt x="385" y="59211"/>
                      </a:cubicBezTo>
                      <a:cubicBezTo>
                        <a:pt x="385" y="40622"/>
                        <a:pt x="4714" y="26173"/>
                        <a:pt x="13372" y="15821"/>
                      </a:cubicBezTo>
                      <a:cubicBezTo>
                        <a:pt x="22030" y="5378"/>
                        <a:pt x="34026" y="157"/>
                        <a:pt x="49448" y="157"/>
                      </a:cubicBezTo>
                      <a:cubicBezTo>
                        <a:pt x="64464" y="157"/>
                        <a:pt x="76144" y="5153"/>
                        <a:pt x="84441" y="15100"/>
                      </a:cubicBezTo>
                      <a:cubicBezTo>
                        <a:pt x="92829" y="25093"/>
                        <a:pt x="97067" y="39001"/>
                        <a:pt x="97067" y="56870"/>
                      </a:cubicBezTo>
                      <a:lnTo>
                        <a:pt x="97067" y="61191"/>
                      </a:lnTo>
                      <a:lnTo>
                        <a:pt x="13553" y="61191"/>
                      </a:lnTo>
                      <a:lnTo>
                        <a:pt x="13553" y="61912"/>
                      </a:lnTo>
                      <a:cubicBezTo>
                        <a:pt x="13553" y="75505"/>
                        <a:pt x="16799" y="86353"/>
                        <a:pt x="23293" y="94500"/>
                      </a:cubicBezTo>
                      <a:cubicBezTo>
                        <a:pt x="29877" y="102556"/>
                        <a:pt x="38715" y="106562"/>
                        <a:pt x="49809" y="106562"/>
                      </a:cubicBezTo>
                      <a:cubicBezTo>
                        <a:pt x="58557" y="106562"/>
                        <a:pt x="65907" y="104222"/>
                        <a:pt x="71815" y="99541"/>
                      </a:cubicBezTo>
                      <a:cubicBezTo>
                        <a:pt x="77677" y="94770"/>
                        <a:pt x="81284" y="88288"/>
                        <a:pt x="82637" y="80096"/>
                      </a:cubicBezTo>
                      <a:lnTo>
                        <a:pt x="95444" y="80096"/>
                      </a:lnTo>
                      <a:cubicBezTo>
                        <a:pt x="94001" y="91394"/>
                        <a:pt x="89041" y="100441"/>
                        <a:pt x="80653" y="107283"/>
                      </a:cubicBezTo>
                      <a:cubicBezTo>
                        <a:pt x="72356" y="114124"/>
                        <a:pt x="61804" y="117545"/>
                        <a:pt x="49087" y="117545"/>
                      </a:cubicBezTo>
                      <a:close/>
                      <a:moveTo>
                        <a:pt x="83720" y="50929"/>
                      </a:moveTo>
                      <a:cubicBezTo>
                        <a:pt x="83088" y="38596"/>
                        <a:pt x="79751" y="28919"/>
                        <a:pt x="73618" y="21942"/>
                      </a:cubicBezTo>
                      <a:cubicBezTo>
                        <a:pt x="67486" y="14875"/>
                        <a:pt x="59369" y="11319"/>
                        <a:pt x="49267" y="11319"/>
                      </a:cubicBezTo>
                      <a:cubicBezTo>
                        <a:pt x="39031" y="11319"/>
                        <a:pt x="30689" y="14920"/>
                        <a:pt x="24195" y="22122"/>
                      </a:cubicBezTo>
                      <a:cubicBezTo>
                        <a:pt x="17792" y="29324"/>
                        <a:pt x="14319" y="38956"/>
                        <a:pt x="13733" y="50929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  <p:sp>
              <p:nvSpPr>
                <p:cNvPr id="41" name="Gráfico 12">
                  <a:extLst>
                    <a:ext uri="{FF2B5EF4-FFF2-40B4-BE49-F238E27FC236}">
                      <a16:creationId xmlns:a16="http://schemas.microsoft.com/office/drawing/2014/main" id="{78DF77AE-D5BF-493E-9B59-45D81AD564D7}"/>
                    </a:ext>
                  </a:extLst>
                </p:cNvPr>
                <p:cNvSpPr/>
                <p:nvPr/>
              </p:nvSpPr>
              <p:spPr>
                <a:xfrm>
                  <a:off x="4802132" y="2726131"/>
                  <a:ext cx="86040" cy="117388"/>
                </a:xfrm>
                <a:custGeom>
                  <a:avLst/>
                  <a:gdLst>
                    <a:gd name="connsiteX0" fmla="*/ 43866 w 86040"/>
                    <a:gd name="connsiteY0" fmla="*/ 117545 h 117388"/>
                    <a:gd name="connsiteX1" fmla="*/ 12481 w 86040"/>
                    <a:gd name="connsiteY1" fmla="*/ 107283 h 117388"/>
                    <a:gd name="connsiteX2" fmla="*/ 395 w 86040"/>
                    <a:gd name="connsiteY2" fmla="*/ 79736 h 117388"/>
                    <a:gd name="connsiteX3" fmla="*/ 13202 w 86040"/>
                    <a:gd name="connsiteY3" fmla="*/ 79736 h 117388"/>
                    <a:gd name="connsiteX4" fmla="*/ 22041 w 86040"/>
                    <a:gd name="connsiteY4" fmla="*/ 98460 h 117388"/>
                    <a:gd name="connsiteX5" fmla="*/ 43145 w 86040"/>
                    <a:gd name="connsiteY5" fmla="*/ 105662 h 117388"/>
                    <a:gd name="connsiteX6" fmla="*/ 65151 w 86040"/>
                    <a:gd name="connsiteY6" fmla="*/ 100261 h 117388"/>
                    <a:gd name="connsiteX7" fmla="*/ 73268 w 86040"/>
                    <a:gd name="connsiteY7" fmla="*/ 85317 h 117388"/>
                    <a:gd name="connsiteX8" fmla="*/ 45129 w 86040"/>
                    <a:gd name="connsiteY8" fmla="*/ 65152 h 117388"/>
                    <a:gd name="connsiteX9" fmla="*/ 40620 w 86040"/>
                    <a:gd name="connsiteY9" fmla="*/ 64072 h 117388"/>
                    <a:gd name="connsiteX10" fmla="*/ 17531 w 86040"/>
                    <a:gd name="connsiteY10" fmla="*/ 56330 h 117388"/>
                    <a:gd name="connsiteX11" fmla="*/ 5987 w 86040"/>
                    <a:gd name="connsiteY11" fmla="*/ 46608 h 117388"/>
                    <a:gd name="connsiteX12" fmla="*/ 2740 w 86040"/>
                    <a:gd name="connsiteY12" fmla="*/ 32385 h 117388"/>
                    <a:gd name="connsiteX13" fmla="*/ 13383 w 86040"/>
                    <a:gd name="connsiteY13" fmla="*/ 9159 h 117388"/>
                    <a:gd name="connsiteX14" fmla="*/ 41161 w 86040"/>
                    <a:gd name="connsiteY14" fmla="*/ 157 h 117388"/>
                    <a:gd name="connsiteX15" fmla="*/ 71103 w 86040"/>
                    <a:gd name="connsiteY15" fmla="*/ 9519 h 117388"/>
                    <a:gd name="connsiteX16" fmla="*/ 83369 w 86040"/>
                    <a:gd name="connsiteY16" fmla="*/ 35625 h 117388"/>
                    <a:gd name="connsiteX17" fmla="*/ 70201 w 86040"/>
                    <a:gd name="connsiteY17" fmla="*/ 35625 h 117388"/>
                    <a:gd name="connsiteX18" fmla="*/ 61724 w 86040"/>
                    <a:gd name="connsiteY18" fmla="*/ 17981 h 117388"/>
                    <a:gd name="connsiteX19" fmla="*/ 40980 w 86040"/>
                    <a:gd name="connsiteY19" fmla="*/ 11680 h 117388"/>
                    <a:gd name="connsiteX20" fmla="*/ 22762 w 86040"/>
                    <a:gd name="connsiteY20" fmla="*/ 16901 h 117388"/>
                    <a:gd name="connsiteX21" fmla="*/ 15908 w 86040"/>
                    <a:gd name="connsiteY21" fmla="*/ 30764 h 117388"/>
                    <a:gd name="connsiteX22" fmla="*/ 23303 w 86040"/>
                    <a:gd name="connsiteY22" fmla="*/ 43187 h 117388"/>
                    <a:gd name="connsiteX23" fmla="*/ 46392 w 86040"/>
                    <a:gd name="connsiteY23" fmla="*/ 52549 h 117388"/>
                    <a:gd name="connsiteX24" fmla="*/ 52344 w 86040"/>
                    <a:gd name="connsiteY24" fmla="*/ 54170 h 117388"/>
                    <a:gd name="connsiteX25" fmla="*/ 72727 w 86040"/>
                    <a:gd name="connsiteY25" fmla="*/ 61552 h 117388"/>
                    <a:gd name="connsiteX26" fmla="*/ 83189 w 86040"/>
                    <a:gd name="connsiteY26" fmla="*/ 71274 h 117388"/>
                    <a:gd name="connsiteX27" fmla="*/ 86435 w 86040"/>
                    <a:gd name="connsiteY27" fmla="*/ 85497 h 117388"/>
                    <a:gd name="connsiteX28" fmla="*/ 81024 w 86040"/>
                    <a:gd name="connsiteY28" fmla="*/ 102061 h 117388"/>
                    <a:gd name="connsiteX29" fmla="*/ 66053 w 86040"/>
                    <a:gd name="connsiteY29" fmla="*/ 113404 h 117388"/>
                    <a:gd name="connsiteX30" fmla="*/ 43866 w 86040"/>
                    <a:gd name="connsiteY30" fmla="*/ 117545 h 1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86040" h="117388">
                      <a:moveTo>
                        <a:pt x="43866" y="117545"/>
                      </a:moveTo>
                      <a:cubicBezTo>
                        <a:pt x="30879" y="117545"/>
                        <a:pt x="20417" y="114124"/>
                        <a:pt x="12481" y="107283"/>
                      </a:cubicBezTo>
                      <a:cubicBezTo>
                        <a:pt x="4634" y="100351"/>
                        <a:pt x="621" y="91169"/>
                        <a:pt x="395" y="79736"/>
                      </a:cubicBezTo>
                      <a:lnTo>
                        <a:pt x="13202" y="79736"/>
                      </a:lnTo>
                      <a:cubicBezTo>
                        <a:pt x="13563" y="87433"/>
                        <a:pt x="16494" y="93689"/>
                        <a:pt x="22041" y="98460"/>
                      </a:cubicBezTo>
                      <a:cubicBezTo>
                        <a:pt x="27542" y="103277"/>
                        <a:pt x="34577" y="105662"/>
                        <a:pt x="43145" y="105662"/>
                      </a:cubicBezTo>
                      <a:cubicBezTo>
                        <a:pt x="52524" y="105662"/>
                        <a:pt x="59830" y="103862"/>
                        <a:pt x="65151" y="100261"/>
                      </a:cubicBezTo>
                      <a:cubicBezTo>
                        <a:pt x="70562" y="96570"/>
                        <a:pt x="73268" y="91574"/>
                        <a:pt x="73268" y="85317"/>
                      </a:cubicBezTo>
                      <a:cubicBezTo>
                        <a:pt x="73268" y="76450"/>
                        <a:pt x="63888" y="69744"/>
                        <a:pt x="45129" y="65152"/>
                      </a:cubicBezTo>
                      <a:lnTo>
                        <a:pt x="40620" y="64072"/>
                      </a:lnTo>
                      <a:cubicBezTo>
                        <a:pt x="30609" y="61552"/>
                        <a:pt x="22943" y="58986"/>
                        <a:pt x="17531" y="56330"/>
                      </a:cubicBezTo>
                      <a:cubicBezTo>
                        <a:pt x="12120" y="53585"/>
                        <a:pt x="8242" y="50344"/>
                        <a:pt x="5987" y="46608"/>
                      </a:cubicBezTo>
                      <a:cubicBezTo>
                        <a:pt x="3823" y="42917"/>
                        <a:pt x="2740" y="38146"/>
                        <a:pt x="2740" y="32385"/>
                      </a:cubicBezTo>
                      <a:cubicBezTo>
                        <a:pt x="2740" y="22797"/>
                        <a:pt x="6258" y="15055"/>
                        <a:pt x="13383" y="9159"/>
                      </a:cubicBezTo>
                      <a:cubicBezTo>
                        <a:pt x="20462" y="3173"/>
                        <a:pt x="29707" y="157"/>
                        <a:pt x="41161" y="157"/>
                      </a:cubicBezTo>
                      <a:cubicBezTo>
                        <a:pt x="53652" y="157"/>
                        <a:pt x="63618" y="3308"/>
                        <a:pt x="71103" y="9519"/>
                      </a:cubicBezTo>
                      <a:cubicBezTo>
                        <a:pt x="78544" y="15776"/>
                        <a:pt x="82648" y="24463"/>
                        <a:pt x="83369" y="35625"/>
                      </a:cubicBezTo>
                      <a:lnTo>
                        <a:pt x="70201" y="35625"/>
                      </a:lnTo>
                      <a:cubicBezTo>
                        <a:pt x="69705" y="28064"/>
                        <a:pt x="66864" y="22212"/>
                        <a:pt x="61724" y="17981"/>
                      </a:cubicBezTo>
                      <a:cubicBezTo>
                        <a:pt x="56673" y="13795"/>
                        <a:pt x="49729" y="11680"/>
                        <a:pt x="40980" y="11680"/>
                      </a:cubicBezTo>
                      <a:cubicBezTo>
                        <a:pt x="33404" y="11680"/>
                        <a:pt x="27317" y="13435"/>
                        <a:pt x="22762" y="16901"/>
                      </a:cubicBezTo>
                      <a:cubicBezTo>
                        <a:pt x="18163" y="20412"/>
                        <a:pt x="15908" y="25003"/>
                        <a:pt x="15908" y="30764"/>
                      </a:cubicBezTo>
                      <a:cubicBezTo>
                        <a:pt x="15908" y="35580"/>
                        <a:pt x="18343" y="39721"/>
                        <a:pt x="23303" y="43187"/>
                      </a:cubicBezTo>
                      <a:cubicBezTo>
                        <a:pt x="28219" y="46698"/>
                        <a:pt x="35930" y="49804"/>
                        <a:pt x="46392" y="52549"/>
                      </a:cubicBezTo>
                      <a:lnTo>
                        <a:pt x="52344" y="54170"/>
                      </a:lnTo>
                      <a:cubicBezTo>
                        <a:pt x="61092" y="56330"/>
                        <a:pt x="67902" y="58806"/>
                        <a:pt x="72727" y="61552"/>
                      </a:cubicBezTo>
                      <a:cubicBezTo>
                        <a:pt x="77642" y="64207"/>
                        <a:pt x="81114" y="67448"/>
                        <a:pt x="83189" y="71274"/>
                      </a:cubicBezTo>
                      <a:cubicBezTo>
                        <a:pt x="85353" y="75010"/>
                        <a:pt x="86435" y="79736"/>
                        <a:pt x="86435" y="85497"/>
                      </a:cubicBezTo>
                      <a:cubicBezTo>
                        <a:pt x="86435" y="91754"/>
                        <a:pt x="84632" y="97290"/>
                        <a:pt x="81024" y="102061"/>
                      </a:cubicBezTo>
                      <a:cubicBezTo>
                        <a:pt x="77507" y="106878"/>
                        <a:pt x="72546" y="110658"/>
                        <a:pt x="66053" y="113404"/>
                      </a:cubicBezTo>
                      <a:cubicBezTo>
                        <a:pt x="59649" y="116150"/>
                        <a:pt x="52254" y="117545"/>
                        <a:pt x="43866" y="117545"/>
                      </a:cubicBezTo>
                      <a:close/>
                    </a:path>
                  </a:pathLst>
                </a:custGeom>
                <a:grpFill/>
                <a:ln w="11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AR">
                    <a:solidFill>
                      <a:srgbClr val="042E40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2179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88CCF69-4B16-48B2-8B63-4752A3629F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430"/>
          <a:stretch/>
        </p:blipFill>
        <p:spPr>
          <a:xfrm>
            <a:off x="0" y="4692912"/>
            <a:ext cx="9144000" cy="2165088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496E66-3A4B-4617-8D7C-D91AD354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5</a:t>
            </a:fld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8CB29B7-7406-4811-AA15-DBD22410C7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071" b="32160"/>
          <a:stretch/>
        </p:blipFill>
        <p:spPr>
          <a:xfrm>
            <a:off x="0" y="0"/>
            <a:ext cx="9144000" cy="1904370"/>
          </a:xfrm>
          <a:prstGeom prst="rect">
            <a:avLst/>
          </a:prstGeom>
        </p:spPr>
      </p:pic>
      <p:sp>
        <p:nvSpPr>
          <p:cNvPr id="80" name="CuadroTexto 79">
            <a:extLst>
              <a:ext uri="{FF2B5EF4-FFF2-40B4-BE49-F238E27FC236}">
                <a16:creationId xmlns:a16="http://schemas.microsoft.com/office/drawing/2014/main" id="{E26CF848-EB63-4CEF-B56C-5390604E1441}"/>
              </a:ext>
            </a:extLst>
          </p:cNvPr>
          <p:cNvSpPr txBox="1"/>
          <p:nvPr/>
        </p:nvSpPr>
        <p:spPr>
          <a:xfrm>
            <a:off x="676568" y="2513811"/>
            <a:ext cx="77908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42E40"/>
                </a:solidFill>
              </a:rPr>
              <a:t>Un espacio seguro para adolescentes que buscan sanar, crecer y acercarse a Jesús.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42E40"/>
                </a:solidFill>
              </a:rPr>
              <a:t>No es una clase, es una experiencia.</a:t>
            </a:r>
          </a:p>
        </p:txBody>
      </p:sp>
    </p:spTree>
    <p:extLst>
      <p:ext uri="{BB962C8B-B14F-4D97-AF65-F5344CB8AC3E}">
        <p14:creationId xmlns:p14="http://schemas.microsoft.com/office/powerpoint/2010/main" val="2688805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 descr="Primer plano de un ojo de pájaro">
            <a:extLst>
              <a:ext uri="{FF2B5EF4-FFF2-40B4-BE49-F238E27FC236}">
                <a16:creationId xmlns:a16="http://schemas.microsoft.com/office/drawing/2014/main" id="{47DBE8E2-71E9-40A8-B25F-2D4F23E7668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802" y="1306051"/>
            <a:ext cx="7233792" cy="4245899"/>
          </a:xfrm>
        </p:spPr>
      </p:pic>
      <p:sp>
        <p:nvSpPr>
          <p:cNvPr id="24" name="Título 23">
            <a:extLst>
              <a:ext uri="{FF2B5EF4-FFF2-40B4-BE49-F238E27FC236}">
                <a16:creationId xmlns:a16="http://schemas.microsoft.com/office/drawing/2014/main" id="{3413C595-4D01-4997-9A0A-E7606687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912" y="3440227"/>
            <a:ext cx="4740088" cy="66187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Objetivos principales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D7D3E7A5-4BD8-44AD-B116-D2CED7043D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3911" y="4102100"/>
            <a:ext cx="4740089" cy="62281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Crecimiento de los ingresos anuales</a:t>
            </a:r>
          </a:p>
        </p:txBody>
      </p:sp>
    </p:spTree>
    <p:extLst>
      <p:ext uri="{BB962C8B-B14F-4D97-AF65-F5344CB8AC3E}">
        <p14:creationId xmlns:p14="http://schemas.microsoft.com/office/powerpoint/2010/main" val="399313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Marcador de posición de imagen 18" descr="Primer plano de arena">
            <a:extLst>
              <a:ext uri="{FF2B5EF4-FFF2-40B4-BE49-F238E27FC236}">
                <a16:creationId xmlns:a16="http://schemas.microsoft.com/office/drawing/2014/main" id="{B2BE730E-3A48-4CBD-8E48-B35F154D8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250"/>
            <a:ext cx="9144000" cy="5143500"/>
          </a:xfr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85311D1-54C5-4629-99A1-D0E53D8E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3" y="1441939"/>
            <a:ext cx="8437978" cy="397412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Las </a:t>
            </a:r>
            <a:r>
              <a:rPr lang="es-ES" dirty="0" err="1"/>
              <a:t>oportuni</a:t>
            </a:r>
            <a:r>
              <a:rPr lang="es-ES" dirty="0"/>
              <a:t>-dades de negocio son como los autobuses. Siempre vendrá otro.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172E38AD-9DB1-4BF6-B4CA-5E36E2D4D4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4257853"/>
            <a:ext cx="9144000" cy="85646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Richard Branson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EA67BE-8C4A-498B-BE79-A779F07A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624513"/>
            <a:ext cx="30861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E49766-851F-4808-BD95-B55C6D13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8807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ítulo 80">
            <a:extLst>
              <a:ext uri="{FF2B5EF4-FFF2-40B4-BE49-F238E27FC236}">
                <a16:creationId xmlns:a16="http://schemas.microsoft.com/office/drawing/2014/main" id="{05C9BC75-0FE2-430C-A627-D6478EDB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884" y="1972896"/>
            <a:ext cx="1936166" cy="9941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Nuestro equipo</a:t>
            </a:r>
          </a:p>
        </p:txBody>
      </p:sp>
      <p:pic>
        <p:nvPicPr>
          <p:cNvPr id="37" name="Marcador de posición de imagen 36" descr="Una persona en traje">
            <a:extLst>
              <a:ext uri="{FF2B5EF4-FFF2-40B4-BE49-F238E27FC236}">
                <a16:creationId xmlns:a16="http://schemas.microsoft.com/office/drawing/2014/main" id="{98F474B4-9A01-431B-89C4-795F0E8E300B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" b="94"/>
          <a:stretch/>
        </p:blipFill>
        <p:spPr>
          <a:xfrm>
            <a:off x="3595223" y="1365315"/>
            <a:ext cx="1768239" cy="1216819"/>
          </a:xfrm>
        </p:spPr>
      </p:pic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1A2623C5-D11D-478D-89FB-08576F6F14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5221" y="2582132"/>
            <a:ext cx="1768239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Takuma Hayashi​​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786ED0BB-76F0-475B-B4E0-105C68BFC7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95221" y="2938493"/>
            <a:ext cx="1768239" cy="3563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Presidente</a:t>
            </a:r>
          </a:p>
        </p:txBody>
      </p:sp>
      <p:pic>
        <p:nvPicPr>
          <p:cNvPr id="41" name="Marcador de posición de imagen 40" descr="Un persona con cabello rubio">
            <a:extLst>
              <a:ext uri="{FF2B5EF4-FFF2-40B4-BE49-F238E27FC236}">
                <a16:creationId xmlns:a16="http://schemas.microsoft.com/office/drawing/2014/main" id="{7F1F5F87-7338-4240-8180-E6BC090EB76C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" r="30"/>
          <a:stretch/>
        </p:blipFill>
        <p:spPr>
          <a:xfrm>
            <a:off x="5573831" y="1365315"/>
            <a:ext cx="1768239" cy="1216819"/>
          </a:xfrm>
        </p:spPr>
      </p:pic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D9036395-3643-4D4E-95D7-0B29D19C01D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573829" y="2582132"/>
            <a:ext cx="1768239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Mirjam Nilsson​​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99BE8D49-F053-400B-ADDC-743712E28E1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573829" y="2938493"/>
            <a:ext cx="1768239" cy="3563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Directora ejecutiva</a:t>
            </a:r>
          </a:p>
        </p:txBody>
      </p:sp>
      <p:pic>
        <p:nvPicPr>
          <p:cNvPr id="45" name="Marcador de posición de imagen 44" descr="Una persona sonriendo a la cámara&#10;">
            <a:extLst>
              <a:ext uri="{FF2B5EF4-FFF2-40B4-BE49-F238E27FC236}">
                <a16:creationId xmlns:a16="http://schemas.microsoft.com/office/drawing/2014/main" id="{8B9B6C09-FCDF-4E23-A547-770F467C172C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" r="64"/>
          <a:stretch/>
        </p:blipFill>
        <p:spPr>
          <a:xfrm>
            <a:off x="3595223" y="3294854"/>
            <a:ext cx="1768239" cy="1216819"/>
          </a:xfr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AE59AABC-71C8-470C-A122-9A1E2B97CB7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595221" y="4511671"/>
            <a:ext cx="1768239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Flora Berggren​​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96617D7-0697-4087-A9EF-D77EB2564E8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595221" y="4868032"/>
            <a:ext cx="1768239" cy="3563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Directora de operaciones</a:t>
            </a:r>
          </a:p>
        </p:txBody>
      </p:sp>
      <p:pic>
        <p:nvPicPr>
          <p:cNvPr id="49" name="Marcador de posición de imagen 48" descr="Una persona con barba">
            <a:extLst>
              <a:ext uri="{FF2B5EF4-FFF2-40B4-BE49-F238E27FC236}">
                <a16:creationId xmlns:a16="http://schemas.microsoft.com/office/drawing/2014/main" id="{B12E7790-F92D-4BF7-A243-ECD017E4E0FE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" b="30"/>
          <a:stretch/>
        </p:blipFill>
        <p:spPr>
          <a:xfrm>
            <a:off x="5573831" y="3294854"/>
            <a:ext cx="1768239" cy="1216819"/>
          </a:xfrm>
        </p:spPr>
      </p:pic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FEAF3F61-C6CA-4894-9AFA-02FDB66099C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573829" y="4511671"/>
            <a:ext cx="1768239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Rajesh Santoshi​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CB4E3F3B-E173-4213-A472-5B258F0311F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573829" y="4868032"/>
            <a:ext cx="1768239" cy="3563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Vicepresidente de marketing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AFFF1F2-E21B-46B2-9043-3A2FD77D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624513"/>
            <a:ext cx="30861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A610E7-14D9-43B1-A0E2-CFD8D531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156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Título 528">
            <a:extLst>
              <a:ext uri="{FF2B5EF4-FFF2-40B4-BE49-F238E27FC236}">
                <a16:creationId xmlns:a16="http://schemas.microsoft.com/office/drawing/2014/main" id="{F243647E-1730-42D2-A06F-C333D0FFA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163" y="1763023"/>
            <a:ext cx="2227617" cy="121718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Nuestro equipo </a:t>
            </a:r>
          </a:p>
        </p:txBody>
      </p:sp>
      <p:pic>
        <p:nvPicPr>
          <p:cNvPr id="49" name="Marcador de posición de imagen 48" descr="Una imagen que contiene traje, persona, ropa, persona">
            <a:extLst>
              <a:ext uri="{FF2B5EF4-FFF2-40B4-BE49-F238E27FC236}">
                <a16:creationId xmlns:a16="http://schemas.microsoft.com/office/drawing/2014/main" id="{E1A7576B-F8AC-4FEC-B887-512E3321626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" b="387"/>
          <a:stretch/>
        </p:blipFill>
        <p:spPr>
          <a:xfrm>
            <a:off x="2835415" y="1722538"/>
            <a:ext cx="1059038" cy="860457"/>
          </a:xfrm>
        </p:spPr>
      </p:pic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1A2623C5-D11D-478D-89FB-08576F6F14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88800" y="2582132"/>
            <a:ext cx="1552268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Takuma Hayashi​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786ED0BB-76F0-475B-B4E0-105C68BFC78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88800" y="2938494"/>
            <a:ext cx="1552268" cy="50409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Presidente</a:t>
            </a:r>
          </a:p>
        </p:txBody>
      </p:sp>
      <p:pic>
        <p:nvPicPr>
          <p:cNvPr id="53" name="Marcador de posición de imagen 52" descr="Un persona con cabello rubio">
            <a:extLst>
              <a:ext uri="{FF2B5EF4-FFF2-40B4-BE49-F238E27FC236}">
                <a16:creationId xmlns:a16="http://schemas.microsoft.com/office/drawing/2014/main" id="{BA9684B1-E256-4255-9052-896BA041D24B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b="161"/>
          <a:stretch/>
        </p:blipFill>
        <p:spPr>
          <a:xfrm>
            <a:off x="4418944" y="1722538"/>
            <a:ext cx="1059038" cy="860457"/>
          </a:xfrm>
        </p:spPr>
      </p:pic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D9036395-3643-4D4E-95D7-0B29D19C01D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72329" y="2582132"/>
            <a:ext cx="1552268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Mirjam Nilsson​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99BE8D49-F053-400B-ADDC-743712E28E1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72329" y="2938494"/>
            <a:ext cx="1552268" cy="50409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Directora ejecutiva</a:t>
            </a:r>
          </a:p>
        </p:txBody>
      </p:sp>
      <p:pic>
        <p:nvPicPr>
          <p:cNvPr id="57" name="Marcador de posición de imagen 56" descr="Una persona con pelo rizado">
            <a:extLst>
              <a:ext uri="{FF2B5EF4-FFF2-40B4-BE49-F238E27FC236}">
                <a16:creationId xmlns:a16="http://schemas.microsoft.com/office/drawing/2014/main" id="{5D5EBD50-62BC-408B-B2B2-010BDE3CF7BA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r="55"/>
          <a:stretch/>
        </p:blipFill>
        <p:spPr>
          <a:xfrm>
            <a:off x="6002473" y="1722538"/>
            <a:ext cx="1059037" cy="860457"/>
          </a:xfr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AE59AABC-71C8-470C-A122-9A1E2B97CB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55857" y="2582132"/>
            <a:ext cx="1552268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Flora Berggren​​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96617D7-0697-4087-A9EF-D77EB2564E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755857" y="2938494"/>
            <a:ext cx="1552268" cy="50409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Directora de operaciones</a:t>
            </a:r>
          </a:p>
        </p:txBody>
      </p:sp>
      <p:pic>
        <p:nvPicPr>
          <p:cNvPr id="61" name="Marcador de posición de imagen 60" descr="Una persona con barba">
            <a:extLst>
              <a:ext uri="{FF2B5EF4-FFF2-40B4-BE49-F238E27FC236}">
                <a16:creationId xmlns:a16="http://schemas.microsoft.com/office/drawing/2014/main" id="{EC3690D8-3E9D-48BA-B4EF-FDB50CDF630F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" b="424"/>
          <a:stretch/>
        </p:blipFill>
        <p:spPr>
          <a:xfrm>
            <a:off x="7586001" y="1722538"/>
            <a:ext cx="1059037" cy="860457"/>
          </a:xfrm>
        </p:spPr>
      </p:pic>
      <p:sp>
        <p:nvSpPr>
          <p:cNvPr id="452" name="Marcador de texto 451">
            <a:extLst>
              <a:ext uri="{FF2B5EF4-FFF2-40B4-BE49-F238E27FC236}">
                <a16:creationId xmlns:a16="http://schemas.microsoft.com/office/drawing/2014/main" id="{F19E982D-B925-47A0-88B5-D505D511F1C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339384" y="2582132"/>
            <a:ext cx="1552268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Rajesh Santoshi​</a:t>
            </a:r>
          </a:p>
        </p:txBody>
      </p:sp>
      <p:sp>
        <p:nvSpPr>
          <p:cNvPr id="453" name="Marcador de texto 452">
            <a:extLst>
              <a:ext uri="{FF2B5EF4-FFF2-40B4-BE49-F238E27FC236}">
                <a16:creationId xmlns:a16="http://schemas.microsoft.com/office/drawing/2014/main" id="{BB4D6FAB-7EF5-4645-A4C7-8D5C849CACA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339384" y="2938494"/>
            <a:ext cx="1552268" cy="50409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Vicepresidente de marketing</a:t>
            </a:r>
          </a:p>
        </p:txBody>
      </p:sp>
      <p:pic>
        <p:nvPicPr>
          <p:cNvPr id="449" name="Marcador de posición de imagen 448" descr="Una persona con gafas">
            <a:extLst>
              <a:ext uri="{FF2B5EF4-FFF2-40B4-BE49-F238E27FC236}">
                <a16:creationId xmlns:a16="http://schemas.microsoft.com/office/drawing/2014/main" id="{3E95BD49-E6DC-44C0-B804-B453B83D5F9B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" r="124"/>
          <a:stretch/>
        </p:blipFill>
        <p:spPr>
          <a:xfrm>
            <a:off x="2835415" y="3568452"/>
            <a:ext cx="1059038" cy="860457"/>
          </a:xfrm>
        </p:spPr>
      </p:pic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FEAF3F61-C6CA-4894-9AFA-02FDB66099C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88800" y="4432798"/>
            <a:ext cx="1552268" cy="35730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Graham Barnes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CB4E3F3B-E173-4213-A472-5B258F0311F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588800" y="4789380"/>
            <a:ext cx="1552268" cy="52289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Vicepresidente de producción</a:t>
            </a:r>
          </a:p>
        </p:txBody>
      </p:sp>
      <p:pic>
        <p:nvPicPr>
          <p:cNvPr id="457" name="Marcador de posición de imagen 456" descr="Una persona sonriendo a la cámara">
            <a:extLst>
              <a:ext uri="{FF2B5EF4-FFF2-40B4-BE49-F238E27FC236}">
                <a16:creationId xmlns:a16="http://schemas.microsoft.com/office/drawing/2014/main" id="{ACEBAD55-AB34-4F26-816B-DB6A12FD9857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" r="124"/>
          <a:stretch/>
        </p:blipFill>
        <p:spPr>
          <a:xfrm>
            <a:off x="4418944" y="3568452"/>
            <a:ext cx="1059038" cy="860457"/>
          </a:xfrm>
        </p:spPr>
      </p:pic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3D96A08A-8CF6-4196-9CDF-68E261D8E1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172329" y="4433739"/>
            <a:ext cx="1552268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Rowan Murphy​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F1864A54-091B-45AA-9FB4-24BD5F0880E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172329" y="4790100"/>
            <a:ext cx="1552268" cy="52152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Estratega de SEO</a:t>
            </a:r>
          </a:p>
        </p:txBody>
      </p:sp>
      <p:pic>
        <p:nvPicPr>
          <p:cNvPr id="461" name="Marcador de posición de imagen 460" descr="Una foto de una persona">
            <a:extLst>
              <a:ext uri="{FF2B5EF4-FFF2-40B4-BE49-F238E27FC236}">
                <a16:creationId xmlns:a16="http://schemas.microsoft.com/office/drawing/2014/main" id="{DC37A514-6823-475C-987A-025BD780EBA1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" r="124"/>
          <a:stretch/>
        </p:blipFill>
        <p:spPr>
          <a:xfrm>
            <a:off x="6002473" y="3568452"/>
            <a:ext cx="1059037" cy="860457"/>
          </a:xfrm>
        </p:spPr>
      </p:pic>
      <p:sp>
        <p:nvSpPr>
          <p:cNvPr id="28" name="Marcador de texto 27">
            <a:extLst>
              <a:ext uri="{FF2B5EF4-FFF2-40B4-BE49-F238E27FC236}">
                <a16:creationId xmlns:a16="http://schemas.microsoft.com/office/drawing/2014/main" id="{49788C92-3416-4FC2-A12A-39614EB61ED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755857" y="4433739"/>
            <a:ext cx="1552268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Elizabeth Moore​</a:t>
            </a:r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9439D61D-5218-4B2F-B313-7E0A036E13B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755857" y="4790100"/>
            <a:ext cx="1552268" cy="52152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Diseñador de productos</a:t>
            </a:r>
          </a:p>
        </p:txBody>
      </p:sp>
      <p:pic>
        <p:nvPicPr>
          <p:cNvPr id="465" name="Marcador de posición de imagen 464" descr="Una persona sonriendo a la cámara">
            <a:extLst>
              <a:ext uri="{FF2B5EF4-FFF2-40B4-BE49-F238E27FC236}">
                <a16:creationId xmlns:a16="http://schemas.microsoft.com/office/drawing/2014/main" id="{ACB918DD-7895-4BE8-BFA5-2270EEC615F0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" r="124"/>
          <a:stretch/>
        </p:blipFill>
        <p:spPr>
          <a:xfrm>
            <a:off x="7586001" y="3568452"/>
            <a:ext cx="1059037" cy="860457"/>
          </a:xfrm>
        </p:spPr>
      </p:pic>
      <p:sp>
        <p:nvSpPr>
          <p:cNvPr id="454" name="Marcador de texto 453">
            <a:extLst>
              <a:ext uri="{FF2B5EF4-FFF2-40B4-BE49-F238E27FC236}">
                <a16:creationId xmlns:a16="http://schemas.microsoft.com/office/drawing/2014/main" id="{41124E90-9F24-4DFB-97DA-4729ACB48AA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339384" y="4433739"/>
            <a:ext cx="1552268" cy="3563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Robin Kline​</a:t>
            </a:r>
          </a:p>
        </p:txBody>
      </p:sp>
      <p:sp>
        <p:nvSpPr>
          <p:cNvPr id="455" name="Marcador de texto 454">
            <a:extLst>
              <a:ext uri="{FF2B5EF4-FFF2-40B4-BE49-F238E27FC236}">
                <a16:creationId xmlns:a16="http://schemas.microsoft.com/office/drawing/2014/main" id="{2618EACE-50AC-4B11-8030-5BA0AD7433C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339384" y="4790100"/>
            <a:ext cx="1552268" cy="52152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Desarrollador de contenido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AFFF1F2-E21B-46B2-9043-3A2FD77D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624513"/>
            <a:ext cx="30861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A610E7-14D9-43B1-A0E2-CFD8D531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385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3C4CC1D7-A91E-4CD5-B051-0B202E09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1446"/>
            <a:ext cx="7886700" cy="42590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Planear el lanzamiento del producto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5C73BB6C-294B-4A13-AFEB-58CFBE6EDC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883" y="2682861"/>
            <a:ext cx="1369973" cy="58221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1350" dirty="0"/>
              <a:t>Planificación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E6F35BA7-9C1A-47BD-9F51-FF505471E9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5883" y="3307537"/>
            <a:ext cx="1369973" cy="114576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Sinergia escalable </a:t>
            </a:r>
          </a:p>
          <a:p>
            <a:pPr rtl="0"/>
            <a:r>
              <a:rPr lang="es-ES"/>
              <a:t>Comercio electrónico</a:t>
            </a:r>
          </a:p>
        </p:txBody>
      </p:sp>
      <p:sp>
        <p:nvSpPr>
          <p:cNvPr id="65" name="Marcador de texto 64">
            <a:extLst>
              <a:ext uri="{FF2B5EF4-FFF2-40B4-BE49-F238E27FC236}">
                <a16:creationId xmlns:a16="http://schemas.microsoft.com/office/drawing/2014/main" id="{56983C54-58DE-4EC6-A4F8-CC5E0956C5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214084" y="2690153"/>
            <a:ext cx="1369973" cy="58221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1350" dirty="0"/>
              <a:t>Marketing</a:t>
            </a:r>
          </a:p>
        </p:txBody>
      </p:sp>
      <p:sp>
        <p:nvSpPr>
          <p:cNvPr id="66" name="Marcador de texto 65">
            <a:extLst>
              <a:ext uri="{FF2B5EF4-FFF2-40B4-BE49-F238E27FC236}">
                <a16:creationId xmlns:a16="http://schemas.microsoft.com/office/drawing/2014/main" id="{69FD5778-FBC3-4719-B73E-FDA8CD3E6F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214084" y="3314829"/>
            <a:ext cx="1369973" cy="114576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Divulgación de métricas estandarizadas</a:t>
            </a:r>
          </a:p>
        </p:txBody>
      </p:sp>
      <p:sp>
        <p:nvSpPr>
          <p:cNvPr id="67" name="Marcador de texto 66">
            <a:extLst>
              <a:ext uri="{FF2B5EF4-FFF2-40B4-BE49-F238E27FC236}">
                <a16:creationId xmlns:a16="http://schemas.microsoft.com/office/drawing/2014/main" id="{D1B4E94F-ED75-4961-8559-62760ECE77C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87014" y="2682861"/>
            <a:ext cx="1369973" cy="58221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1350"/>
              <a:t>Diseño</a:t>
            </a:r>
          </a:p>
        </p:txBody>
      </p:sp>
      <p:sp>
        <p:nvSpPr>
          <p:cNvPr id="68" name="Marcador de texto 67">
            <a:extLst>
              <a:ext uri="{FF2B5EF4-FFF2-40B4-BE49-F238E27FC236}">
                <a16:creationId xmlns:a16="http://schemas.microsoft.com/office/drawing/2014/main" id="{E5506267-2D48-49F5-A83E-BDD4CEDE67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87014" y="3307537"/>
            <a:ext cx="1369973" cy="114576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Coordinación </a:t>
            </a:r>
          </a:p>
          <a:p>
            <a:pPr rtl="0"/>
            <a:r>
              <a:rPr lang="es-ES"/>
              <a:t>aplicaciones para el negocio electrónico</a:t>
            </a:r>
          </a:p>
        </p:txBody>
      </p:sp>
      <p:sp>
        <p:nvSpPr>
          <p:cNvPr id="69" name="Marcador de texto 68">
            <a:extLst>
              <a:ext uri="{FF2B5EF4-FFF2-40B4-BE49-F238E27FC236}">
                <a16:creationId xmlns:a16="http://schemas.microsoft.com/office/drawing/2014/main" id="{C3FBF82F-DBD2-47F5-B554-7A0405FCE7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59945" y="2690153"/>
            <a:ext cx="1369973" cy="58221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1350"/>
              <a:t>Estrategia</a:t>
            </a:r>
          </a:p>
        </p:txBody>
      </p:sp>
      <p:sp>
        <p:nvSpPr>
          <p:cNvPr id="70" name="Marcador de texto 69">
            <a:extLst>
              <a:ext uri="{FF2B5EF4-FFF2-40B4-BE49-F238E27FC236}">
                <a16:creationId xmlns:a16="http://schemas.microsoft.com/office/drawing/2014/main" id="{1B675A47-B6F8-4C4D-94F4-A52389C3C5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59945" y="3314829"/>
            <a:ext cx="1369973" cy="114576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Fomento de metodologías holísticamente superiores</a:t>
            </a:r>
          </a:p>
        </p:txBody>
      </p:sp>
      <p:sp>
        <p:nvSpPr>
          <p:cNvPr id="71" name="Marcador de texto 70">
            <a:extLst>
              <a:ext uri="{FF2B5EF4-FFF2-40B4-BE49-F238E27FC236}">
                <a16:creationId xmlns:a16="http://schemas.microsoft.com/office/drawing/2014/main" id="{563DF0AC-EC94-4ECF-849C-EC09FF7F46B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22749" y="2682861"/>
            <a:ext cx="1369973" cy="58221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1350"/>
              <a:t>Lanzamiento</a:t>
            </a:r>
          </a:p>
        </p:txBody>
      </p:sp>
      <p:sp>
        <p:nvSpPr>
          <p:cNvPr id="72" name="Marcador de texto 71">
            <a:extLst>
              <a:ext uri="{FF2B5EF4-FFF2-40B4-BE49-F238E27FC236}">
                <a16:creationId xmlns:a16="http://schemas.microsoft.com/office/drawing/2014/main" id="{8A6E6F45-E685-4E7B-B715-B80B7092271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222749" y="3307537"/>
            <a:ext cx="1369973" cy="114576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Implementación de redes estratégicas con atractivas </a:t>
            </a:r>
          </a:p>
          <a:p>
            <a:pPr rtl="0"/>
            <a:r>
              <a:rPr lang="es-ES"/>
              <a:t>necesidades del negocio electrónico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CEF50C5-235C-4A73-924A-E2EC97F7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624513"/>
            <a:ext cx="30861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D139B0-AFDC-487D-BA64-66803D0D6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001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ítulo 56">
            <a:extLst>
              <a:ext uri="{FF2B5EF4-FFF2-40B4-BE49-F238E27FC236}">
                <a16:creationId xmlns:a16="http://schemas.microsoft.com/office/drawing/2014/main" id="{00326D99-DAD3-4FED-A95F-BFF05E5E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1447"/>
            <a:ext cx="7886700" cy="42407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Escala de tiempo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E2DDC6E-D6E2-48CA-B1EF-8C51295473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8879" y="2078145"/>
            <a:ext cx="1688673" cy="3738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Sep. de 20XX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302ECB06-815A-4232-9EEF-1CE3EAD4C0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8879" y="2458760"/>
            <a:ext cx="1688673" cy="60930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Sinergia escalable</a:t>
            </a:r>
          </a:p>
          <a:p>
            <a:pPr rtl="0"/>
            <a:r>
              <a:rPr lang="es-ES"/>
              <a:t>Comercio electrónico</a:t>
            </a:r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D6A052F4-BE1D-4BBE-A5E4-53A6742C70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27662" y="2085289"/>
            <a:ext cx="1688673" cy="3738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Ene. de 20XX</a:t>
            </a:r>
          </a:p>
        </p:txBody>
      </p:sp>
      <p:sp>
        <p:nvSpPr>
          <p:cNvPr id="49" name="Marcador de texto 48">
            <a:extLst>
              <a:ext uri="{FF2B5EF4-FFF2-40B4-BE49-F238E27FC236}">
                <a16:creationId xmlns:a16="http://schemas.microsoft.com/office/drawing/2014/main" id="{743F630F-37B8-4375-B8FE-CBB4D55AB1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27662" y="2465904"/>
            <a:ext cx="1688673" cy="60930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Coordinación de aplicaciones para el negocio electrónico</a:t>
            </a:r>
          </a:p>
        </p:txBody>
      </p:sp>
      <p:sp>
        <p:nvSpPr>
          <p:cNvPr id="33" name="Marcador de texto 32">
            <a:extLst>
              <a:ext uri="{FF2B5EF4-FFF2-40B4-BE49-F238E27FC236}">
                <a16:creationId xmlns:a16="http://schemas.microsoft.com/office/drawing/2014/main" id="{E4CB779B-590A-4742-8EDD-C90A8A6EAA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05005" y="2085289"/>
            <a:ext cx="1688673" cy="3738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May de 20xx</a:t>
            </a: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35686093-13FE-4C01-A6E7-60867A827E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87373" y="2465904"/>
            <a:ext cx="2123937" cy="60930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Implementación de redes estratégicas con necesidades de negocio electrónico atractivas</a:t>
            </a:r>
          </a:p>
        </p:txBody>
      </p:sp>
      <p:sp>
        <p:nvSpPr>
          <p:cNvPr id="35" name="Marcador de texto 34">
            <a:extLst>
              <a:ext uri="{FF2B5EF4-FFF2-40B4-BE49-F238E27FC236}">
                <a16:creationId xmlns:a16="http://schemas.microsoft.com/office/drawing/2014/main" id="{E06F30E7-03A1-4D44-9BA2-623641E2224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037552" y="4157439"/>
            <a:ext cx="1688672" cy="3738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Nov. 20XX</a:t>
            </a:r>
          </a:p>
        </p:txBody>
      </p:sp>
      <p:sp>
        <p:nvSpPr>
          <p:cNvPr id="51" name="Marcador de texto 50">
            <a:extLst>
              <a:ext uri="{FF2B5EF4-FFF2-40B4-BE49-F238E27FC236}">
                <a16:creationId xmlns:a16="http://schemas.microsoft.com/office/drawing/2014/main" id="{C48F1B39-48E7-4559-9D08-B8E2C5824A2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7552" y="4545198"/>
            <a:ext cx="1688672" cy="5966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Divulgación de métricas estandarizadas</a:t>
            </a:r>
          </a:p>
        </p:txBody>
      </p:sp>
      <p:sp>
        <p:nvSpPr>
          <p:cNvPr id="37" name="Marcador de texto 36">
            <a:extLst>
              <a:ext uri="{FF2B5EF4-FFF2-40B4-BE49-F238E27FC236}">
                <a16:creationId xmlns:a16="http://schemas.microsoft.com/office/drawing/2014/main" id="{66CE0DB3-8A0B-4B77-9619-D0B01BF4275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16338" y="4157439"/>
            <a:ext cx="1688672" cy="3738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Mar. 20XX</a:t>
            </a:r>
          </a:p>
        </p:txBody>
      </p:sp>
      <p:sp>
        <p:nvSpPr>
          <p:cNvPr id="52" name="Marcador de texto 51">
            <a:extLst>
              <a:ext uri="{FF2B5EF4-FFF2-40B4-BE49-F238E27FC236}">
                <a16:creationId xmlns:a16="http://schemas.microsoft.com/office/drawing/2014/main" id="{8321A23A-96BE-4EB4-ACB2-2C2A31CF583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16338" y="4545198"/>
            <a:ext cx="1688672" cy="5966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Fomento de metodologías holísticamente superiores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44DC35-1079-40D1-BB61-0F487F47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624513"/>
            <a:ext cx="30861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C0C219-5E3C-4FAD-A11D-99A21AAA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3355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44717"/>
            <a:ext cx="7886700" cy="54460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Áreas de enfoque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1AFBEB7-A9AF-468F-820B-D9077A7D0B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8319" y="2405129"/>
            <a:ext cx="3470073" cy="316774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Ejemplos de mercado B2B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B127C79B-F024-434C-825D-15CEE80923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8164" y="2721903"/>
            <a:ext cx="3469720" cy="249429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Desarrollar estrategias ganadoras para mantenerse por delante de la competencia</a:t>
            </a:r>
          </a:p>
          <a:p>
            <a:pPr rtl="0"/>
            <a:r>
              <a:rPr lang="es-ES"/>
              <a:t>Aprovechar los frutos obtenidos para identificar un valor en el terreno de juego</a:t>
            </a:r>
          </a:p>
          <a:p>
            <a:pPr rtl="0"/>
            <a:r>
              <a:rPr lang="es-ES"/>
              <a:t>Visualizar la convergencia dirigida al cliente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0E769AD8-E32B-4302-A770-0424AC0A2A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63782" y="2405128"/>
            <a:ext cx="3470072" cy="316774"/>
          </a:xfrm>
        </p:spPr>
        <p:txBody>
          <a:bodyPr rtlCol="0">
            <a:normAutofit fontScale="92500"/>
          </a:bodyPr>
          <a:lstStyle>
            <a:defPPr>
              <a:defRPr lang="es-ES"/>
            </a:defPPr>
          </a:lstStyle>
          <a:p>
            <a:pPr rtl="0"/>
            <a:r>
              <a:rPr lang="es-ES"/>
              <a:t>Oportunidades basadas en la nube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1F231637-753A-4454-98CA-FD968C0D94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64141" y="2721902"/>
            <a:ext cx="3469720" cy="249429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Enfoques iterativos para una estrategia corporativa</a:t>
            </a:r>
          </a:p>
          <a:p>
            <a:pPr rtl="0"/>
            <a:r>
              <a:rPr lang="es-ES"/>
              <a:t>Establecer un marco de administración desde dentro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5FF7585-B3E6-4301-983E-6C7185A7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624513"/>
            <a:ext cx="30861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375B46-1A54-44B9-BDCF-97B4D6758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64395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ítulo 30">
            <a:extLst>
              <a:ext uri="{FF2B5EF4-FFF2-40B4-BE49-F238E27FC236}">
                <a16:creationId xmlns:a16="http://schemas.microsoft.com/office/drawing/2014/main" id="{C40D3CB1-60FB-44E7-A807-4460AFAD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37574"/>
            <a:ext cx="7886700" cy="54460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Cómo hemos llegado hasta aquí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1F6EAAA-7889-4E5F-90FD-F5C5492D37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2355" y="2405129"/>
            <a:ext cx="2636778" cy="316774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ROI​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C553A94B-692D-4746-9FFA-FAD2FF8238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2199" y="2750200"/>
            <a:ext cx="2636510" cy="249429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Previsión de conocimientos basados en los medios de comunicación y las estrategias de crecimiento en diversos medios</a:t>
            </a:r>
          </a:p>
          <a:p>
            <a:pPr rtl="0"/>
            <a:r>
              <a:rPr lang="es-ES" dirty="0"/>
              <a:t>Visualización del capital intelectual de calidad</a:t>
            </a:r>
          </a:p>
          <a:p>
            <a:pPr rtl="0"/>
            <a:r>
              <a:rPr lang="es-ES" dirty="0"/>
              <a:t>Incorporación de metodologías internacionales con tecnologías habilitadas para web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D766ABB5-79A8-4DFF-B3E4-6E4F29D794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47343" y="2405129"/>
            <a:ext cx="2636778" cy="31677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Mercados especializados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94333FF0-B429-4B2E-9910-AAF06DC5C7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47186" y="2750200"/>
            <a:ext cx="2636510" cy="249429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Búsqueda de un servicio de atención al cliente escalable a través de estrategias sostenibles</a:t>
            </a:r>
          </a:p>
          <a:p>
            <a:pPr rtl="0"/>
            <a:r>
              <a:rPr lang="es-ES" dirty="0"/>
              <a:t>Incorporación de servicios web de primera con entregas punteras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299EAE95-5B3F-4A21-B580-4AF9E642AA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31906" y="2405129"/>
            <a:ext cx="2636778" cy="31677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Cadenas de suministro</a:t>
            </a:r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9533EAD8-15C8-4D9C-8F69-670982F523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31749" y="2750200"/>
            <a:ext cx="2636510" cy="249429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Fomento de un servicio de atención al cliente cercano con ideas sólidas</a:t>
            </a:r>
          </a:p>
          <a:p>
            <a:pPr rtl="0"/>
            <a:r>
              <a:rPr lang="es-ES" dirty="0"/>
              <a:t>Aumento de las entregas oportunas para esquemas en tiempo real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2AE5A9-C9EE-4D23-9586-528203CA7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624513"/>
            <a:ext cx="30861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F15162-EA7B-4AF6-9C08-B145E8FA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84075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91F92B90-FD10-47FA-922C-60FD7F0E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4928" y="1679531"/>
            <a:ext cx="3034145" cy="119309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pic>
        <p:nvPicPr>
          <p:cNvPr id="13" name="Marcador de posición de imagen 12" descr="Arena, mar, playa, césped">
            <a:extLst>
              <a:ext uri="{FF2B5EF4-FFF2-40B4-BE49-F238E27FC236}">
                <a16:creationId xmlns:a16="http://schemas.microsoft.com/office/drawing/2014/main" id="{681D276C-2EB5-4A5D-AD46-BA67480003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70706"/>
            <a:ext cx="2057401" cy="3560673"/>
          </a:xfr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96493815-2B96-4CA9-8D15-F0EB9A1557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80515" y="3040290"/>
            <a:ext cx="3008558" cy="154594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Mirjam Nilsson​​</a:t>
            </a:r>
          </a:p>
          <a:p>
            <a:pPr rtl="0"/>
            <a:r>
              <a:rPr lang="es-ES"/>
              <a:t>mirjam@contoso.com​</a:t>
            </a:r>
          </a:p>
          <a:p>
            <a:pPr rtl="0"/>
            <a:r>
              <a:rPr lang="es-ES"/>
              <a:t>www.contoso.com​</a:t>
            </a:r>
          </a:p>
        </p:txBody>
      </p:sp>
      <p:pic>
        <p:nvPicPr>
          <p:cNvPr id="15" name="Marcador de posición de imagen 14" descr="Primer plano de ojo de pájaro">
            <a:extLst>
              <a:ext uri="{FF2B5EF4-FFF2-40B4-BE49-F238E27FC236}">
                <a16:creationId xmlns:a16="http://schemas.microsoft.com/office/drawing/2014/main" id="{EDC61EE9-9548-4422-9A3B-8519063F019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6600" y="1570706"/>
            <a:ext cx="2057400" cy="3560673"/>
          </a:xfrm>
        </p:spPr>
      </p:pic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36962E-1AC0-4AE8-9E04-6FECBB97F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624513"/>
            <a:ext cx="30861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5EF685-39C2-409F-97E3-2C4713F2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91729D4-A164-47A3-830D-E792BCE699E4}" type="slidenum">
              <a:rPr lang="es-ES" smtClean="0"/>
              <a:pPr rtl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40033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ED6DA"/>
      </a:accent1>
      <a:accent2>
        <a:srgbClr val="3E7090"/>
      </a:accent2>
      <a:accent3>
        <a:srgbClr val="93A5A8"/>
      </a:accent3>
      <a:accent4>
        <a:srgbClr val="627272"/>
      </a:accent4>
      <a:accent5>
        <a:srgbClr val="BDA07D"/>
      </a:accent5>
      <a:accent6>
        <a:srgbClr val="D8CAB7"/>
      </a:accent6>
      <a:hlink>
        <a:srgbClr val="0563C1"/>
      </a:hlink>
      <a:folHlink>
        <a:srgbClr val="954F72"/>
      </a:folHlink>
    </a:clrScheme>
    <a:fontScheme name="Custom 24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astal_Presentation_TM33468121_Win32_JC_SL_v3" id="{5CC0C496-FD8A-42BF-932F-4FD62E56F269}" vid="{DBEAE538-0105-45CF-A6D4-E0B303E1878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EF380A-18DE-4A59-8A28-3F29B5D010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AF5DA8-6387-4138-BF96-B65D39F2FC2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463</Words>
  <Application>Microsoft Office PowerPoint</Application>
  <PresentationFormat>Presentación en pantalla (4:3)</PresentationFormat>
  <Paragraphs>121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Segoe UI Light</vt:lpstr>
      <vt:lpstr>Tema de Office</vt:lpstr>
      <vt:lpstr>Presentación de PowerPoint</vt:lpstr>
      <vt:lpstr>Presentación de PowerPoint</vt:lpstr>
      <vt:lpstr>Introducción</vt:lpstr>
      <vt:lpstr>¿Qué es?</vt:lpstr>
      <vt:lpstr>Presentación de PowerPoint</vt:lpstr>
      <vt:lpstr>Objetivos principales</vt:lpstr>
      <vt:lpstr>Las oportuni-dades de negocio son como los autobuses. Siempre vendrá otro.</vt:lpstr>
      <vt:lpstr>Nuestro equipo</vt:lpstr>
      <vt:lpstr>Nuestro equipo </vt:lpstr>
      <vt:lpstr>Planear el lanzamiento del producto</vt:lpstr>
      <vt:lpstr>Escala de tiempo</vt:lpstr>
      <vt:lpstr>Áreas de enfoque</vt:lpstr>
      <vt:lpstr>Cómo hemos llegado hasta aquí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2021-05-30T14:58:49Z</dcterms:created>
  <dcterms:modified xsi:type="dcterms:W3CDTF">2025-10-22T20:30:19Z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