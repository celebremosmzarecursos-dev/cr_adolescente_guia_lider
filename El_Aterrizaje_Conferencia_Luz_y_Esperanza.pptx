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Aterrizaje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Una nueva forma de sanar, crecer y transformar vidas</a:t>
            </a:r>
          </a:p>
          <a:p/>
          <a:p>
            <a:r>
              <a:t>Un recurso de Celebremos la Recuperación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Bienvenidos a una gran aventura junto a Dios.</a:t>
            </a:r>
          </a:p>
          <a:p>
            <a:r>
              <a:t>El Aterrizaje es un viaje transformador de 52 semanas basado en las bienaventuranzas.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El Aterrizaje?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 espacio seguro para adolescentes que buscan sanar, crecer y acercarse a Jesús.</a:t>
            </a:r>
          </a:p>
          <a:p>
            <a:r>
              <a:t>No es una clase, es una experiencia.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Propósito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Guiar a los adolescentes a una vida más libre y centrada en Dios.</a:t>
            </a:r>
          </a:p>
          <a:p>
            <a:r>
              <a:t>Creemos que la verdadera transformación llega cuando te acercas a Jesús.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 Programa Vivo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El Aterrizaje combina adoración, experiencias, debates y reflexiones.</a:t>
            </a:r>
          </a:p>
          <a:p>
            <a:r>
              <a:t>Aprendizaje activo y transformación espiritual.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Rol del Líder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Más que un maestro: un facilitador, un acompañante, un ejemplo vivo.</a:t>
            </a:r>
          </a:p>
          <a:p>
            <a:r>
              <a:t>Dirigir desde la experiencia, no solo desde el conocimiento.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Campo de Entrenamiento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es una conferencia, es un proceso de vida.</a:t>
            </a:r>
          </a:p>
          <a:p>
            <a:r>
              <a:t>Se utiliza música, videos, dinámicas y oración.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Dinámica de Aprendizaje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Los adolescentes aprenden haciendo.</a:t>
            </a:r>
          </a:p>
          <a:p>
            <a:r>
              <a:t>El líder promueve participación, escucha y apertura.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Diario del Estudiante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Una herramienta personal y segura para reflexionar, escribir y crecer.</a:t>
            </a:r>
          </a:p>
          <a:p>
            <a:r>
              <a:t>Favorece el proceso de sanidad emocional y espiritual.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Tiempo de Adoración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Cada sesión inicia con adoración.</a:t>
            </a:r>
          </a:p>
          <a:p>
            <a:r>
              <a:t>La música conecta el corazón del joven con Dios.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Experiencias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Las experiencias son el corazón de El Aterrizaje.</a:t>
            </a:r>
          </a:p>
          <a:p>
            <a:r>
              <a:t>Actividades vivenciales que enseñan verdades que transforman.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Discusión y Grupos Pequeños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Espacios seguros de confianza y respeto.</a:t>
            </a:r>
          </a:p>
          <a:p>
            <a:r>
              <a:t>Se comparten heridas, complejos y hábitos con confidencialidad.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Pautas del Grupo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Enfócate en tus propios sentimientos</a:t>
            </a:r>
          </a:p>
          <a:p>
            <a:r>
              <a:t>2. Evita conversaciones cruzadas</a:t>
            </a:r>
          </a:p>
          <a:p>
            <a:r>
              <a:t>3. Apoya sin intentar arreglar</a:t>
            </a:r>
          </a:p>
          <a:p>
            <a:r>
              <a:t>4. Confidencialidad total</a:t>
            </a:r>
          </a:p>
          <a:p>
            <a:r>
              <a:t>5. Lenguaje edificante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Qué Cortar y Qué 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 hay que reducir tiempo, corta la charla, no la experiencia.</a:t>
            </a:r>
          </a:p>
          <a:p>
            <a:r>
              <a:t>El objetivo no es cubrir contenido, sino transformar vidas.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Celebración y Avance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Marcar hitos: Día 1, Semana 2, Mes 1...</a:t>
            </a:r>
          </a:p>
          <a:p>
            <a:r>
              <a:t>Celebrar el progreso fortalece la fe y la comunidad.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Cómo Prepararte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Ora, planifica, revisa materiales, ensaya.</a:t>
            </a:r>
          </a:p>
          <a:p>
            <a:r>
              <a:t>Permite que Dios te transforme primero.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Llamado a la Acción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Sé parte del cambio.</a:t>
            </a:r>
          </a:p>
          <a:p>
            <a:r>
              <a:t>Lidera con amor, escucha con empatía, guía con fe.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Cierre Inspirador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‘La verdadera transformación llega cuando te acercas a Jesús’.</a:t>
            </a:r>
          </a:p>
          <a:p>
            <a:r>
              <a:t>Gracias por ser parte de esta misión de esperanza.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