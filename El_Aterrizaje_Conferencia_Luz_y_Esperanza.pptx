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446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D58195-1012-4F64-9803-D918A09DF5FC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94C1BC-06D5-4761-BC7C-BC478E230A9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66471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Propósito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Guiar a los adolescentes a una vida más libre y centrada en Dios.</a:t>
            </a:r>
          </a:p>
          <a:p>
            <a:r>
              <a:t>Creemos que la verdadera transformación llega cuando te acercas a Jesús.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 Programa Vivo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Aterrizaje combina adoración, experiencias, debates y reflexiones.</a:t>
            </a:r>
          </a:p>
          <a:p>
            <a:r>
              <a:t>Aprendizaje activo y transformación espiritual.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Rol del Líder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Más que un maestro: un facilitador, un acompañante, un ejemplo vivo.</a:t>
            </a:r>
          </a:p>
          <a:p>
            <a:r>
              <a:t>Dirigir desde la experiencia, no solo desde el conocimiento.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Campo de Entrenamiento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es una conferencia, es un proceso de vida.</a:t>
            </a:r>
          </a:p>
          <a:p>
            <a:r>
              <a:t>Se utiliza música, videos, dinámicas y oración.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Dinámica de Aprendizaje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Los adolescentes aprenden haciendo.</a:t>
            </a:r>
          </a:p>
          <a:p>
            <a:r>
              <a:t>El líder promueve participación, escucha y apertura.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Diario del Estudiante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Una herramienta personal y segura para reflexionar, escribir y crecer.</a:t>
            </a:r>
          </a:p>
          <a:p>
            <a:r>
              <a:t>Favorece el proceso de sanidad emocional y espiritual.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Tiempo de Adoración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Cada sesión inicia con adoración.</a:t>
            </a:r>
          </a:p>
          <a:p>
            <a:r>
              <a:t>La música conecta el corazón del joven con Dios.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Experiencias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Las experiencias son el corazón de El Aterrizaje.</a:t>
            </a:r>
          </a:p>
          <a:p>
            <a:r>
              <a:t>Actividades vivenciales que enseñan verdades que transforman.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Discusión y Grupos Pequeños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Espacios seguros de confianza y respeto.</a:t>
            </a:r>
          </a:p>
          <a:p>
            <a:r>
              <a:t>Se comparten heridas, complejos y hábitos con confidencialidad.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Pautas del Grupo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Enfócate en tus propios sentimientos</a:t>
            </a:r>
          </a:p>
          <a:p>
            <a:r>
              <a:t>2. Evita conversaciones cruzadas</a:t>
            </a:r>
          </a:p>
          <a:p>
            <a:r>
              <a:t>3. Apoya sin intentar arreglar</a:t>
            </a:r>
          </a:p>
          <a:p>
            <a:r>
              <a:t>4. Confidencialidad total</a:t>
            </a:r>
          </a:p>
          <a:p>
            <a:r>
              <a:t>5. Lenguaje edificante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Qué Cortar y Qué 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 hay que reducir tiempo, corta la charla, no la experiencia.</a:t>
            </a:r>
          </a:p>
          <a:p>
            <a:r>
              <a:t>El objetivo no es cubrir contenido, sino transformar vidas.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Celebración y Avance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Marcar hitos: Día 1, Semana 2, Mes 1...</a:t>
            </a:r>
          </a:p>
          <a:p>
            <a:r>
              <a:t>Celebrar el progreso fortalece la fe y la comunidad.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Cómo Prepararte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Ora, planifica, revisa materiales, ensaya.</a:t>
            </a:r>
          </a:p>
          <a:p>
            <a:r>
              <a:t>Permite que Dios te transforme primero.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Llamado a la Acción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Sé parte del cambio.</a:t>
            </a:r>
          </a:p>
          <a:p>
            <a:r>
              <a:t>Lidera con amor, escucha con empatía, guía con fe.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Cierre Inspirador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‘La verdadera transformación llega cuando te acercas a Jesús’.</a:t>
            </a:r>
          </a:p>
          <a:p>
            <a:r>
              <a:t>Gracias por ser parte de esta misión de esperanza.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347</Words>
  <Application>Microsoft Office PowerPoint</Application>
  <PresentationFormat>Presentación en pantalla (4:3)</PresentationFormat>
  <Paragraphs>48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Propósito</vt:lpstr>
      <vt:lpstr>Un Programa Vivo</vt:lpstr>
      <vt:lpstr>El Rol del Líder</vt:lpstr>
      <vt:lpstr>Campo de Entrenamiento</vt:lpstr>
      <vt:lpstr>Dinámica de Aprendizaje</vt:lpstr>
      <vt:lpstr>El Diario del Estudiante</vt:lpstr>
      <vt:lpstr>Tiempo de Adoración</vt:lpstr>
      <vt:lpstr>Experiencias</vt:lpstr>
      <vt:lpstr>Discusión y Grupos Pequeños</vt:lpstr>
      <vt:lpstr>Pautas del Grupo</vt:lpstr>
      <vt:lpstr>Qué Cortar y Qué No</vt:lpstr>
      <vt:lpstr>Celebración y Avance</vt:lpstr>
      <vt:lpstr>Cómo Prepararte</vt:lpstr>
      <vt:lpstr>Llamado a la Acción</vt:lpstr>
      <vt:lpstr>Cierre Inspirador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Propósito</dc:title>
  <dc:subject/>
  <dc:creator/>
  <cp:keywords/>
  <dc:description>generated using python-pptx</dc:description>
  <cp:lastModifiedBy>DARIO ABEL GARCIA</cp:lastModifiedBy>
  <cp:revision>2</cp:revision>
  <dcterms:created xsi:type="dcterms:W3CDTF">2013-01-27T09:14:16Z</dcterms:created>
  <dcterms:modified xsi:type="dcterms:W3CDTF">2025-10-22T20:56:56Z</dcterms:modified>
  <cp:category/>
</cp:coreProperties>
</file>